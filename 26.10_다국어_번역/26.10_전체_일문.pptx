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5"/>
  </p:notesMasterIdLst>
  <p:sldIdLst>
    <p:sldId id="256" r:id="rId2"/>
    <p:sldId id="258" r:id="rId3"/>
    <p:sldId id="259" r:id="rId4"/>
    <p:sldId id="260" r:id="rId5"/>
    <p:sldId id="267" r:id="rId6"/>
    <p:sldId id="266" r:id="rId7"/>
    <p:sldId id="270" r:id="rId8"/>
    <p:sldId id="271" r:id="rId9"/>
    <p:sldId id="272" r:id="rId10"/>
    <p:sldId id="269" r:id="rId11"/>
    <p:sldId id="263" r:id="rId12"/>
    <p:sldId id="264" r:id="rId13"/>
    <p:sldId id="265" r:id="rId14"/>
  </p:sldIdLst>
  <p:sldSz cx="10287000" cy="14544675"/>
  <p:notesSz cx="9928225" cy="6797675"/>
  <p:embeddedFontLst>
    <p:embeddedFont>
      <p:font typeface="신세계 Bold" panose="02000300000000000000" pitchFamily="50" charset="-127"/>
      <p:bold r:id="rId16"/>
    </p:embeddedFont>
    <p:embeddedFont>
      <p:font typeface="신세계 Medium" panose="02000300000000000000" pitchFamily="50" charset="-127"/>
      <p:regular r:id="rId17"/>
    </p:embeddedFont>
    <p:embeddedFont>
      <p:font typeface="신세계 Regular" panose="02000300000000000000" pitchFamily="50" charset="-127"/>
      <p:regular r:id="rId18"/>
    </p:embeddedFont>
    <p:embeddedFont>
      <p:font typeface="신세계 SemiBold" panose="02000300000000000000" pitchFamily="50" charset="-127"/>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67" userDrawn="1">
          <p15:clr>
            <a:srgbClr val="A4A3A4"/>
          </p15:clr>
        </p15:guide>
        <p15:guide id="2" pos="3240" userDrawn="1">
          <p15:clr>
            <a:srgbClr val="A4A3A4"/>
          </p15:clr>
        </p15:guide>
        <p15:guide id="3" orient="horz" pos="1723" userDrawn="1">
          <p15:clr>
            <a:srgbClr val="A4A3A4"/>
          </p15:clr>
        </p15:guide>
        <p15:guide id="4" pos="655" userDrawn="1">
          <p15:clr>
            <a:srgbClr val="A4A3A4"/>
          </p15:clr>
        </p15:guide>
        <p15:guide id="5" pos="5825" userDrawn="1">
          <p15:clr>
            <a:srgbClr val="A4A3A4"/>
          </p15:clr>
        </p15:guide>
        <p15:guide id="6" orient="horz" pos="85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98BD"/>
    <a:srgbClr val="555555"/>
    <a:srgbClr val="CCCCCC"/>
    <a:srgbClr val="A5D4E4"/>
    <a:srgbClr val="FBFDFE"/>
    <a:srgbClr val="D37249"/>
    <a:srgbClr val="76BE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3" autoAdjust="0"/>
    <p:restoredTop sz="94610"/>
  </p:normalViewPr>
  <p:slideViewPr>
    <p:cSldViewPr snapToGrid="0" snapToObjects="1">
      <p:cViewPr varScale="1">
        <p:scale>
          <a:sx n="43" d="100"/>
          <a:sy n="43" d="100"/>
        </p:scale>
        <p:origin x="2383" y="34"/>
      </p:cViewPr>
      <p:guideLst>
        <p:guide orient="horz" pos="567"/>
        <p:guide pos="3240"/>
        <p:guide orient="horz" pos="1723"/>
        <p:guide pos="655"/>
        <p:guide pos="5825"/>
        <p:guide orient="horz" pos="8505"/>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275992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1585" tIns="30792" rIns="61585" bIns="30792"/>
          <a:lstStyle/>
          <a:p>
            <a:endParaRPr lang="en-US" dirty="0"/>
          </a:p>
        </p:txBody>
      </p:sp>
      <p:sp>
        <p:nvSpPr>
          <p:cNvPr id="4" name="Slide Number Placeholder 3"/>
          <p:cNvSpPr>
            <a:spLocks noGrp="1"/>
          </p:cNvSpPr>
          <p:nvPr>
            <p:ph type="sldNum" sz="quarter" idx="10"/>
          </p:nvPr>
        </p:nvSpPr>
        <p:spPr/>
        <p:txBody>
          <a:bodyPr lIns="61585" tIns="30792" rIns="61585" bIns="30792"/>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1585" tIns="30792" rIns="61585" bIns="30792"/>
          <a:lstStyle/>
          <a:p>
            <a:endParaRPr lang="en-US" dirty="0"/>
          </a:p>
        </p:txBody>
      </p:sp>
      <p:sp>
        <p:nvSpPr>
          <p:cNvPr id="4" name="Slide Number Placeholder 3"/>
          <p:cNvSpPr>
            <a:spLocks noGrp="1"/>
          </p:cNvSpPr>
          <p:nvPr>
            <p:ph type="sldNum" sz="quarter" idx="10"/>
          </p:nvPr>
        </p:nvSpPr>
        <p:spPr/>
        <p:txBody>
          <a:bodyPr lIns="61585" tIns="30792" rIns="61585" bIns="30792"/>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1585" tIns="30792" rIns="61585" bIns="30792"/>
          <a:lstStyle/>
          <a:p>
            <a:endParaRPr lang="en-US" dirty="0"/>
          </a:p>
        </p:txBody>
      </p:sp>
      <p:sp>
        <p:nvSpPr>
          <p:cNvPr id="4" name="Slide Number Placeholder 3"/>
          <p:cNvSpPr>
            <a:spLocks noGrp="1"/>
          </p:cNvSpPr>
          <p:nvPr>
            <p:ph type="sldNum" sz="quarter" idx="10"/>
          </p:nvPr>
        </p:nvSpPr>
        <p:spPr/>
        <p:txBody>
          <a:bodyPr lIns="61585" tIns="30792" rIns="61585" bIns="30792"/>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1585" tIns="30792" rIns="61585" bIns="30792"/>
          <a:lstStyle/>
          <a:p>
            <a:endParaRPr lang="en-US" dirty="0"/>
          </a:p>
        </p:txBody>
      </p:sp>
      <p:sp>
        <p:nvSpPr>
          <p:cNvPr id="4" name="Slide Number Placeholder 3"/>
          <p:cNvSpPr>
            <a:spLocks noGrp="1"/>
          </p:cNvSpPr>
          <p:nvPr>
            <p:ph type="sldNum" sz="quarter" idx="10"/>
          </p:nvPr>
        </p:nvSpPr>
        <p:spPr/>
        <p:txBody>
          <a:bodyPr lIns="61585" tIns="30792" rIns="61585" bIns="30792"/>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1585" tIns="30792" rIns="61585" bIns="30792"/>
          <a:lstStyle/>
          <a:p>
            <a:endParaRPr lang="en-US" dirty="0"/>
          </a:p>
        </p:txBody>
      </p:sp>
      <p:sp>
        <p:nvSpPr>
          <p:cNvPr id="4" name="Slide Number Placeholder 3"/>
          <p:cNvSpPr>
            <a:spLocks noGrp="1"/>
          </p:cNvSpPr>
          <p:nvPr>
            <p:ph type="sldNum" sz="quarter" idx="10"/>
          </p:nvPr>
        </p:nvSpPr>
        <p:spPr/>
        <p:txBody>
          <a:bodyPr lIns="61585" tIns="30792" rIns="61585" bIns="30792"/>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BA6AF-CD65-F0CC-6117-BD38F39C4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CA506A-BDCB-64C1-2116-B51E7C2F7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C66D73-28D7-FD0B-3F50-0E4CA9F62464}"/>
              </a:ext>
            </a:extLst>
          </p:cNvPr>
          <p:cNvSpPr>
            <a:spLocks noGrp="1"/>
          </p:cNvSpPr>
          <p:nvPr>
            <p:ph type="body" idx="1"/>
          </p:nvPr>
        </p:nvSpPr>
        <p:spPr/>
        <p:txBody>
          <a:bodyPr lIns="61585" tIns="30792" rIns="61585" bIns="30792"/>
          <a:lstStyle/>
          <a:p>
            <a:endParaRPr lang="en-US" dirty="0"/>
          </a:p>
        </p:txBody>
      </p:sp>
      <p:sp>
        <p:nvSpPr>
          <p:cNvPr id="4" name="Slide Number Placeholder 3">
            <a:extLst>
              <a:ext uri="{FF2B5EF4-FFF2-40B4-BE49-F238E27FC236}">
                <a16:creationId xmlns:a16="http://schemas.microsoft.com/office/drawing/2014/main" id="{7A844DFC-52AC-A0A3-4008-572D54F8E04B}"/>
              </a:ext>
            </a:extLst>
          </p:cNvPr>
          <p:cNvSpPr>
            <a:spLocks noGrp="1"/>
          </p:cNvSpPr>
          <p:nvPr>
            <p:ph type="sldNum" sz="quarter" idx="10"/>
          </p:nvPr>
        </p:nvSpPr>
        <p:spPr/>
        <p:txBody>
          <a:bodyPr lIns="61585" tIns="30792" rIns="61585" bIns="30792"/>
          <a:lstStyle/>
          <a:p>
            <a:fld id="{F7021451-1387-4CA6-816F-3879F97B5CBC}" type="slidenum">
              <a:rPr lang="en-US"/>
              <a:t>6</a:t>
            </a:fld>
            <a:endParaRPr lang="en-US"/>
          </a:p>
        </p:txBody>
      </p:sp>
    </p:spTree>
    <p:extLst>
      <p:ext uri="{BB962C8B-B14F-4D97-AF65-F5344CB8AC3E}">
        <p14:creationId xmlns:p14="http://schemas.microsoft.com/office/powerpoint/2010/main" val="1632294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1585" tIns="30792" rIns="61585" bIns="30792"/>
          <a:lstStyle/>
          <a:p>
            <a:endParaRPr lang="en-US" dirty="0"/>
          </a:p>
        </p:txBody>
      </p:sp>
      <p:sp>
        <p:nvSpPr>
          <p:cNvPr id="4" name="Slide Number Placeholder 3"/>
          <p:cNvSpPr>
            <a:spLocks noGrp="1"/>
          </p:cNvSpPr>
          <p:nvPr>
            <p:ph type="sldNum" sz="quarter" idx="10"/>
          </p:nvPr>
        </p:nvSpPr>
        <p:spPr/>
        <p:txBody>
          <a:bodyPr lIns="61585" tIns="30792" rIns="61585" bIns="30792"/>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1585" tIns="30792" rIns="61585" bIns="30792"/>
          <a:lstStyle/>
          <a:p>
            <a:endParaRPr lang="en-US" dirty="0"/>
          </a:p>
        </p:txBody>
      </p:sp>
      <p:sp>
        <p:nvSpPr>
          <p:cNvPr id="4" name="Slide Number Placeholder 3"/>
          <p:cNvSpPr>
            <a:spLocks noGrp="1"/>
          </p:cNvSpPr>
          <p:nvPr>
            <p:ph type="sldNum" sz="quarter" idx="10"/>
          </p:nvPr>
        </p:nvSpPr>
        <p:spPr/>
        <p:txBody>
          <a:bodyPr lIns="61585" tIns="30792" rIns="61585" bIns="30792"/>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1585" tIns="30792" rIns="61585" bIns="30792"/>
          <a:lstStyle/>
          <a:p>
            <a:endParaRPr lang="en-US" dirty="0"/>
          </a:p>
        </p:txBody>
      </p:sp>
      <p:sp>
        <p:nvSpPr>
          <p:cNvPr id="4" name="Slide Number Placeholder 3"/>
          <p:cNvSpPr>
            <a:spLocks noGrp="1"/>
          </p:cNvSpPr>
          <p:nvPr>
            <p:ph type="sldNum" sz="quarter" idx="10"/>
          </p:nvPr>
        </p:nvSpPr>
        <p:spPr/>
        <p:txBody>
          <a:bodyPr lIns="61585" tIns="30792" rIns="61585" bIns="30792"/>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1585" tIns="30792" rIns="61585" bIns="30792"/>
          <a:lstStyle/>
          <a:p>
            <a:endParaRPr lang="en-US" dirty="0"/>
          </a:p>
        </p:txBody>
      </p:sp>
      <p:sp>
        <p:nvSpPr>
          <p:cNvPr id="4" name="Slide Number Placeholder 3"/>
          <p:cNvSpPr>
            <a:spLocks noGrp="1"/>
          </p:cNvSpPr>
          <p:nvPr>
            <p:ph type="sldNum" sz="quarter" idx="10"/>
          </p:nvPr>
        </p:nvSpPr>
        <p:spPr/>
        <p:txBody>
          <a:bodyPr lIns="61585" tIns="30792" rIns="61585" bIns="30792"/>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1585" tIns="30792" rIns="61585" bIns="30792"/>
          <a:lstStyle/>
          <a:p>
            <a:endParaRPr lang="en-US" dirty="0"/>
          </a:p>
        </p:txBody>
      </p:sp>
      <p:sp>
        <p:nvSpPr>
          <p:cNvPr id="4" name="Slide Number Placeholder 3"/>
          <p:cNvSpPr>
            <a:spLocks noGrp="1"/>
          </p:cNvSpPr>
          <p:nvPr>
            <p:ph type="sldNum" sz="quarter" idx="10"/>
          </p:nvPr>
        </p:nvSpPr>
        <p:spPr/>
        <p:txBody>
          <a:bodyPr lIns="61585" tIns="30792" rIns="61585" bIns="30792"/>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61585" tIns="30792" rIns="61585" bIns="30792"/>
          <a:lstStyle/>
          <a:p>
            <a:endParaRPr lang="en-US" dirty="0"/>
          </a:p>
        </p:txBody>
      </p:sp>
      <p:sp>
        <p:nvSpPr>
          <p:cNvPr id="4" name="Slide Number Placeholder 3"/>
          <p:cNvSpPr>
            <a:spLocks noGrp="1"/>
          </p:cNvSpPr>
          <p:nvPr>
            <p:ph type="sldNum" sz="quarter" idx="10"/>
          </p:nvPr>
        </p:nvSpPr>
        <p:spPr/>
        <p:txBody>
          <a:bodyPr lIns="61585" tIns="30792" rIns="61585" bIns="30792"/>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B2E9E5E3-D0DA-8EEA-ADDE-A19F273AD965}"/>
              </a:ext>
            </a:extLst>
          </p:cNvPr>
          <p:cNvPicPr>
            <a:picLocks noChangeAspect="1"/>
          </p:cNvPicPr>
          <p:nvPr userDrawn="1"/>
        </p:nvPicPr>
        <p:blipFill>
          <a:blip r:embed="rId3"/>
          <a:stretch>
            <a:fillRect/>
          </a:stretch>
        </p:blipFill>
        <p:spPr>
          <a:xfrm>
            <a:off x="0" y="-2367"/>
            <a:ext cx="10285326" cy="1454704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jpg"/><Relationship Id="rId7"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jpg"/><Relationship Id="rId10" Type="http://schemas.openxmlformats.org/officeDocument/2006/relationships/image" Target="../media/image9.jpg"/><Relationship Id="rId4" Type="http://schemas.openxmlformats.org/officeDocument/2006/relationships/image" Target="../media/image3.jpg"/><Relationship Id="rId9" Type="http://schemas.openxmlformats.org/officeDocument/2006/relationships/image" Target="../media/image8.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9.jpg"/><Relationship Id="rId13" Type="http://schemas.openxmlformats.org/officeDocument/2006/relationships/image" Target="../media/image24.jpg"/><Relationship Id="rId18" Type="http://schemas.openxmlformats.org/officeDocument/2006/relationships/image" Target="../media/image29.jpg"/><Relationship Id="rId3" Type="http://schemas.openxmlformats.org/officeDocument/2006/relationships/image" Target="../media/image14.jpg"/><Relationship Id="rId7" Type="http://schemas.openxmlformats.org/officeDocument/2006/relationships/image" Target="../media/image18.jpg"/><Relationship Id="rId12" Type="http://schemas.openxmlformats.org/officeDocument/2006/relationships/image" Target="../media/image23.jpg"/><Relationship Id="rId17" Type="http://schemas.openxmlformats.org/officeDocument/2006/relationships/image" Target="../media/image28.jpg"/><Relationship Id="rId2" Type="http://schemas.openxmlformats.org/officeDocument/2006/relationships/notesSlide" Target="../notesSlides/notesSlide9.xml"/><Relationship Id="rId16" Type="http://schemas.openxmlformats.org/officeDocument/2006/relationships/image" Target="../media/image27.jpg"/><Relationship Id="rId1" Type="http://schemas.openxmlformats.org/officeDocument/2006/relationships/slideLayout" Target="../slideLayouts/slideLayout1.xml"/><Relationship Id="rId6" Type="http://schemas.openxmlformats.org/officeDocument/2006/relationships/image" Target="../media/image17.jpg"/><Relationship Id="rId11" Type="http://schemas.openxmlformats.org/officeDocument/2006/relationships/image" Target="../media/image22.jpg"/><Relationship Id="rId5" Type="http://schemas.openxmlformats.org/officeDocument/2006/relationships/image" Target="../media/image16.jpg"/><Relationship Id="rId15" Type="http://schemas.openxmlformats.org/officeDocument/2006/relationships/image" Target="../media/image26.jpg"/><Relationship Id="rId10" Type="http://schemas.openxmlformats.org/officeDocument/2006/relationships/image" Target="../media/image21.jpg"/><Relationship Id="rId4" Type="http://schemas.openxmlformats.org/officeDocument/2006/relationships/image" Target="../media/image15.jpg"/><Relationship Id="rId9" Type="http://schemas.openxmlformats.org/officeDocument/2006/relationships/image" Target="../media/image20.jpg"/><Relationship Id="rId14" Type="http://schemas.openxmlformats.org/officeDocument/2006/relationships/image" Target="../media/image25.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6" name="Text 3"/>
          <p:cNvSpPr/>
          <p:nvPr/>
        </p:nvSpPr>
        <p:spPr>
          <a:xfrm>
            <a:off x="-514350" y="853663"/>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SIGNATURE LINE</a:t>
            </a:r>
            <a:endParaRPr lang="en-US" sz="1050" dirty="0">
              <a:latin typeface="신세계 Regular" panose="02000300000000000000" pitchFamily="50" charset="-127"/>
              <a:ea typeface="신세계 Regular" panose="02000300000000000000" pitchFamily="50" charset="-127"/>
            </a:endParaRPr>
          </a:p>
        </p:txBody>
      </p:sp>
      <p:sp>
        <p:nvSpPr>
          <p:cNvPr id="7" name="Text 4"/>
          <p:cNvSpPr/>
          <p:nvPr/>
        </p:nvSpPr>
        <p:spPr>
          <a:xfrm>
            <a:off x="-514350" y="1055006"/>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2846" b="1" kern="0" spc="-63" dirty="0">
                <a:solidFill>
                  <a:srgbClr val="2498BD"/>
                </a:solidFill>
                <a:latin typeface="Noto Serif JP SemiBold"/>
                <a:ea typeface="Noto Serif JP SemiBold"/>
                <a:cs typeface="Sinsegye" pitchFamily="34" charset="-120"/>
              </a:rPr>
              <a:t>シグネチャー施術</a:t>
            </a:r>
            <a:endParaRPr lang="en-US" sz="3150" dirty="0">
              <a:latin typeface="신세계 Regular" panose="02000300000000000000" pitchFamily="50" charset="-127"/>
              <a:ea typeface="신세계 Regular" panose="02000300000000000000" pitchFamily="50" charset="-127"/>
            </a:endParaRPr>
          </a:p>
        </p:txBody>
      </p:sp>
      <p:sp>
        <p:nvSpPr>
          <p:cNvPr id="8" name="Text 5"/>
          <p:cNvSpPr/>
          <p:nvPr/>
        </p:nvSpPr>
        <p:spPr>
          <a:xfrm>
            <a:off x="-514350" y="1528492"/>
            <a:ext cx="11315700" cy="276225"/>
          </a:xfrm>
          <a:prstGeom prst="rect">
            <a:avLst/>
          </a:prstGeom>
          <a:noFill/>
          <a:ln/>
        </p:spPr>
        <p:txBody>
          <a:bodyPr wrap="square" lIns="25400" tIns="25400" rIns="25400" bIns="25400" rtlCol="0" anchor="t">
            <a:normAutofit/>
          </a:bodyPr>
          <a:lstStyle/>
          <a:p>
            <a:pPr marL="0" indent="0" algn="ctr">
              <a:buNone/>
            </a:pPr>
            <a:r>
              <a:rPr lang="ja-JP" sz="1190" dirty="0">
                <a:solidFill>
                  <a:srgbClr val="6E6E6E"/>
                </a:solidFill>
                <a:latin typeface="Noto Serif JP SemiBold"/>
                <a:ea typeface="Noto Serif JP SemiBold"/>
                <a:cs typeface="Arial" pitchFamily="34" charset="-120"/>
              </a:rPr>
              <a:t>セラミークだけのレシピで完成したシグネチャーケア</a:t>
            </a:r>
            <a:endParaRPr lang="en-US" sz="1275" dirty="0">
              <a:latin typeface="신세계 Regular" panose="02000300000000000000" pitchFamily="50" charset="-127"/>
              <a:ea typeface="신세계 Regular" panose="02000300000000000000" pitchFamily="50" charset="-127"/>
            </a:endParaRPr>
          </a:p>
        </p:txBody>
      </p:sp>
      <p:sp>
        <p:nvSpPr>
          <p:cNvPr id="99" name="Text 96"/>
          <p:cNvSpPr/>
          <p:nvPr/>
        </p:nvSpPr>
        <p:spPr>
          <a:xfrm>
            <a:off x="529167" y="13503293"/>
            <a:ext cx="9237133" cy="187694"/>
          </a:xfrm>
          <a:prstGeom prst="rect">
            <a:avLst/>
          </a:prstGeom>
          <a:noFill/>
          <a:ln/>
        </p:spPr>
        <p:txBody>
          <a:bodyPr wrap="square" lIns="25400" tIns="25400" rIns="514800" bIns="25400" rtlCol="0" anchor="t">
            <a:normAutofit fontScale="92500" lnSpcReduction="10000"/>
          </a:bodyPr>
          <a:lstStyle/>
          <a:p>
            <a:pPr marL="0" indent="0" algn="r">
              <a:buNone/>
            </a:pPr>
            <a:r>
              <a:rPr lang="ja-JP" sz="906" dirty="0">
                <a:solidFill>
                  <a:srgbClr val="6E6E6E"/>
                </a:solidFill>
                <a:latin typeface="Noto Serif JP SemiBold"/>
                <a:ea typeface="Noto Serif JP SemiBold"/>
                <a:cs typeface="GC 16 Mono" pitchFamily="34" charset="-120"/>
              </a:rPr>
              <a:t>* 税別価格（10％）</a:t>
            </a:r>
            <a:endParaRPr lang="en-US" sz="1013" dirty="0">
              <a:latin typeface="신세계 Regular" panose="02000300000000000000" pitchFamily="50" charset="-127"/>
              <a:ea typeface="신세계 Regular" panose="02000300000000000000" pitchFamily="50" charset="-127"/>
            </a:endParaRPr>
          </a:p>
        </p:txBody>
      </p:sp>
      <p:grpSp>
        <p:nvGrpSpPr>
          <p:cNvPr id="363" name="그룹 362">
            <a:extLst>
              <a:ext uri="{FF2B5EF4-FFF2-40B4-BE49-F238E27FC236}">
                <a16:creationId xmlns:a16="http://schemas.microsoft.com/office/drawing/2014/main" id="{2EB6DBDC-AF6D-DD99-CC7F-22E715E52120}"/>
              </a:ext>
            </a:extLst>
          </p:cNvPr>
          <p:cNvGrpSpPr/>
          <p:nvPr/>
        </p:nvGrpSpPr>
        <p:grpSpPr>
          <a:xfrm>
            <a:off x="930580" y="3710076"/>
            <a:ext cx="8316077" cy="1114967"/>
            <a:chOff x="930580" y="3710076"/>
            <a:chExt cx="8316077" cy="1114967"/>
          </a:xfrm>
        </p:grpSpPr>
        <p:sp>
          <p:nvSpPr>
            <p:cNvPr id="290" name="TextBox 289">
              <a:extLst>
                <a:ext uri="{FF2B5EF4-FFF2-40B4-BE49-F238E27FC236}">
                  <a16:creationId xmlns:a16="http://schemas.microsoft.com/office/drawing/2014/main" id="{E8AB2046-1A0E-F6CF-E68A-F16F1E1F2498}"/>
                </a:ext>
              </a:extLst>
            </p:cNvPr>
            <p:cNvSpPr txBox="1"/>
            <p:nvPr/>
          </p:nvSpPr>
          <p:spPr>
            <a:xfrm>
              <a:off x="930580" y="3710076"/>
              <a:ext cx="1000301"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KK注射</a:t>
              </a:r>
            </a:p>
          </p:txBody>
        </p:sp>
        <p:grpSp>
          <p:nvGrpSpPr>
            <p:cNvPr id="362" name="그룹 361">
              <a:extLst>
                <a:ext uri="{FF2B5EF4-FFF2-40B4-BE49-F238E27FC236}">
                  <a16:creationId xmlns:a16="http://schemas.microsoft.com/office/drawing/2014/main" id="{9354147A-C97C-B641-29AC-0EDC72D20641}"/>
                </a:ext>
              </a:extLst>
            </p:cNvPr>
            <p:cNvGrpSpPr/>
            <p:nvPr/>
          </p:nvGrpSpPr>
          <p:grpSpPr>
            <a:xfrm>
              <a:off x="1041515" y="4036831"/>
              <a:ext cx="8205142" cy="788212"/>
              <a:chOff x="1041515" y="4036831"/>
              <a:chExt cx="8205142" cy="788212"/>
            </a:xfrm>
          </p:grpSpPr>
          <p:grpSp>
            <p:nvGrpSpPr>
              <p:cNvPr id="359" name="그룹 358">
                <a:extLst>
                  <a:ext uri="{FF2B5EF4-FFF2-40B4-BE49-F238E27FC236}">
                    <a16:creationId xmlns:a16="http://schemas.microsoft.com/office/drawing/2014/main" id="{C5C254C2-0D5F-FC28-9CCB-386269DA498A}"/>
                  </a:ext>
                </a:extLst>
              </p:cNvPr>
              <p:cNvGrpSpPr/>
              <p:nvPr/>
            </p:nvGrpSpPr>
            <p:grpSpPr>
              <a:xfrm>
                <a:off x="1041515" y="4036831"/>
                <a:ext cx="8205142" cy="788212"/>
                <a:chOff x="1041515" y="4036831"/>
                <a:chExt cx="8205142" cy="788212"/>
              </a:xfrm>
            </p:grpSpPr>
            <p:sp>
              <p:nvSpPr>
                <p:cNvPr id="296" name="Shape 7">
                  <a:extLst>
                    <a:ext uri="{FF2B5EF4-FFF2-40B4-BE49-F238E27FC236}">
                      <a16:creationId xmlns:a16="http://schemas.microsoft.com/office/drawing/2014/main" id="{469FBFE5-A2B6-EB93-8A48-F19F754DC677}"/>
                    </a:ext>
                  </a:extLst>
                </p:cNvPr>
                <p:cNvSpPr/>
                <p:nvPr/>
              </p:nvSpPr>
              <p:spPr>
                <a:xfrm>
                  <a:off x="1041515" y="4036831"/>
                  <a:ext cx="8205142" cy="13607"/>
                </a:xfrm>
                <a:prstGeom prst="rect">
                  <a:avLst/>
                </a:prstGeom>
                <a:solidFill>
                  <a:srgbClr val="2498BD"/>
                </a:solidFill>
                <a:ln/>
              </p:spPr>
            </p:sp>
            <p:sp>
              <p:nvSpPr>
                <p:cNvPr id="297" name="Shape 7">
                  <a:extLst>
                    <a:ext uri="{FF2B5EF4-FFF2-40B4-BE49-F238E27FC236}">
                      <a16:creationId xmlns:a16="http://schemas.microsoft.com/office/drawing/2014/main" id="{5BACF9CA-20F3-5713-3416-70974C26E959}"/>
                    </a:ext>
                  </a:extLst>
                </p:cNvPr>
                <p:cNvSpPr/>
                <p:nvPr/>
              </p:nvSpPr>
              <p:spPr>
                <a:xfrm>
                  <a:off x="1041515" y="4424592"/>
                  <a:ext cx="8205142" cy="13607"/>
                </a:xfrm>
                <a:prstGeom prst="rect">
                  <a:avLst/>
                </a:prstGeom>
                <a:solidFill>
                  <a:srgbClr val="CCCCCC"/>
                </a:solidFill>
                <a:ln/>
              </p:spPr>
            </p:sp>
            <p:sp>
              <p:nvSpPr>
                <p:cNvPr id="303" name="Shape 7">
                  <a:extLst>
                    <a:ext uri="{FF2B5EF4-FFF2-40B4-BE49-F238E27FC236}">
                      <a16:creationId xmlns:a16="http://schemas.microsoft.com/office/drawing/2014/main" id="{6F0897AD-A49F-DAE3-DB1F-F29F0824F60A}"/>
                    </a:ext>
                  </a:extLst>
                </p:cNvPr>
                <p:cNvSpPr/>
                <p:nvPr/>
              </p:nvSpPr>
              <p:spPr>
                <a:xfrm>
                  <a:off x="1041515" y="4811436"/>
                  <a:ext cx="8205142" cy="13607"/>
                </a:xfrm>
                <a:prstGeom prst="rect">
                  <a:avLst/>
                </a:prstGeom>
                <a:solidFill>
                  <a:srgbClr val="CCCCCC"/>
                </a:solidFill>
                <a:ln/>
              </p:spPr>
            </p:sp>
          </p:grpSp>
          <p:grpSp>
            <p:nvGrpSpPr>
              <p:cNvPr id="360" name="그룹 359">
                <a:extLst>
                  <a:ext uri="{FF2B5EF4-FFF2-40B4-BE49-F238E27FC236}">
                    <a16:creationId xmlns:a16="http://schemas.microsoft.com/office/drawing/2014/main" id="{E073F10A-DAC3-3514-F5D0-312A3D66682D}"/>
                  </a:ext>
                </a:extLst>
              </p:cNvPr>
              <p:cNvGrpSpPr/>
              <p:nvPr/>
            </p:nvGrpSpPr>
            <p:grpSpPr>
              <a:xfrm>
                <a:off x="1044691" y="4047496"/>
                <a:ext cx="8201966" cy="375481"/>
                <a:chOff x="1044691" y="4047496"/>
                <a:chExt cx="8201966" cy="375481"/>
              </a:xfrm>
            </p:grpSpPr>
            <p:sp>
              <p:nvSpPr>
                <p:cNvPr id="293" name="Text 11">
                  <a:extLst>
                    <a:ext uri="{FF2B5EF4-FFF2-40B4-BE49-F238E27FC236}">
                      <a16:creationId xmlns:a16="http://schemas.microsoft.com/office/drawing/2014/main" id="{C1B91523-7C5E-7560-596F-215C7A208FF6}"/>
                    </a:ext>
                  </a:extLst>
                </p:cNvPr>
                <p:cNvSpPr/>
                <p:nvPr/>
              </p:nvSpPr>
              <p:spPr>
                <a:xfrm>
                  <a:off x="1044691" y="4047496"/>
                  <a:ext cx="6681960" cy="375481"/>
                </a:xfrm>
                <a:prstGeom prst="rect">
                  <a:avLst/>
                </a:prstGeom>
                <a:noFill/>
                <a:ln/>
              </p:spPr>
              <p:txBody>
                <a:bodyPr wrap="none" lIns="72000" tIns="0" rIns="72000" bIns="0" rtlCol="0" anchor="ctr" anchorCtr="0">
                  <a:normAutofit/>
                </a:bodyPr>
                <a:lstStyle/>
                <a:p>
                  <a:r>
                    <a:rPr lang="ja-JP" sz="1260" dirty="0">
                      <a:solidFill>
                        <a:srgbClr val="555555"/>
                      </a:solidFill>
                      <a:latin typeface="Noto Serif JP SemiBold"/>
                      <a:ea typeface="Noto Serif JP SemiBold"/>
                      <a:cs typeface="Arial" pitchFamily="34" charset="-120"/>
                    </a:rPr>
                    <a:t xml:space="preserve">KK注射  </a:t>
                  </a:r>
                  <a:r>
                    <a:rPr lang="ja-JP" sz="900" dirty="0">
                      <a:solidFill>
                        <a:srgbClr val="555555"/>
                      </a:solidFill>
                      <a:latin typeface="Noto Serif JP SemiBold"/>
                      <a:ea typeface="Noto Serif JP SemiBold"/>
                      <a:cs typeface="Arial" pitchFamily="34" charset="-120"/>
                    </a:rPr>
                    <a:t>自己細胞とコラーゲンによるセラミーク独自レシピのプレミアムスキンブースター — ラジュニス幹細胞・セルコア</a:t>
                  </a:r>
                  <a:endParaRPr lang="ko-KR" altLang="en-US" sz="1000" dirty="0">
                    <a:solidFill>
                      <a:srgbClr val="555555"/>
                    </a:solidFill>
                    <a:latin typeface="신세계 Regular" panose="02000300000000000000" pitchFamily="50" charset="-127"/>
                    <a:ea typeface="신세계 Regular" panose="02000300000000000000" pitchFamily="50" charset="-127"/>
                    <a:cs typeface="Arial" pitchFamily="34" charset="-120"/>
                  </a:endParaRPr>
                </a:p>
              </p:txBody>
            </p:sp>
            <p:sp>
              <p:nvSpPr>
                <p:cNvPr id="295" name="Text 15">
                  <a:extLst>
                    <a:ext uri="{FF2B5EF4-FFF2-40B4-BE49-F238E27FC236}">
                      <a16:creationId xmlns:a16="http://schemas.microsoft.com/office/drawing/2014/main" id="{53CB26D6-0910-834B-6F4A-D6BE13977286}"/>
                    </a:ext>
                  </a:extLst>
                </p:cNvPr>
                <p:cNvSpPr/>
                <p:nvPr/>
              </p:nvSpPr>
              <p:spPr>
                <a:xfrm>
                  <a:off x="7069424" y="4048967"/>
                  <a:ext cx="2265448" cy="372539"/>
                </a:xfrm>
                <a:prstGeom prst="rect">
                  <a:avLst/>
                </a:prstGeom>
                <a:noFill/>
                <a:ln/>
              </p:spPr>
              <p:txBody>
                <a:bodyPr wrap="none" lIns="72000" tIns="0" rIns="72000" bIns="0" rtlCol="0" anchor="ctr" anchorCtr="0">
                  <a:noAutofit/>
                </a:bodyPr>
                <a:lstStyle/>
                <a:p>
                  <a:pPr algn="r"/>
                  <a:r>
                    <a:rPr lang="ja-JP" sz="1128" dirty="0">
                      <a:solidFill>
                        <a:srgbClr val="2498BD"/>
                      </a:solidFill>
                      <a:latin typeface="Noto Serif JP SemiBold"/>
                      <a:ea typeface="Noto Serif JP SemiBold"/>
                      <a:cs typeface="GC 16 Mono" pitchFamily="34" charset="-120"/>
                    </a:rPr>
                    <a:t>1キット</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3,850,000</a:t>
                  </a:r>
                </a:p>
              </p:txBody>
            </p:sp>
          </p:grpSp>
          <p:grpSp>
            <p:nvGrpSpPr>
              <p:cNvPr id="361" name="그룹 360">
                <a:extLst>
                  <a:ext uri="{FF2B5EF4-FFF2-40B4-BE49-F238E27FC236}">
                    <a16:creationId xmlns:a16="http://schemas.microsoft.com/office/drawing/2014/main" id="{2BE7EB5D-B5FA-EC08-2ECD-0453A8E6383C}"/>
                  </a:ext>
                </a:extLst>
              </p:cNvPr>
              <p:cNvGrpSpPr/>
              <p:nvPr/>
            </p:nvGrpSpPr>
            <p:grpSpPr>
              <a:xfrm>
                <a:off x="1044691" y="4434340"/>
                <a:ext cx="8201966" cy="375481"/>
                <a:chOff x="1044691" y="4434340"/>
                <a:chExt cx="8201966" cy="375481"/>
              </a:xfrm>
            </p:grpSpPr>
            <p:sp>
              <p:nvSpPr>
                <p:cNvPr id="299" name="Text 11">
                  <a:extLst>
                    <a:ext uri="{FF2B5EF4-FFF2-40B4-BE49-F238E27FC236}">
                      <a16:creationId xmlns:a16="http://schemas.microsoft.com/office/drawing/2014/main" id="{493BF336-4031-7185-D8CA-35E1D99C9F3B}"/>
                    </a:ext>
                  </a:extLst>
                </p:cNvPr>
                <p:cNvSpPr/>
                <p:nvPr/>
              </p:nvSpPr>
              <p:spPr>
                <a:xfrm>
                  <a:off x="1044691" y="4434340"/>
                  <a:ext cx="5660909" cy="375481"/>
                </a:xfrm>
                <a:prstGeom prst="rect">
                  <a:avLst/>
                </a:prstGeom>
                <a:noFill/>
                <a:ln/>
              </p:spPr>
              <p:txBody>
                <a:bodyPr wrap="none" lIns="72000" tIns="0" rIns="72000" bIns="0" rtlCol="0" anchor="ctr" anchorCtr="0">
                  <a:normAutofit/>
                </a:bodyPr>
                <a:lstStyle/>
                <a:p>
                  <a:pPr marL="0" indent="0" algn="l">
                    <a:buNone/>
                  </a:pPr>
                  <a:r>
                    <a:rPr lang="ja-JP" sz="1400" dirty="0">
                      <a:solidFill>
                        <a:srgbClr val="555555"/>
                      </a:solidFill>
                      <a:latin typeface="Noto Serif JP SemiBold"/>
                      <a:ea typeface="Noto Serif JP SemiBold"/>
                      <a:cs typeface="Arial" pitchFamily="34" charset="-120"/>
                    </a:rPr>
                    <a:t>プレミアムKK注射</a:t>
                  </a:r>
                </a:p>
              </p:txBody>
            </p:sp>
            <p:sp>
              <p:nvSpPr>
                <p:cNvPr id="301" name="Text 15">
                  <a:extLst>
                    <a:ext uri="{FF2B5EF4-FFF2-40B4-BE49-F238E27FC236}">
                      <a16:creationId xmlns:a16="http://schemas.microsoft.com/office/drawing/2014/main" id="{2676FD81-AC82-4D78-9E33-4EB2CB030F09}"/>
                    </a:ext>
                  </a:extLst>
                </p:cNvPr>
                <p:cNvSpPr/>
                <p:nvPr/>
              </p:nvSpPr>
              <p:spPr>
                <a:xfrm>
                  <a:off x="7069424" y="4435811"/>
                  <a:ext cx="2265448" cy="372539"/>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3キット</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4,500,000</a:t>
                  </a:r>
                </a:p>
              </p:txBody>
            </p:sp>
          </p:grpSp>
        </p:grpSp>
      </p:grpSp>
      <p:grpSp>
        <p:nvGrpSpPr>
          <p:cNvPr id="377" name="그룹 376">
            <a:extLst>
              <a:ext uri="{FF2B5EF4-FFF2-40B4-BE49-F238E27FC236}">
                <a16:creationId xmlns:a16="http://schemas.microsoft.com/office/drawing/2014/main" id="{85FC64BF-48F9-A02B-E08A-1A6978836CD4}"/>
              </a:ext>
            </a:extLst>
          </p:cNvPr>
          <p:cNvGrpSpPr/>
          <p:nvPr/>
        </p:nvGrpSpPr>
        <p:grpSpPr>
          <a:xfrm>
            <a:off x="930580" y="8057148"/>
            <a:ext cx="8316077" cy="1681246"/>
            <a:chOff x="930580" y="8057148"/>
            <a:chExt cx="8316077" cy="1681246"/>
          </a:xfrm>
        </p:grpSpPr>
        <p:sp>
          <p:nvSpPr>
            <p:cNvPr id="338" name="TextBox 337">
              <a:extLst>
                <a:ext uri="{FF2B5EF4-FFF2-40B4-BE49-F238E27FC236}">
                  <a16:creationId xmlns:a16="http://schemas.microsoft.com/office/drawing/2014/main" id="{6DDC3603-F8A0-3B3A-2F81-DD508C818502}"/>
                </a:ext>
              </a:extLst>
            </p:cNvPr>
            <p:cNvSpPr txBox="1"/>
            <p:nvPr/>
          </p:nvSpPr>
          <p:spPr>
            <a:xfrm>
              <a:off x="930580" y="8057148"/>
              <a:ext cx="2694969"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肌質改善プログラム</a:t>
              </a:r>
            </a:p>
          </p:txBody>
        </p:sp>
        <p:sp>
          <p:nvSpPr>
            <p:cNvPr id="339" name="Text 9">
              <a:extLst>
                <a:ext uri="{FF2B5EF4-FFF2-40B4-BE49-F238E27FC236}">
                  <a16:creationId xmlns:a16="http://schemas.microsoft.com/office/drawing/2014/main" id="{61075F70-EA29-2621-EB7D-1E09005AF291}"/>
                </a:ext>
              </a:extLst>
            </p:cNvPr>
            <p:cNvSpPr/>
            <p:nvPr/>
          </p:nvSpPr>
          <p:spPr>
            <a:xfrm>
              <a:off x="6051542" y="8117613"/>
              <a:ext cx="3195115" cy="248402"/>
            </a:xfrm>
            <a:prstGeom prst="rect">
              <a:avLst/>
            </a:prstGeom>
            <a:noFill/>
            <a:ln/>
          </p:spPr>
          <p:txBody>
            <a:bodyPr wrap="none" lIns="108000" tIns="46800" rIns="0" bIns="46800" rtlCol="0" anchor="ctr" anchorCtr="0">
              <a:spAutoFit/>
            </a:bodyPr>
            <a:lstStyle/>
            <a:p>
              <a:pPr marL="0" indent="0" algn="r">
                <a:buNone/>
              </a:pPr>
              <a:r>
                <a:rPr lang="ja-JP" sz="1000" dirty="0">
                  <a:solidFill>
                    <a:srgbClr val="2498BD"/>
                  </a:solidFill>
                  <a:latin typeface="Noto Serif JP SemiBold"/>
                  <a:ea typeface="Noto Serif JP SemiBold"/>
                  <a:cs typeface="Arial" pitchFamily="34" charset="-120"/>
                </a:rPr>
                <a:t>毛穴/ニキビ痕/トラブル 1:1オーダーメイドデザイン</a:t>
              </a:r>
            </a:p>
          </p:txBody>
        </p:sp>
        <p:grpSp>
          <p:nvGrpSpPr>
            <p:cNvPr id="376" name="그룹 375">
              <a:extLst>
                <a:ext uri="{FF2B5EF4-FFF2-40B4-BE49-F238E27FC236}">
                  <a16:creationId xmlns:a16="http://schemas.microsoft.com/office/drawing/2014/main" id="{18EE62A7-2B7D-EF42-63C3-0A40657F2284}"/>
                </a:ext>
              </a:extLst>
            </p:cNvPr>
            <p:cNvGrpSpPr/>
            <p:nvPr/>
          </p:nvGrpSpPr>
          <p:grpSpPr>
            <a:xfrm>
              <a:off x="1041515" y="8383903"/>
              <a:ext cx="8205142" cy="1354491"/>
              <a:chOff x="1041515" y="8383903"/>
              <a:chExt cx="8205142" cy="1354491"/>
            </a:xfrm>
          </p:grpSpPr>
          <p:grpSp>
            <p:nvGrpSpPr>
              <p:cNvPr id="353" name="그룹 352">
                <a:extLst>
                  <a:ext uri="{FF2B5EF4-FFF2-40B4-BE49-F238E27FC236}">
                    <a16:creationId xmlns:a16="http://schemas.microsoft.com/office/drawing/2014/main" id="{7142CABF-3EA8-54F6-2218-CF4370962128}"/>
                  </a:ext>
                </a:extLst>
              </p:cNvPr>
              <p:cNvGrpSpPr/>
              <p:nvPr/>
            </p:nvGrpSpPr>
            <p:grpSpPr>
              <a:xfrm>
                <a:off x="1041515" y="8383903"/>
                <a:ext cx="8205142" cy="1354491"/>
                <a:chOff x="1041515" y="8383903"/>
                <a:chExt cx="8205142" cy="1354491"/>
              </a:xfrm>
            </p:grpSpPr>
            <p:sp>
              <p:nvSpPr>
                <p:cNvPr id="344" name="Shape 7">
                  <a:extLst>
                    <a:ext uri="{FF2B5EF4-FFF2-40B4-BE49-F238E27FC236}">
                      <a16:creationId xmlns:a16="http://schemas.microsoft.com/office/drawing/2014/main" id="{0E51EEA8-941C-D516-12A3-17C3B1302D9E}"/>
                    </a:ext>
                  </a:extLst>
                </p:cNvPr>
                <p:cNvSpPr/>
                <p:nvPr/>
              </p:nvSpPr>
              <p:spPr>
                <a:xfrm>
                  <a:off x="1041515" y="8383903"/>
                  <a:ext cx="8205142" cy="13607"/>
                </a:xfrm>
                <a:prstGeom prst="rect">
                  <a:avLst/>
                </a:prstGeom>
                <a:solidFill>
                  <a:srgbClr val="2498BD"/>
                </a:solidFill>
                <a:ln/>
              </p:spPr>
            </p:sp>
            <p:sp>
              <p:nvSpPr>
                <p:cNvPr id="345" name="Shape 7">
                  <a:extLst>
                    <a:ext uri="{FF2B5EF4-FFF2-40B4-BE49-F238E27FC236}">
                      <a16:creationId xmlns:a16="http://schemas.microsoft.com/office/drawing/2014/main" id="{4A87C16F-76FF-7B8D-9E42-A1E623ECCB8F}"/>
                    </a:ext>
                  </a:extLst>
                </p:cNvPr>
                <p:cNvSpPr/>
                <p:nvPr/>
              </p:nvSpPr>
              <p:spPr>
                <a:xfrm>
                  <a:off x="1041515" y="9724787"/>
                  <a:ext cx="8205142" cy="13607"/>
                </a:xfrm>
                <a:prstGeom prst="rect">
                  <a:avLst/>
                </a:prstGeom>
                <a:solidFill>
                  <a:srgbClr val="CCCCCC"/>
                </a:solidFill>
                <a:ln/>
              </p:spPr>
            </p:sp>
          </p:grpSp>
          <p:grpSp>
            <p:nvGrpSpPr>
              <p:cNvPr id="375" name="그룹 374">
                <a:extLst>
                  <a:ext uri="{FF2B5EF4-FFF2-40B4-BE49-F238E27FC236}">
                    <a16:creationId xmlns:a16="http://schemas.microsoft.com/office/drawing/2014/main" id="{232627F6-6A00-4037-7473-5175B3906409}"/>
                  </a:ext>
                </a:extLst>
              </p:cNvPr>
              <p:cNvGrpSpPr/>
              <p:nvPr/>
            </p:nvGrpSpPr>
            <p:grpSpPr>
              <a:xfrm>
                <a:off x="1044691" y="8394252"/>
                <a:ext cx="8201966" cy="1329908"/>
                <a:chOff x="1044691" y="8394252"/>
                <a:chExt cx="8201966" cy="1329908"/>
              </a:xfrm>
            </p:grpSpPr>
            <p:sp>
              <p:nvSpPr>
                <p:cNvPr id="341" name="Text 11">
                  <a:extLst>
                    <a:ext uri="{FF2B5EF4-FFF2-40B4-BE49-F238E27FC236}">
                      <a16:creationId xmlns:a16="http://schemas.microsoft.com/office/drawing/2014/main" id="{0F7C02AB-C323-4565-E805-4D7413895469}"/>
                    </a:ext>
                  </a:extLst>
                </p:cNvPr>
                <p:cNvSpPr/>
                <p:nvPr/>
              </p:nvSpPr>
              <p:spPr>
                <a:xfrm>
                  <a:off x="1044691" y="8394252"/>
                  <a:ext cx="6973313" cy="1329908"/>
                </a:xfrm>
                <a:prstGeom prst="rect">
                  <a:avLst/>
                </a:prstGeom>
                <a:noFill/>
                <a:ln/>
              </p:spPr>
              <p:txBody>
                <a:bodyPr wrap="none" lIns="72000" tIns="0" rIns="72000" bIns="0" rtlCol="0" anchor="ctr" anchorCtr="0">
                  <a:noAutofit/>
                </a:bodyPr>
                <a:lstStyle/>
                <a:p>
                  <a:r>
                    <a:rPr lang="ja-JP" sz="1400" dirty="0">
                      <a:solidFill>
                        <a:srgbClr val="555555"/>
                      </a:solidFill>
                      <a:latin typeface="Noto Serif JP SemiBold"/>
                      <a:ea typeface="Noto Serif JP SemiBold"/>
                      <a:cs typeface="Arial" pitchFamily="34" charset="-120"/>
                    </a:rPr>
                    <a:t>ポテンツァ（顔全体）</a:t>
                  </a:r>
                </a:p>
                <a:p>
                  <a:pPr>
                    <a:lnSpc>
                      <a:spcPct val="150000"/>
                    </a:lnSpc>
                  </a:pPr>
                  <a:r>
                    <a:rPr lang="ja-JP" sz="867" dirty="0">
                      <a:solidFill>
                        <a:srgbClr val="555555"/>
                      </a:solidFill>
                      <a:latin typeface="Noto Serif JP SemiBold"/>
                      <a:ea typeface="Noto Serif JP SemiBold"/>
                      <a:cs typeface="Arial" pitchFamily="34" charset="-120"/>
                    </a:rPr>
                    <a:t>毛穴・ニキビ痕・トラブルの原因 · サイズ · 凹凸の程度 · 質感 · 色味を見極めて改善するプログラム</a:t>
                  </a:r>
                  <a:br>
                    <a:rPr lang="en-US" altLang="ko-KR" sz="1100" dirty="0">
                      <a:solidFill>
                        <a:srgbClr val="555555"/>
                      </a:solidFill>
                      <a:latin typeface="신세계 Regular" panose="02000300000000000000" pitchFamily="50" charset="-127"/>
                      <a:ea typeface="신세계 Regular" panose="02000300000000000000" pitchFamily="50" charset="-127"/>
                      <a:cs typeface="Arial" pitchFamily="34" charset="-120"/>
                    </a:rPr>
                  </a:br>
                  <a:r>
                    <a:rPr lang="ja-JP" sz="788" dirty="0">
                      <a:solidFill>
                        <a:schemeClr val="bg1">
                          <a:lumMod val="50000"/>
                        </a:schemeClr>
                      </a:solidFill>
                      <a:latin typeface="Noto Serif JP SemiBold"/>
                      <a:ea typeface="Noto Serif JP SemiBold"/>
                      <a:cs typeface="Arial" pitchFamily="34" charset="-120"/>
                    </a:rPr>
                    <a:t>* 痛みケア：麻酔クリーム、局所麻酔</a:t>
                  </a:r>
                  <a:endParaRPr lang="en-US" altLang="ko-KR" sz="1000" dirty="0">
                    <a:solidFill>
                      <a:schemeClr val="bg1">
                        <a:lumMod val="50000"/>
                      </a:schemeClr>
                    </a:solidFill>
                    <a:latin typeface="신세계 Regular" panose="02000300000000000000" pitchFamily="50" charset="-127"/>
                    <a:ea typeface="신세계 Regular" panose="02000300000000000000" pitchFamily="50" charset="-127"/>
                    <a:cs typeface="Arial" pitchFamily="34" charset="-120"/>
                  </a:endParaRPr>
                </a:p>
                <a:p>
                  <a:pPr>
                    <a:lnSpc>
                      <a:spcPct val="150000"/>
                    </a:lnSpc>
                  </a:pPr>
                  <a:r>
                    <a:rPr lang="ja-JP" sz="1000" dirty="0">
                      <a:solidFill>
                        <a:schemeClr val="bg1">
                          <a:lumMod val="50000"/>
                        </a:schemeClr>
                      </a:solidFill>
                      <a:latin typeface="Noto Serif JP SemiBold"/>
                      <a:ea typeface="Noto Serif JP SemiBold"/>
                      <a:cs typeface="Arial" pitchFamily="34" charset="-120"/>
                    </a:rPr>
                    <a:t>* アフターケア：O2ダーム＋モデリングパック</a:t>
                  </a:r>
                  <a:endParaRPr lang="en-US" altLang="ko-KR" sz="1000" dirty="0">
                    <a:solidFill>
                      <a:schemeClr val="bg1">
                        <a:lumMod val="50000"/>
                      </a:schemeClr>
                    </a:solidFill>
                    <a:latin typeface="신세계 Regular" panose="02000300000000000000" pitchFamily="50" charset="-127"/>
                    <a:ea typeface="신세계 Regular" panose="02000300000000000000" pitchFamily="50" charset="-127"/>
                    <a:cs typeface="Arial" pitchFamily="34" charset="-120"/>
                  </a:endParaRPr>
                </a:p>
                <a:p>
                  <a:pPr marL="0" indent="0" algn="l">
                    <a:lnSpc>
                      <a:spcPct val="150000"/>
                    </a:lnSpc>
                    <a:buNone/>
                  </a:pPr>
                  <a:r>
                    <a:rPr lang="ja-JP" sz="885" dirty="0">
                      <a:solidFill>
                        <a:schemeClr val="bg1">
                          <a:lumMod val="50000"/>
                        </a:schemeClr>
                      </a:solidFill>
                      <a:latin typeface="Noto Serif JP SemiBold"/>
                      <a:ea typeface="Noto Serif JP SemiBold"/>
                      <a:cs typeface="Arial" pitchFamily="34" charset="-120"/>
                    </a:rPr>
                    <a:t>* お肌の状態に合わせて毎回ポテンツァ＋ジュベルック、オリディア、スキンボトックスのうち1つを組み合わせるオーダーメイド施術</a:t>
                  </a:r>
                </a:p>
              </p:txBody>
            </p:sp>
            <p:sp>
              <p:nvSpPr>
                <p:cNvPr id="343" name="Text 15">
                  <a:extLst>
                    <a:ext uri="{FF2B5EF4-FFF2-40B4-BE49-F238E27FC236}">
                      <a16:creationId xmlns:a16="http://schemas.microsoft.com/office/drawing/2014/main" id="{7FDBD508-0221-3F1F-2A0E-2BFB1E756CDF}"/>
                    </a:ext>
                  </a:extLst>
                </p:cNvPr>
                <p:cNvSpPr/>
                <p:nvPr/>
              </p:nvSpPr>
              <p:spPr>
                <a:xfrm>
                  <a:off x="7069424" y="8395568"/>
                  <a:ext cx="2265448" cy="1327277"/>
                </a:xfrm>
                <a:prstGeom prst="rect">
                  <a:avLst/>
                </a:prstGeom>
                <a:noFill/>
                <a:ln/>
              </p:spPr>
              <p:txBody>
                <a:bodyPr wrap="none" lIns="72000" tIns="0" rIns="72000" bIns="0" rtlCol="0" anchor="ctr" anchorCtr="0">
                  <a:noAutofit/>
                </a:bodyPr>
                <a:lstStyle/>
                <a:p>
                  <a:pPr algn="r">
                    <a:lnSpc>
                      <a:spcPct val="120000"/>
                    </a:lnSpc>
                  </a:pPr>
                  <a:r>
                    <a:rPr lang="ja-JP" sz="1047"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550,000</a:t>
                  </a:r>
                  <a:endParaRPr lang="en-US" altLang="ko-KR" sz="1100" dirty="0">
                    <a:solidFill>
                      <a:srgbClr val="1A1A1A"/>
                    </a:solidFill>
                    <a:latin typeface="신세계 Bold" panose="02000300000000000000" pitchFamily="50" charset="-127"/>
                    <a:ea typeface="신세계 Bold" panose="02000300000000000000" pitchFamily="50" charset="-127"/>
                    <a:cs typeface="Arial" pitchFamily="34" charset="-120"/>
                  </a:endParaRPr>
                </a:p>
                <a:p>
                  <a:pPr algn="r">
                    <a:lnSpc>
                      <a:spcPct val="120000"/>
                    </a:lnSpc>
                  </a:pPr>
                  <a:r>
                    <a:rPr lang="ja-JP" sz="1047" dirty="0">
                      <a:solidFill>
                        <a:srgbClr val="2498BD"/>
                      </a:solidFill>
                      <a:latin typeface="Noto Serif JP SemiBold"/>
                      <a:ea typeface="Noto Serif JP SemiBold"/>
                      <a:cs typeface="GC 16 Mono" pitchFamily="34" charset="-120"/>
                    </a:rPr>
                    <a:t>3回</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1,450,000</a:t>
                  </a:r>
                </a:p>
                <a:p>
                  <a:pPr algn="r">
                    <a:lnSpc>
                      <a:spcPct val="120000"/>
                    </a:lnSpc>
                  </a:pPr>
                  <a:r>
                    <a:rPr lang="ja-JP" sz="1047" dirty="0">
                      <a:solidFill>
                        <a:srgbClr val="2498BD"/>
                      </a:solidFill>
                      <a:latin typeface="Noto Serif JP SemiBold"/>
                      <a:ea typeface="Noto Serif JP SemiBold"/>
                      <a:cs typeface="GC 16 Mono" pitchFamily="34" charset="-120"/>
                    </a:rPr>
                    <a:t>5回</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1,990,000</a:t>
                  </a:r>
                </a:p>
              </p:txBody>
            </p:sp>
          </p:grpSp>
        </p:grpSp>
      </p:grpSp>
      <p:grpSp>
        <p:nvGrpSpPr>
          <p:cNvPr id="386" name="그룹 385">
            <a:extLst>
              <a:ext uri="{FF2B5EF4-FFF2-40B4-BE49-F238E27FC236}">
                <a16:creationId xmlns:a16="http://schemas.microsoft.com/office/drawing/2014/main" id="{9177DF37-424F-007E-8E9F-453761EE90B4}"/>
              </a:ext>
            </a:extLst>
          </p:cNvPr>
          <p:cNvGrpSpPr/>
          <p:nvPr/>
        </p:nvGrpSpPr>
        <p:grpSpPr>
          <a:xfrm>
            <a:off x="930580" y="2720019"/>
            <a:ext cx="8316077" cy="728123"/>
            <a:chOff x="930580" y="2720019"/>
            <a:chExt cx="8316077" cy="728123"/>
          </a:xfrm>
        </p:grpSpPr>
        <p:sp>
          <p:nvSpPr>
            <p:cNvPr id="275" name="TextBox 274">
              <a:extLst>
                <a:ext uri="{FF2B5EF4-FFF2-40B4-BE49-F238E27FC236}">
                  <a16:creationId xmlns:a16="http://schemas.microsoft.com/office/drawing/2014/main" id="{E7C8D2C6-0700-2046-2599-0D01A6627BBE}"/>
                </a:ext>
              </a:extLst>
            </p:cNvPr>
            <p:cNvSpPr txBox="1"/>
            <p:nvPr/>
          </p:nvSpPr>
          <p:spPr>
            <a:xfrm>
              <a:off x="930580" y="2720019"/>
              <a:ext cx="969845"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KS注射</a:t>
              </a:r>
              <a:endParaRPr lang="en-US" altLang="ko-KR" dirty="0">
                <a:latin typeface="신세계 SemiBold" panose="02000300000000000000" pitchFamily="50" charset="-127"/>
                <a:ea typeface="신세계 SemiBold" panose="02000300000000000000" pitchFamily="50" charset="-127"/>
              </a:endParaRPr>
            </a:p>
          </p:txBody>
        </p:sp>
        <p:grpSp>
          <p:nvGrpSpPr>
            <p:cNvPr id="221" name="그룹 220">
              <a:extLst>
                <a:ext uri="{FF2B5EF4-FFF2-40B4-BE49-F238E27FC236}">
                  <a16:creationId xmlns:a16="http://schemas.microsoft.com/office/drawing/2014/main" id="{76CED606-8599-784C-16AB-32E32277C518}"/>
                </a:ext>
              </a:extLst>
            </p:cNvPr>
            <p:cNvGrpSpPr/>
            <p:nvPr/>
          </p:nvGrpSpPr>
          <p:grpSpPr>
            <a:xfrm>
              <a:off x="1041515" y="3046774"/>
              <a:ext cx="8205142" cy="401368"/>
              <a:chOff x="1041515" y="3046774"/>
              <a:chExt cx="8205142" cy="401368"/>
            </a:xfrm>
          </p:grpSpPr>
          <p:sp>
            <p:nvSpPr>
              <p:cNvPr id="10" name="Shape 7"/>
              <p:cNvSpPr/>
              <p:nvPr/>
            </p:nvSpPr>
            <p:spPr>
              <a:xfrm>
                <a:off x="1041515" y="3046774"/>
                <a:ext cx="8205142" cy="13607"/>
              </a:xfrm>
              <a:prstGeom prst="rect">
                <a:avLst/>
              </a:prstGeom>
              <a:solidFill>
                <a:srgbClr val="2498BD"/>
              </a:solidFill>
              <a:ln/>
            </p:spPr>
          </p:sp>
          <p:sp>
            <p:nvSpPr>
              <p:cNvPr id="220" name="Shape 7">
                <a:extLst>
                  <a:ext uri="{FF2B5EF4-FFF2-40B4-BE49-F238E27FC236}">
                    <a16:creationId xmlns:a16="http://schemas.microsoft.com/office/drawing/2014/main" id="{834D93DF-2749-00B1-BC15-FD59FD0FC508}"/>
                  </a:ext>
                </a:extLst>
              </p:cNvPr>
              <p:cNvSpPr/>
              <p:nvPr/>
            </p:nvSpPr>
            <p:spPr>
              <a:xfrm>
                <a:off x="1041515" y="3434535"/>
                <a:ext cx="8205142" cy="13607"/>
              </a:xfrm>
              <a:prstGeom prst="rect">
                <a:avLst/>
              </a:prstGeom>
              <a:solidFill>
                <a:srgbClr val="CCCCCC"/>
              </a:solidFill>
              <a:ln/>
            </p:spPr>
          </p:sp>
        </p:grpSp>
        <p:sp>
          <p:nvSpPr>
            <p:cNvPr id="14" name="Text 11"/>
            <p:cNvSpPr/>
            <p:nvPr/>
          </p:nvSpPr>
          <p:spPr>
            <a:xfrm>
              <a:off x="1044691" y="3057439"/>
              <a:ext cx="5673661" cy="375481"/>
            </a:xfrm>
            <a:prstGeom prst="rect">
              <a:avLst/>
            </a:prstGeom>
            <a:noFill/>
            <a:ln/>
          </p:spPr>
          <p:txBody>
            <a:bodyPr wrap="none" lIns="72000" tIns="0" rIns="72000" bIns="0" rtlCol="0" anchor="ctr" anchorCtr="0">
              <a:normAutofit/>
            </a:bodyPr>
            <a:lstStyle/>
            <a:p>
              <a:r>
                <a:rPr lang="ja-JP" sz="1084" dirty="0">
                  <a:solidFill>
                    <a:srgbClr val="555555"/>
                  </a:solidFill>
                  <a:latin typeface="Noto Serif JP SemiBold"/>
                  <a:ea typeface="Noto Serif JP SemiBold"/>
                  <a:cs typeface="Arial" pitchFamily="34" charset="-120"/>
                </a:rPr>
                <a:t xml:space="preserve">KS注射  </a:t>
              </a:r>
              <a:r>
                <a:rPr lang="ja-JP" sz="774" dirty="0">
                  <a:solidFill>
                    <a:srgbClr val="555555"/>
                  </a:solidFill>
                  <a:latin typeface="Noto Serif JP SemiBold"/>
                  <a:ea typeface="Noto Serif JP SemiBold"/>
                  <a:cs typeface="Arial" pitchFamily="34" charset="-120"/>
                </a:rPr>
                <a:t>自己細胞成分ベースのセラミーク独自レシピのスキンブースター — インジュセル・セルコア複合再生プログラム</a:t>
              </a:r>
            </a:p>
          </p:txBody>
        </p:sp>
        <p:sp>
          <p:nvSpPr>
            <p:cNvPr id="18" name="Text 15"/>
            <p:cNvSpPr/>
            <p:nvPr/>
          </p:nvSpPr>
          <p:spPr>
            <a:xfrm>
              <a:off x="8183348" y="3137457"/>
              <a:ext cx="1151524" cy="215444"/>
            </a:xfrm>
            <a:prstGeom prst="rect">
              <a:avLst/>
            </a:prstGeom>
            <a:noFill/>
            <a:ln/>
          </p:spPr>
          <p:txBody>
            <a:bodyPr wrap="none" lIns="0" tIns="0" rIns="72000" bIns="0" rtlCol="0" anchor="ctr" anchorCtr="0">
              <a:spAutoFit/>
            </a:bodyPr>
            <a:lstStyle/>
            <a:p>
              <a:pPr algn="r"/>
              <a:r>
                <a:rPr lang="en-US" altLang="ko-KR" sz="1200" dirty="0">
                  <a:solidFill>
                    <a:srgbClr val="2498BD"/>
                  </a:solidFill>
                  <a:latin typeface="신세계 Regular" panose="02000300000000000000" pitchFamily="50" charset="-127"/>
                  <a:ea typeface="신세계 Regular" panose="02000300000000000000" pitchFamily="50" charset="-127"/>
                  <a:cs typeface="GC 16 Mono" pitchFamily="34" charset="-120"/>
                </a:rPr>
                <a:t>6cc</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1,410,000</a:t>
              </a:r>
              <a:endParaRPr lang="en-US" sz="1400" dirty="0">
                <a:latin typeface="신세계 Bold" panose="02000300000000000000" pitchFamily="50" charset="-127"/>
                <a:ea typeface="신세계 Bold" panose="02000300000000000000" pitchFamily="50" charset="-127"/>
              </a:endParaRPr>
            </a:p>
          </p:txBody>
        </p:sp>
        <p:sp>
          <p:nvSpPr>
            <p:cNvPr id="378" name="Text 15">
              <a:extLst>
                <a:ext uri="{FF2B5EF4-FFF2-40B4-BE49-F238E27FC236}">
                  <a16:creationId xmlns:a16="http://schemas.microsoft.com/office/drawing/2014/main" id="{06F4ECB9-76DD-F9D2-1ADD-DB3ED50DF663}"/>
                </a:ext>
              </a:extLst>
            </p:cNvPr>
            <p:cNvSpPr/>
            <p:nvPr/>
          </p:nvSpPr>
          <p:spPr>
            <a:xfrm>
              <a:off x="6847203" y="3137457"/>
              <a:ext cx="944169" cy="215444"/>
            </a:xfrm>
            <a:prstGeom prst="rect">
              <a:avLst/>
            </a:prstGeom>
            <a:noFill/>
            <a:ln/>
          </p:spPr>
          <p:txBody>
            <a:bodyPr wrap="none" lIns="0" tIns="0" rIns="0" bIns="0" rtlCol="0" anchor="ctr" anchorCtr="0">
              <a:spAutoFit/>
            </a:bodyPr>
            <a:lstStyle/>
            <a:p>
              <a:pPr algn="r"/>
              <a:r>
                <a:rPr lang="en-US" altLang="ko-KR" sz="1200" dirty="0">
                  <a:solidFill>
                    <a:srgbClr val="2498BD"/>
                  </a:solidFill>
                  <a:latin typeface="신세계 Regular" panose="02000300000000000000" pitchFamily="50" charset="-127"/>
                  <a:ea typeface="신세계 Regular" panose="02000300000000000000" pitchFamily="50" charset="-127"/>
                  <a:cs typeface="GC 16 Mono" pitchFamily="34" charset="-120"/>
                </a:rPr>
                <a:t>3cc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790,000</a:t>
              </a:r>
              <a:endParaRPr lang="en-US" sz="1400" dirty="0">
                <a:latin typeface="신세계 Bold" panose="02000300000000000000" pitchFamily="50" charset="-127"/>
                <a:ea typeface="신세계 Bold" panose="02000300000000000000" pitchFamily="50" charset="-127"/>
              </a:endParaRPr>
            </a:p>
          </p:txBody>
        </p:sp>
      </p:grpSp>
      <p:grpSp>
        <p:nvGrpSpPr>
          <p:cNvPr id="390" name="그룹 389">
            <a:extLst>
              <a:ext uri="{FF2B5EF4-FFF2-40B4-BE49-F238E27FC236}">
                <a16:creationId xmlns:a16="http://schemas.microsoft.com/office/drawing/2014/main" id="{4F93E5D7-F142-9370-DFBB-67BE0A662FB0}"/>
              </a:ext>
            </a:extLst>
          </p:cNvPr>
          <p:cNvGrpSpPr/>
          <p:nvPr/>
        </p:nvGrpSpPr>
        <p:grpSpPr>
          <a:xfrm>
            <a:off x="930580" y="5086977"/>
            <a:ext cx="8316077" cy="728123"/>
            <a:chOff x="930580" y="5086977"/>
            <a:chExt cx="8316077" cy="728123"/>
          </a:xfrm>
        </p:grpSpPr>
        <p:sp>
          <p:nvSpPr>
            <p:cNvPr id="309" name="TextBox 308">
              <a:extLst>
                <a:ext uri="{FF2B5EF4-FFF2-40B4-BE49-F238E27FC236}">
                  <a16:creationId xmlns:a16="http://schemas.microsoft.com/office/drawing/2014/main" id="{6DE8B80F-9D4D-D727-CDCE-D1EE70D10415}"/>
                </a:ext>
              </a:extLst>
            </p:cNvPr>
            <p:cNvSpPr txBox="1"/>
            <p:nvPr/>
          </p:nvSpPr>
          <p:spPr>
            <a:xfrm>
              <a:off x="930580" y="5086977"/>
              <a:ext cx="2932213"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全顔デザインボトックス</a:t>
              </a:r>
            </a:p>
          </p:txBody>
        </p:sp>
        <p:sp>
          <p:nvSpPr>
            <p:cNvPr id="310" name="Text 9">
              <a:extLst>
                <a:ext uri="{FF2B5EF4-FFF2-40B4-BE49-F238E27FC236}">
                  <a16:creationId xmlns:a16="http://schemas.microsoft.com/office/drawing/2014/main" id="{BA3A010B-4B3A-6428-1420-25DB3DCEB919}"/>
                </a:ext>
              </a:extLst>
            </p:cNvPr>
            <p:cNvSpPr/>
            <p:nvPr/>
          </p:nvSpPr>
          <p:spPr>
            <a:xfrm>
              <a:off x="7179952" y="5147442"/>
              <a:ext cx="2066705" cy="248402"/>
            </a:xfrm>
            <a:prstGeom prst="rect">
              <a:avLst/>
            </a:prstGeom>
            <a:noFill/>
            <a:ln/>
          </p:spPr>
          <p:txBody>
            <a:bodyPr wrap="none" lIns="108000" tIns="46800" rIns="0" bIns="46800" rtlCol="0" anchor="ctr" anchorCtr="0">
              <a:spAutoFit/>
            </a:bodyPr>
            <a:lstStyle/>
            <a:p>
              <a:pPr marL="0" indent="0" algn="r">
                <a:buNone/>
              </a:pPr>
              <a:r>
                <a:rPr lang="ja-JP" sz="1000" dirty="0">
                  <a:solidFill>
                    <a:srgbClr val="2498BD"/>
                  </a:solidFill>
                  <a:latin typeface="Noto Serif JP SemiBold"/>
                  <a:ea typeface="Noto Serif JP SemiBold"/>
                  <a:cs typeface="Arial" pitchFamily="34" charset="-120"/>
                </a:rPr>
                <a:t>オーダーメイドデザイン後の施術</a:t>
              </a:r>
            </a:p>
          </p:txBody>
        </p:sp>
        <p:grpSp>
          <p:nvGrpSpPr>
            <p:cNvPr id="313" name="그룹 312">
              <a:extLst>
                <a:ext uri="{FF2B5EF4-FFF2-40B4-BE49-F238E27FC236}">
                  <a16:creationId xmlns:a16="http://schemas.microsoft.com/office/drawing/2014/main" id="{A834CBB1-332A-1DCC-6A77-1A486E22EE77}"/>
                </a:ext>
              </a:extLst>
            </p:cNvPr>
            <p:cNvGrpSpPr/>
            <p:nvPr/>
          </p:nvGrpSpPr>
          <p:grpSpPr>
            <a:xfrm>
              <a:off x="1041515" y="5413732"/>
              <a:ext cx="8205142" cy="401368"/>
              <a:chOff x="1041515" y="3046774"/>
              <a:chExt cx="8205142" cy="401368"/>
            </a:xfrm>
          </p:grpSpPr>
          <p:sp>
            <p:nvSpPr>
              <p:cNvPr id="315" name="Shape 7">
                <a:extLst>
                  <a:ext uri="{FF2B5EF4-FFF2-40B4-BE49-F238E27FC236}">
                    <a16:creationId xmlns:a16="http://schemas.microsoft.com/office/drawing/2014/main" id="{AE1A51A1-F614-5757-1021-2AF7EE561DDF}"/>
                  </a:ext>
                </a:extLst>
              </p:cNvPr>
              <p:cNvSpPr/>
              <p:nvPr/>
            </p:nvSpPr>
            <p:spPr>
              <a:xfrm>
                <a:off x="1041515" y="3046774"/>
                <a:ext cx="8205142" cy="13607"/>
              </a:xfrm>
              <a:prstGeom prst="rect">
                <a:avLst/>
              </a:prstGeom>
              <a:solidFill>
                <a:srgbClr val="2498BD"/>
              </a:solidFill>
              <a:ln/>
            </p:spPr>
          </p:sp>
          <p:sp>
            <p:nvSpPr>
              <p:cNvPr id="316" name="Shape 7">
                <a:extLst>
                  <a:ext uri="{FF2B5EF4-FFF2-40B4-BE49-F238E27FC236}">
                    <a16:creationId xmlns:a16="http://schemas.microsoft.com/office/drawing/2014/main" id="{C2B8A3E3-4B5D-13DE-92F8-D6F4D9ECF98E}"/>
                  </a:ext>
                </a:extLst>
              </p:cNvPr>
              <p:cNvSpPr/>
              <p:nvPr/>
            </p:nvSpPr>
            <p:spPr>
              <a:xfrm>
                <a:off x="1041515" y="3434535"/>
                <a:ext cx="8205142" cy="13607"/>
              </a:xfrm>
              <a:prstGeom prst="rect">
                <a:avLst/>
              </a:prstGeom>
              <a:solidFill>
                <a:srgbClr val="CCCCCC"/>
              </a:solidFill>
              <a:ln/>
            </p:spPr>
          </p:sp>
        </p:grpSp>
        <p:sp>
          <p:nvSpPr>
            <p:cNvPr id="312" name="Text 11">
              <a:extLst>
                <a:ext uri="{FF2B5EF4-FFF2-40B4-BE49-F238E27FC236}">
                  <a16:creationId xmlns:a16="http://schemas.microsoft.com/office/drawing/2014/main" id="{C4667FA9-B409-B8CE-D64A-8C715E94794D}"/>
                </a:ext>
              </a:extLst>
            </p:cNvPr>
            <p:cNvSpPr/>
            <p:nvPr/>
          </p:nvSpPr>
          <p:spPr>
            <a:xfrm>
              <a:off x="1044691" y="5424397"/>
              <a:ext cx="5660909" cy="375481"/>
            </a:xfrm>
            <a:prstGeom prst="rect">
              <a:avLst/>
            </a:prstGeom>
            <a:noFill/>
            <a:ln/>
          </p:spPr>
          <p:txBody>
            <a:bodyPr wrap="none" lIns="72000" tIns="0" rIns="72000" bIns="0" rtlCol="0" anchor="ctr" anchorCtr="0">
              <a:normAutofit/>
            </a:bodyPr>
            <a:lstStyle/>
            <a:p>
              <a:pPr marL="0" indent="0" algn="l">
                <a:buNone/>
              </a:pPr>
              <a:r>
                <a:rPr lang="ja-JP" sz="1100" dirty="0">
                  <a:solidFill>
                    <a:srgbClr val="555555"/>
                  </a:solidFill>
                  <a:latin typeface="Noto Serif JP SemiBold"/>
                  <a:ea typeface="Noto Serif JP SemiBold"/>
                  <a:cs typeface="Arial" pitchFamily="34" charset="-120"/>
                </a:rPr>
                <a:t>顔全体の筋肉を精密に整え、すっきりと柔らかな印象をデザインするプログラム</a:t>
              </a:r>
            </a:p>
          </p:txBody>
        </p:sp>
        <p:sp>
          <p:nvSpPr>
            <p:cNvPr id="379" name="Text 15">
              <a:extLst>
                <a:ext uri="{FF2B5EF4-FFF2-40B4-BE49-F238E27FC236}">
                  <a16:creationId xmlns:a16="http://schemas.microsoft.com/office/drawing/2014/main" id="{E129D980-93C4-7F6C-3ECB-C7D81BD59567}"/>
                </a:ext>
              </a:extLst>
            </p:cNvPr>
            <p:cNvSpPr/>
            <p:nvPr/>
          </p:nvSpPr>
          <p:spPr>
            <a:xfrm>
              <a:off x="8126984" y="5504415"/>
              <a:ext cx="1207888" cy="215444"/>
            </a:xfrm>
            <a:prstGeom prst="rect">
              <a:avLst/>
            </a:prstGeom>
            <a:noFill/>
            <a:ln/>
          </p:spPr>
          <p:txBody>
            <a:bodyPr wrap="none" lIns="0" tIns="0" rIns="72000" bIns="0" rtlCol="0" anchor="ctr" anchorCtr="0">
              <a:spAutoFit/>
            </a:bodyPr>
            <a:lstStyle/>
            <a:p>
              <a:pPr algn="r"/>
              <a:r>
                <a:rPr lang="ja-JP" sz="1178" dirty="0">
                  <a:solidFill>
                    <a:srgbClr val="2498BD"/>
                  </a:solidFill>
                  <a:latin typeface="Noto Serif JP SemiBold"/>
                  <a:ea typeface="Noto Serif JP SemiBold"/>
                  <a:cs typeface="GC 16 Mono" pitchFamily="34" charset="-120"/>
                </a:rPr>
                <a:t>輸入</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55</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endParaRPr lang="en-US" sz="1400" dirty="0">
                <a:latin typeface="신세계 Bold" panose="02000300000000000000" pitchFamily="50" charset="-127"/>
                <a:ea typeface="신세계 Bold" panose="02000300000000000000" pitchFamily="50" charset="-127"/>
              </a:endParaRPr>
            </a:p>
          </p:txBody>
        </p:sp>
        <p:sp>
          <p:nvSpPr>
            <p:cNvPr id="380" name="Text 15">
              <a:extLst>
                <a:ext uri="{FF2B5EF4-FFF2-40B4-BE49-F238E27FC236}">
                  <a16:creationId xmlns:a16="http://schemas.microsoft.com/office/drawing/2014/main" id="{9498DEA0-032E-82D1-2941-75B0A2C9953D}"/>
                </a:ext>
              </a:extLst>
            </p:cNvPr>
            <p:cNvSpPr/>
            <p:nvPr/>
          </p:nvSpPr>
          <p:spPr>
            <a:xfrm>
              <a:off x="6510520" y="5504415"/>
              <a:ext cx="1210116" cy="215444"/>
            </a:xfrm>
            <a:prstGeom prst="rect">
              <a:avLst/>
            </a:prstGeom>
            <a:noFill/>
            <a:ln/>
          </p:spPr>
          <p:txBody>
            <a:bodyPr wrap="none" lIns="0" tIns="0" rIns="0" bIns="0" rtlCol="0" anchor="ctr" anchorCtr="0">
              <a:spAutoFit/>
            </a:bodyPr>
            <a:lstStyle/>
            <a:p>
              <a:pPr algn="r"/>
              <a:r>
                <a:rPr lang="ja-JP" sz="1016" dirty="0">
                  <a:solidFill>
                    <a:srgbClr val="2498BD"/>
                  </a:solidFill>
                  <a:latin typeface="Noto Serif JP SemiBold"/>
                  <a:ea typeface="Noto Serif JP SemiBold"/>
                  <a:cs typeface="GC 16 Mono" pitchFamily="34" charset="-120"/>
                </a:rPr>
                <a:t xml:space="preserve">韓国製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250,000</a:t>
              </a:r>
              <a:endParaRPr lang="en-US" sz="1400" dirty="0">
                <a:latin typeface="신세계 Bold" panose="02000300000000000000" pitchFamily="50" charset="-127"/>
                <a:ea typeface="신세계 Bold" panose="02000300000000000000" pitchFamily="50" charset="-127"/>
              </a:endParaRPr>
            </a:p>
          </p:txBody>
        </p:sp>
      </p:grpSp>
      <p:grpSp>
        <p:nvGrpSpPr>
          <p:cNvPr id="388" name="그룹 387">
            <a:extLst>
              <a:ext uri="{FF2B5EF4-FFF2-40B4-BE49-F238E27FC236}">
                <a16:creationId xmlns:a16="http://schemas.microsoft.com/office/drawing/2014/main" id="{DC344501-F001-42A6-5B7D-A7FDF0CE6298}"/>
              </a:ext>
            </a:extLst>
          </p:cNvPr>
          <p:cNvGrpSpPr/>
          <p:nvPr/>
        </p:nvGrpSpPr>
        <p:grpSpPr>
          <a:xfrm>
            <a:off x="930580" y="6077034"/>
            <a:ext cx="8316077" cy="728123"/>
            <a:chOff x="930580" y="6077034"/>
            <a:chExt cx="8316077" cy="728123"/>
          </a:xfrm>
        </p:grpSpPr>
        <p:sp>
          <p:nvSpPr>
            <p:cNvPr id="318" name="TextBox 317">
              <a:extLst>
                <a:ext uri="{FF2B5EF4-FFF2-40B4-BE49-F238E27FC236}">
                  <a16:creationId xmlns:a16="http://schemas.microsoft.com/office/drawing/2014/main" id="{002F7B79-D4C9-4FF3-E978-75787ED4B896}"/>
                </a:ext>
              </a:extLst>
            </p:cNvPr>
            <p:cNvSpPr txBox="1"/>
            <p:nvPr/>
          </p:nvSpPr>
          <p:spPr>
            <a:xfrm>
              <a:off x="930580" y="6077034"/>
              <a:ext cx="2599829"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首デザインボトックス</a:t>
              </a:r>
            </a:p>
          </p:txBody>
        </p:sp>
        <p:sp>
          <p:nvSpPr>
            <p:cNvPr id="319" name="Text 9">
              <a:extLst>
                <a:ext uri="{FF2B5EF4-FFF2-40B4-BE49-F238E27FC236}">
                  <a16:creationId xmlns:a16="http://schemas.microsoft.com/office/drawing/2014/main" id="{1F40C0A1-6DA5-4123-BEBB-1815115449D9}"/>
                </a:ext>
              </a:extLst>
            </p:cNvPr>
            <p:cNvSpPr/>
            <p:nvPr/>
          </p:nvSpPr>
          <p:spPr>
            <a:xfrm>
              <a:off x="7179952" y="6137499"/>
              <a:ext cx="2066705" cy="248402"/>
            </a:xfrm>
            <a:prstGeom prst="rect">
              <a:avLst/>
            </a:prstGeom>
            <a:noFill/>
            <a:ln/>
          </p:spPr>
          <p:txBody>
            <a:bodyPr wrap="none" lIns="108000" tIns="46800" rIns="0" bIns="46800" rtlCol="0" anchor="ctr" anchorCtr="0">
              <a:spAutoFit/>
            </a:bodyPr>
            <a:lstStyle/>
            <a:p>
              <a:pPr marL="0" indent="0" algn="r">
                <a:buNone/>
              </a:pPr>
              <a:r>
                <a:rPr lang="ja-JP" sz="1000" dirty="0">
                  <a:solidFill>
                    <a:srgbClr val="2498BD"/>
                  </a:solidFill>
                  <a:latin typeface="Noto Serif JP SemiBold"/>
                  <a:ea typeface="Noto Serif JP SemiBold"/>
                  <a:cs typeface="Arial" pitchFamily="34" charset="-120"/>
                </a:rPr>
                <a:t>オーダーメイドデザイン後の施術</a:t>
              </a:r>
            </a:p>
          </p:txBody>
        </p:sp>
        <p:grpSp>
          <p:nvGrpSpPr>
            <p:cNvPr id="322" name="그룹 321">
              <a:extLst>
                <a:ext uri="{FF2B5EF4-FFF2-40B4-BE49-F238E27FC236}">
                  <a16:creationId xmlns:a16="http://schemas.microsoft.com/office/drawing/2014/main" id="{6279F03C-8246-B375-663A-451EF1301158}"/>
                </a:ext>
              </a:extLst>
            </p:cNvPr>
            <p:cNvGrpSpPr/>
            <p:nvPr/>
          </p:nvGrpSpPr>
          <p:grpSpPr>
            <a:xfrm>
              <a:off x="1041515" y="6403789"/>
              <a:ext cx="8205142" cy="401368"/>
              <a:chOff x="1041515" y="3046774"/>
              <a:chExt cx="8205142" cy="401368"/>
            </a:xfrm>
          </p:grpSpPr>
          <p:sp>
            <p:nvSpPr>
              <p:cNvPr id="324" name="Shape 7">
                <a:extLst>
                  <a:ext uri="{FF2B5EF4-FFF2-40B4-BE49-F238E27FC236}">
                    <a16:creationId xmlns:a16="http://schemas.microsoft.com/office/drawing/2014/main" id="{5515B9C7-A2BF-2ACA-E7D0-88FCED1F76C6}"/>
                  </a:ext>
                </a:extLst>
              </p:cNvPr>
              <p:cNvSpPr/>
              <p:nvPr/>
            </p:nvSpPr>
            <p:spPr>
              <a:xfrm>
                <a:off x="1041515" y="3046774"/>
                <a:ext cx="8205142" cy="13607"/>
              </a:xfrm>
              <a:prstGeom prst="rect">
                <a:avLst/>
              </a:prstGeom>
              <a:solidFill>
                <a:srgbClr val="2498BD"/>
              </a:solidFill>
              <a:ln/>
            </p:spPr>
          </p:sp>
          <p:sp>
            <p:nvSpPr>
              <p:cNvPr id="325" name="Shape 7">
                <a:extLst>
                  <a:ext uri="{FF2B5EF4-FFF2-40B4-BE49-F238E27FC236}">
                    <a16:creationId xmlns:a16="http://schemas.microsoft.com/office/drawing/2014/main" id="{9D77B9F3-D371-A957-29AA-A9E44C0CCE88}"/>
                  </a:ext>
                </a:extLst>
              </p:cNvPr>
              <p:cNvSpPr/>
              <p:nvPr/>
            </p:nvSpPr>
            <p:spPr>
              <a:xfrm>
                <a:off x="1041515" y="3434535"/>
                <a:ext cx="8205142" cy="13607"/>
              </a:xfrm>
              <a:prstGeom prst="rect">
                <a:avLst/>
              </a:prstGeom>
              <a:solidFill>
                <a:srgbClr val="CCCCCC"/>
              </a:solidFill>
              <a:ln/>
            </p:spPr>
          </p:sp>
        </p:grpSp>
        <p:sp>
          <p:nvSpPr>
            <p:cNvPr id="321" name="Text 11">
              <a:extLst>
                <a:ext uri="{FF2B5EF4-FFF2-40B4-BE49-F238E27FC236}">
                  <a16:creationId xmlns:a16="http://schemas.microsoft.com/office/drawing/2014/main" id="{4AAB04C1-9B5D-5FF2-F0D7-435AAB62528D}"/>
                </a:ext>
              </a:extLst>
            </p:cNvPr>
            <p:cNvSpPr/>
            <p:nvPr/>
          </p:nvSpPr>
          <p:spPr>
            <a:xfrm>
              <a:off x="1044691" y="6414454"/>
              <a:ext cx="5660909" cy="375481"/>
            </a:xfrm>
            <a:prstGeom prst="rect">
              <a:avLst/>
            </a:prstGeom>
            <a:noFill/>
            <a:ln/>
          </p:spPr>
          <p:txBody>
            <a:bodyPr wrap="none" lIns="72000" tIns="0" rIns="72000" bIns="0" rtlCol="0" anchor="ctr" anchorCtr="0">
              <a:normAutofit/>
            </a:bodyPr>
            <a:lstStyle/>
            <a:p>
              <a:pPr marL="0" indent="0" algn="l">
                <a:buNone/>
              </a:pPr>
              <a:r>
                <a:rPr lang="ja-JP" sz="819" dirty="0">
                  <a:solidFill>
                    <a:srgbClr val="555555"/>
                  </a:solidFill>
                  <a:latin typeface="Noto Serif JP SemiBold"/>
                  <a:ea typeface="Noto Serif JP SemiBold"/>
                  <a:cs typeface="Arial" pitchFamily="34" charset="-120"/>
                </a:rPr>
                <a:t>ストレートネックを緩和しながらフェイスライン・首・肩のラインをスリムに整え、優雅さを取り戻すプログラム</a:t>
              </a:r>
            </a:p>
          </p:txBody>
        </p:sp>
        <p:sp>
          <p:nvSpPr>
            <p:cNvPr id="381" name="Text 15">
              <a:extLst>
                <a:ext uri="{FF2B5EF4-FFF2-40B4-BE49-F238E27FC236}">
                  <a16:creationId xmlns:a16="http://schemas.microsoft.com/office/drawing/2014/main" id="{61FEDDC1-0C89-8A9C-B6DB-C7B5BB1CF67B}"/>
                </a:ext>
              </a:extLst>
            </p:cNvPr>
            <p:cNvSpPr/>
            <p:nvPr/>
          </p:nvSpPr>
          <p:spPr>
            <a:xfrm>
              <a:off x="8126984" y="6494472"/>
              <a:ext cx="1207888" cy="215444"/>
            </a:xfrm>
            <a:prstGeom prst="rect">
              <a:avLst/>
            </a:prstGeom>
            <a:noFill/>
            <a:ln/>
          </p:spPr>
          <p:txBody>
            <a:bodyPr wrap="none" lIns="0" tIns="0" rIns="72000" bIns="0" rtlCol="0" anchor="ctr" anchorCtr="0">
              <a:spAutoFit/>
            </a:bodyPr>
            <a:lstStyle/>
            <a:p>
              <a:pPr algn="r"/>
              <a:r>
                <a:rPr lang="ja-JP" sz="1178" dirty="0">
                  <a:solidFill>
                    <a:srgbClr val="2498BD"/>
                  </a:solidFill>
                  <a:latin typeface="Noto Serif JP SemiBold"/>
                  <a:ea typeface="Noto Serif JP SemiBold"/>
                  <a:cs typeface="GC 16 Mono" pitchFamily="34" charset="-120"/>
                </a:rPr>
                <a:t>輸入</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endParaRPr lang="en-US" sz="1400" dirty="0">
                <a:latin typeface="신세계 Bold" panose="02000300000000000000" pitchFamily="50" charset="-127"/>
                <a:ea typeface="신세계 Bold" panose="02000300000000000000" pitchFamily="50" charset="-127"/>
              </a:endParaRPr>
            </a:p>
          </p:txBody>
        </p:sp>
        <p:sp>
          <p:nvSpPr>
            <p:cNvPr id="382" name="Text 15">
              <a:extLst>
                <a:ext uri="{FF2B5EF4-FFF2-40B4-BE49-F238E27FC236}">
                  <a16:creationId xmlns:a16="http://schemas.microsoft.com/office/drawing/2014/main" id="{55B49249-9791-16A2-14A3-91800FD1301D}"/>
                </a:ext>
              </a:extLst>
            </p:cNvPr>
            <p:cNvSpPr/>
            <p:nvPr/>
          </p:nvSpPr>
          <p:spPr>
            <a:xfrm>
              <a:off x="6523344" y="6494472"/>
              <a:ext cx="1210116" cy="215444"/>
            </a:xfrm>
            <a:prstGeom prst="rect">
              <a:avLst/>
            </a:prstGeom>
            <a:noFill/>
            <a:ln/>
          </p:spPr>
          <p:txBody>
            <a:bodyPr wrap="none" lIns="0" tIns="0" rIns="0" bIns="0" rtlCol="0" anchor="ctr" anchorCtr="0">
              <a:spAutoFit/>
            </a:bodyPr>
            <a:lstStyle/>
            <a:p>
              <a:pPr algn="r"/>
              <a:r>
                <a:rPr lang="ja-JP" sz="1016" dirty="0">
                  <a:solidFill>
                    <a:srgbClr val="2498BD"/>
                  </a:solidFill>
                  <a:latin typeface="Noto Serif JP SemiBold"/>
                  <a:ea typeface="Noto Serif JP SemiBold"/>
                  <a:cs typeface="GC 16 Mono" pitchFamily="34" charset="-120"/>
                </a:rPr>
                <a:t xml:space="preserve">韓国製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300,000</a:t>
              </a:r>
              <a:endParaRPr lang="en-US" sz="1400" dirty="0">
                <a:latin typeface="신세계 Bold" panose="02000300000000000000" pitchFamily="50" charset="-127"/>
                <a:ea typeface="신세계 Bold" panose="02000300000000000000" pitchFamily="50" charset="-127"/>
              </a:endParaRPr>
            </a:p>
          </p:txBody>
        </p:sp>
      </p:grpSp>
      <p:grpSp>
        <p:nvGrpSpPr>
          <p:cNvPr id="389" name="그룹 388">
            <a:extLst>
              <a:ext uri="{FF2B5EF4-FFF2-40B4-BE49-F238E27FC236}">
                <a16:creationId xmlns:a16="http://schemas.microsoft.com/office/drawing/2014/main" id="{607EC85D-32D6-A980-7439-C64F8B975CC5}"/>
              </a:ext>
            </a:extLst>
          </p:cNvPr>
          <p:cNvGrpSpPr/>
          <p:nvPr/>
        </p:nvGrpSpPr>
        <p:grpSpPr>
          <a:xfrm>
            <a:off x="930580" y="7067091"/>
            <a:ext cx="8316077" cy="728123"/>
            <a:chOff x="930580" y="7067091"/>
            <a:chExt cx="8316077" cy="728123"/>
          </a:xfrm>
        </p:grpSpPr>
        <p:sp>
          <p:nvSpPr>
            <p:cNvPr id="328" name="TextBox 327">
              <a:extLst>
                <a:ext uri="{FF2B5EF4-FFF2-40B4-BE49-F238E27FC236}">
                  <a16:creationId xmlns:a16="http://schemas.microsoft.com/office/drawing/2014/main" id="{EB839253-0593-CC86-1137-C386FC28D31A}"/>
                </a:ext>
              </a:extLst>
            </p:cNvPr>
            <p:cNvSpPr txBox="1"/>
            <p:nvPr/>
          </p:nvSpPr>
          <p:spPr>
            <a:xfrm>
              <a:off x="930580" y="7067091"/>
              <a:ext cx="5759654"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シグネチャー 全顔＋首トータルデザインボトックス</a:t>
              </a:r>
            </a:p>
          </p:txBody>
        </p:sp>
        <p:sp>
          <p:nvSpPr>
            <p:cNvPr id="329" name="Text 9">
              <a:extLst>
                <a:ext uri="{FF2B5EF4-FFF2-40B4-BE49-F238E27FC236}">
                  <a16:creationId xmlns:a16="http://schemas.microsoft.com/office/drawing/2014/main" id="{B47225FB-3FDC-CB3E-20D9-AE1CBBBA8E57}"/>
                </a:ext>
              </a:extLst>
            </p:cNvPr>
            <p:cNvSpPr/>
            <p:nvPr/>
          </p:nvSpPr>
          <p:spPr>
            <a:xfrm>
              <a:off x="7179952" y="7127556"/>
              <a:ext cx="2066705" cy="248402"/>
            </a:xfrm>
            <a:prstGeom prst="rect">
              <a:avLst/>
            </a:prstGeom>
            <a:noFill/>
            <a:ln/>
          </p:spPr>
          <p:txBody>
            <a:bodyPr wrap="none" lIns="108000" tIns="46800" rIns="0" bIns="46800" rtlCol="0" anchor="ctr" anchorCtr="0">
              <a:spAutoFit/>
            </a:bodyPr>
            <a:lstStyle/>
            <a:p>
              <a:pPr marL="0" indent="0" algn="r">
                <a:buNone/>
              </a:pPr>
              <a:r>
                <a:rPr lang="ja-JP" sz="1000" dirty="0">
                  <a:solidFill>
                    <a:srgbClr val="2498BD"/>
                  </a:solidFill>
                  <a:latin typeface="Noto Serif JP SemiBold"/>
                  <a:ea typeface="Noto Serif JP SemiBold"/>
                  <a:cs typeface="Arial" pitchFamily="34" charset="-120"/>
                </a:rPr>
                <a:t>オーダーメイドデザイン後の施術</a:t>
              </a:r>
            </a:p>
          </p:txBody>
        </p:sp>
        <p:grpSp>
          <p:nvGrpSpPr>
            <p:cNvPr id="332" name="그룹 331">
              <a:extLst>
                <a:ext uri="{FF2B5EF4-FFF2-40B4-BE49-F238E27FC236}">
                  <a16:creationId xmlns:a16="http://schemas.microsoft.com/office/drawing/2014/main" id="{6132263E-C32F-29D4-5E0E-F89891AB9219}"/>
                </a:ext>
              </a:extLst>
            </p:cNvPr>
            <p:cNvGrpSpPr/>
            <p:nvPr/>
          </p:nvGrpSpPr>
          <p:grpSpPr>
            <a:xfrm>
              <a:off x="1041515" y="7393846"/>
              <a:ext cx="8205142" cy="401368"/>
              <a:chOff x="1041515" y="3046774"/>
              <a:chExt cx="8205142" cy="401368"/>
            </a:xfrm>
          </p:grpSpPr>
          <p:sp>
            <p:nvSpPr>
              <p:cNvPr id="334" name="Shape 7">
                <a:extLst>
                  <a:ext uri="{FF2B5EF4-FFF2-40B4-BE49-F238E27FC236}">
                    <a16:creationId xmlns:a16="http://schemas.microsoft.com/office/drawing/2014/main" id="{532FEE19-C581-16E2-1C9D-228150A268EE}"/>
                  </a:ext>
                </a:extLst>
              </p:cNvPr>
              <p:cNvSpPr/>
              <p:nvPr/>
            </p:nvSpPr>
            <p:spPr>
              <a:xfrm>
                <a:off x="1041515" y="3046774"/>
                <a:ext cx="8205142" cy="13607"/>
              </a:xfrm>
              <a:prstGeom prst="rect">
                <a:avLst/>
              </a:prstGeom>
              <a:solidFill>
                <a:srgbClr val="2498BD"/>
              </a:solidFill>
              <a:ln/>
            </p:spPr>
          </p:sp>
          <p:sp>
            <p:nvSpPr>
              <p:cNvPr id="335" name="Shape 7">
                <a:extLst>
                  <a:ext uri="{FF2B5EF4-FFF2-40B4-BE49-F238E27FC236}">
                    <a16:creationId xmlns:a16="http://schemas.microsoft.com/office/drawing/2014/main" id="{85206FB8-F1B7-ECD5-C61D-9DC3BBC949DF}"/>
                  </a:ext>
                </a:extLst>
              </p:cNvPr>
              <p:cNvSpPr/>
              <p:nvPr/>
            </p:nvSpPr>
            <p:spPr>
              <a:xfrm>
                <a:off x="1041515" y="3434535"/>
                <a:ext cx="8205142" cy="13607"/>
              </a:xfrm>
              <a:prstGeom prst="rect">
                <a:avLst/>
              </a:prstGeom>
              <a:solidFill>
                <a:srgbClr val="CCCCCC"/>
              </a:solidFill>
              <a:ln/>
            </p:spPr>
          </p:sp>
        </p:grpSp>
        <p:sp>
          <p:nvSpPr>
            <p:cNvPr id="331" name="Text 11">
              <a:extLst>
                <a:ext uri="{FF2B5EF4-FFF2-40B4-BE49-F238E27FC236}">
                  <a16:creationId xmlns:a16="http://schemas.microsoft.com/office/drawing/2014/main" id="{66C6740B-0794-AA12-EBAF-8BC9E39369D6}"/>
                </a:ext>
              </a:extLst>
            </p:cNvPr>
            <p:cNvSpPr/>
            <p:nvPr/>
          </p:nvSpPr>
          <p:spPr>
            <a:xfrm>
              <a:off x="1044691" y="7404511"/>
              <a:ext cx="5660909" cy="375481"/>
            </a:xfrm>
            <a:prstGeom prst="rect">
              <a:avLst/>
            </a:prstGeom>
            <a:noFill/>
            <a:ln/>
          </p:spPr>
          <p:txBody>
            <a:bodyPr wrap="none" lIns="72000" tIns="0" rIns="72000" bIns="0" rtlCol="0" anchor="ctr" anchorCtr="0">
              <a:normAutofit/>
            </a:bodyPr>
            <a:lstStyle/>
            <a:p>
              <a:pPr marL="0" indent="0" algn="l">
                <a:buNone/>
              </a:pPr>
              <a:r>
                <a:rPr lang="ja-JP" sz="1100" dirty="0">
                  <a:solidFill>
                    <a:srgbClr val="555555"/>
                  </a:solidFill>
                  <a:latin typeface="Noto Serif JP SemiBold"/>
                  <a:ea typeface="Noto Serif JP SemiBold"/>
                  <a:cs typeface="Arial" pitchFamily="34" charset="-120"/>
                </a:rPr>
                <a:t>顔の輪郭・首のライン・デコルテ・肌質まで整える精緻なバランス設計</a:t>
              </a:r>
            </a:p>
          </p:txBody>
        </p:sp>
        <p:sp>
          <p:nvSpPr>
            <p:cNvPr id="384" name="Text 15">
              <a:extLst>
                <a:ext uri="{FF2B5EF4-FFF2-40B4-BE49-F238E27FC236}">
                  <a16:creationId xmlns:a16="http://schemas.microsoft.com/office/drawing/2014/main" id="{D11A7E93-8DB8-AE30-D74C-F7F2E006FF4A}"/>
                </a:ext>
              </a:extLst>
            </p:cNvPr>
            <p:cNvSpPr/>
            <p:nvPr/>
          </p:nvSpPr>
          <p:spPr>
            <a:xfrm>
              <a:off x="7839632" y="7484529"/>
              <a:ext cx="1407024" cy="215444"/>
            </a:xfrm>
            <a:prstGeom prst="rect">
              <a:avLst/>
            </a:prstGeom>
            <a:noFill/>
            <a:ln/>
          </p:spPr>
          <p:txBody>
            <a:bodyPr wrap="none" lIns="0" tIns="0" rIns="72000" bIns="0" rtlCol="0" anchor="ctr" anchorCtr="0">
              <a:spAutoFit/>
            </a:bodyPr>
            <a:lstStyle/>
            <a:p>
              <a:pPr algn="r"/>
              <a:r>
                <a:rPr lang="ja-JP" sz="1178" dirty="0">
                  <a:solidFill>
                    <a:srgbClr val="2498BD"/>
                  </a:solidFill>
                  <a:latin typeface="Noto Serif JP SemiBold"/>
                  <a:ea typeface="Noto Serif JP SemiBold"/>
                  <a:cs typeface="GC 16 Mono" pitchFamily="34" charset="-120"/>
                </a:rPr>
                <a:t>輸入</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1,10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endParaRPr lang="en-US" sz="1400" dirty="0">
                <a:latin typeface="신세계 Bold" panose="02000300000000000000" pitchFamily="50" charset="-127"/>
                <a:ea typeface="신세계 Bold" panose="02000300000000000000" pitchFamily="50" charset="-127"/>
              </a:endParaRPr>
            </a:p>
          </p:txBody>
        </p:sp>
        <p:sp>
          <p:nvSpPr>
            <p:cNvPr id="385" name="Text 15">
              <a:extLst>
                <a:ext uri="{FF2B5EF4-FFF2-40B4-BE49-F238E27FC236}">
                  <a16:creationId xmlns:a16="http://schemas.microsoft.com/office/drawing/2014/main" id="{3DE2C777-D268-2CBE-8F95-3DC2C0310A66}"/>
                </a:ext>
              </a:extLst>
            </p:cNvPr>
            <p:cNvSpPr/>
            <p:nvPr/>
          </p:nvSpPr>
          <p:spPr>
            <a:xfrm>
              <a:off x="6523344" y="7484529"/>
              <a:ext cx="1210116" cy="215444"/>
            </a:xfrm>
            <a:prstGeom prst="rect">
              <a:avLst/>
            </a:prstGeom>
            <a:noFill/>
            <a:ln/>
          </p:spPr>
          <p:txBody>
            <a:bodyPr wrap="none" lIns="0" tIns="0" rIns="0" bIns="0" rtlCol="0" anchor="ctr" anchorCtr="0">
              <a:spAutoFit/>
            </a:bodyPr>
            <a:lstStyle/>
            <a:p>
              <a:pPr algn="r"/>
              <a:r>
                <a:rPr lang="ja-JP" sz="1016" dirty="0">
                  <a:solidFill>
                    <a:srgbClr val="2498BD"/>
                  </a:solidFill>
                  <a:latin typeface="Noto Serif JP SemiBold"/>
                  <a:ea typeface="Noto Serif JP SemiBold"/>
                  <a:cs typeface="GC 16 Mono" pitchFamily="34" charset="-120"/>
                </a:rPr>
                <a:t xml:space="preserve">韓国製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500,000</a:t>
              </a:r>
              <a:endParaRPr lang="en-US" sz="1400" dirty="0">
                <a:latin typeface="신세계 Bold" panose="02000300000000000000" pitchFamily="50" charset="-127"/>
                <a:ea typeface="신세계 Bold" panose="02000300000000000000" pitchFamily="50" charset="-127"/>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6" name="Text 3"/>
          <p:cNvSpPr/>
          <p:nvPr/>
        </p:nvSpPr>
        <p:spPr>
          <a:xfrm>
            <a:off x="-514350" y="852317"/>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BOTULINUM TOXIN</a:t>
            </a:r>
            <a:endParaRPr lang="en-US" sz="1050" dirty="0">
              <a:latin typeface="신세계 Regular" panose="02000300000000000000" pitchFamily="50" charset="-127"/>
              <a:ea typeface="신세계 Regular" panose="02000300000000000000" pitchFamily="50" charset="-127"/>
            </a:endParaRPr>
          </a:p>
        </p:txBody>
      </p:sp>
      <p:sp>
        <p:nvSpPr>
          <p:cNvPr id="7" name="Text 4"/>
          <p:cNvSpPr/>
          <p:nvPr/>
        </p:nvSpPr>
        <p:spPr>
          <a:xfrm>
            <a:off x="-514350" y="1053660"/>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2488" b="1" kern="0" spc="-63" dirty="0">
                <a:solidFill>
                  <a:srgbClr val="2498BD"/>
                </a:solidFill>
                <a:latin typeface="Noto Serif JP SemiBold"/>
                <a:ea typeface="Noto Serif JP SemiBold"/>
                <a:cs typeface="Sinsegye" pitchFamily="34" charset="-120"/>
              </a:rPr>
              <a:t>ボトックス</a:t>
            </a:r>
            <a:endParaRPr lang="en-US" sz="3150" dirty="0">
              <a:latin typeface="신세계 Regular" panose="02000300000000000000" pitchFamily="50" charset="-127"/>
              <a:ea typeface="신세계 Regular" panose="02000300000000000000" pitchFamily="50" charset="-127"/>
            </a:endParaRPr>
          </a:p>
        </p:txBody>
      </p:sp>
      <p:sp>
        <p:nvSpPr>
          <p:cNvPr id="8" name="Text 5"/>
          <p:cNvSpPr/>
          <p:nvPr/>
        </p:nvSpPr>
        <p:spPr>
          <a:xfrm>
            <a:off x="-514350" y="1527146"/>
            <a:ext cx="11315700" cy="276225"/>
          </a:xfrm>
          <a:prstGeom prst="rect">
            <a:avLst/>
          </a:prstGeom>
          <a:noFill/>
          <a:ln/>
        </p:spPr>
        <p:txBody>
          <a:bodyPr wrap="square" lIns="25400" tIns="25400" rIns="25400" bIns="25400" rtlCol="0" anchor="t">
            <a:normAutofit/>
          </a:bodyPr>
          <a:lstStyle/>
          <a:p>
            <a:pPr marL="0" indent="0" algn="ctr">
              <a:buNone/>
            </a:pPr>
            <a:r>
              <a:rPr lang="ja-JP" sz="1075" dirty="0">
                <a:solidFill>
                  <a:srgbClr val="6E6E6E"/>
                </a:solidFill>
                <a:latin typeface="Noto Serif JP SemiBold"/>
                <a:ea typeface="Noto Serif JP SemiBold"/>
                <a:cs typeface="Arial" pitchFamily="34" charset="-120"/>
              </a:rPr>
              <a:t>韓国製 · 韓国製プレミアム、耐性リスクを抑えたドイツ製 · 米国製オリジナル</a:t>
            </a:r>
            <a:endParaRPr lang="en-US" sz="1275" dirty="0">
              <a:latin typeface="신세계 Regular" panose="02000300000000000000" pitchFamily="50" charset="-127"/>
              <a:ea typeface="신세계 Regular" panose="02000300000000000000" pitchFamily="50" charset="-127"/>
            </a:endParaRPr>
          </a:p>
        </p:txBody>
      </p:sp>
      <p:sp>
        <p:nvSpPr>
          <p:cNvPr id="131" name="Text 96">
            <a:extLst>
              <a:ext uri="{FF2B5EF4-FFF2-40B4-BE49-F238E27FC236}">
                <a16:creationId xmlns:a16="http://schemas.microsoft.com/office/drawing/2014/main" id="{01CCF82E-6E67-D21C-75CC-00CB5D38759E}"/>
              </a:ext>
            </a:extLst>
          </p:cNvPr>
          <p:cNvSpPr/>
          <p:nvPr/>
        </p:nvSpPr>
        <p:spPr>
          <a:xfrm>
            <a:off x="529167" y="13503293"/>
            <a:ext cx="9237133" cy="187694"/>
          </a:xfrm>
          <a:prstGeom prst="rect">
            <a:avLst/>
          </a:prstGeom>
          <a:noFill/>
          <a:ln/>
        </p:spPr>
        <p:txBody>
          <a:bodyPr wrap="square" lIns="25400" tIns="25400" rIns="514800" bIns="25400" rtlCol="0" anchor="t">
            <a:normAutofit fontScale="92500" lnSpcReduction="10000"/>
          </a:bodyPr>
          <a:lstStyle/>
          <a:p>
            <a:pPr marL="0" indent="0" algn="r">
              <a:buNone/>
            </a:pPr>
            <a:r>
              <a:rPr lang="ja-JP" sz="906" dirty="0">
                <a:solidFill>
                  <a:srgbClr val="6E6E6E"/>
                </a:solidFill>
                <a:latin typeface="Noto Serif JP SemiBold"/>
                <a:ea typeface="Noto Serif JP SemiBold"/>
                <a:cs typeface="GC 16 Mono" pitchFamily="34" charset="-120"/>
              </a:rPr>
              <a:t>* 税別価格（10％）</a:t>
            </a:r>
            <a:endParaRPr lang="en-US" sz="1013" dirty="0">
              <a:latin typeface="신세계 Regular" panose="02000300000000000000" pitchFamily="50" charset="-127"/>
              <a:ea typeface="신세계 Regular" panose="02000300000000000000" pitchFamily="50" charset="-127"/>
            </a:endParaRPr>
          </a:p>
        </p:txBody>
      </p:sp>
      <p:grpSp>
        <p:nvGrpSpPr>
          <p:cNvPr id="328" name="그룹 327">
            <a:extLst>
              <a:ext uri="{FF2B5EF4-FFF2-40B4-BE49-F238E27FC236}">
                <a16:creationId xmlns:a16="http://schemas.microsoft.com/office/drawing/2014/main" id="{05AB8590-411C-EE9D-4293-4945E2A98FA0}"/>
              </a:ext>
            </a:extLst>
          </p:cNvPr>
          <p:cNvGrpSpPr/>
          <p:nvPr/>
        </p:nvGrpSpPr>
        <p:grpSpPr>
          <a:xfrm>
            <a:off x="930580" y="2720019"/>
            <a:ext cx="8316077" cy="971178"/>
            <a:chOff x="930580" y="2720019"/>
            <a:chExt cx="8316077" cy="971178"/>
          </a:xfrm>
        </p:grpSpPr>
        <p:sp>
          <p:nvSpPr>
            <p:cNvPr id="219" name="TextBox 218">
              <a:extLst>
                <a:ext uri="{FF2B5EF4-FFF2-40B4-BE49-F238E27FC236}">
                  <a16:creationId xmlns:a16="http://schemas.microsoft.com/office/drawing/2014/main" id="{CDCF1B7E-5C78-E499-C13D-8FE0A6079BF2}"/>
                </a:ext>
              </a:extLst>
            </p:cNvPr>
            <p:cNvSpPr txBox="1"/>
            <p:nvPr/>
          </p:nvSpPr>
          <p:spPr>
            <a:xfrm>
              <a:off x="930580" y="2720019"/>
              <a:ext cx="1834846"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シワボトックス</a:t>
              </a:r>
            </a:p>
          </p:txBody>
        </p:sp>
        <p:grpSp>
          <p:nvGrpSpPr>
            <p:cNvPr id="227" name="그룹 226">
              <a:extLst>
                <a:ext uri="{FF2B5EF4-FFF2-40B4-BE49-F238E27FC236}">
                  <a16:creationId xmlns:a16="http://schemas.microsoft.com/office/drawing/2014/main" id="{865EBFF4-AD2E-BBD0-524A-36A28B45BFB7}"/>
                </a:ext>
              </a:extLst>
            </p:cNvPr>
            <p:cNvGrpSpPr/>
            <p:nvPr/>
          </p:nvGrpSpPr>
          <p:grpSpPr>
            <a:xfrm>
              <a:off x="1041515" y="3046774"/>
              <a:ext cx="8205142" cy="644423"/>
              <a:chOff x="1041515" y="3046774"/>
              <a:chExt cx="8205142" cy="644423"/>
            </a:xfrm>
          </p:grpSpPr>
          <p:sp>
            <p:nvSpPr>
              <p:cNvPr id="224" name="Shape 7">
                <a:extLst>
                  <a:ext uri="{FF2B5EF4-FFF2-40B4-BE49-F238E27FC236}">
                    <a16:creationId xmlns:a16="http://schemas.microsoft.com/office/drawing/2014/main" id="{64C497E4-2086-0ED9-5619-F593C30E32E7}"/>
                  </a:ext>
                </a:extLst>
              </p:cNvPr>
              <p:cNvSpPr/>
              <p:nvPr/>
            </p:nvSpPr>
            <p:spPr>
              <a:xfrm>
                <a:off x="1041515" y="3046774"/>
                <a:ext cx="8205142" cy="13607"/>
              </a:xfrm>
              <a:prstGeom prst="rect">
                <a:avLst/>
              </a:prstGeom>
              <a:solidFill>
                <a:srgbClr val="2498BD"/>
              </a:solidFill>
              <a:ln/>
            </p:spPr>
          </p:sp>
          <p:sp>
            <p:nvSpPr>
              <p:cNvPr id="225" name="Shape 7">
                <a:extLst>
                  <a:ext uri="{FF2B5EF4-FFF2-40B4-BE49-F238E27FC236}">
                    <a16:creationId xmlns:a16="http://schemas.microsoft.com/office/drawing/2014/main" id="{7D538325-2788-5A2E-7161-56B3B233B3D5}"/>
                  </a:ext>
                </a:extLst>
              </p:cNvPr>
              <p:cNvSpPr/>
              <p:nvPr/>
            </p:nvSpPr>
            <p:spPr>
              <a:xfrm>
                <a:off x="1041515" y="3677590"/>
                <a:ext cx="8205142" cy="13607"/>
              </a:xfrm>
              <a:prstGeom prst="rect">
                <a:avLst/>
              </a:prstGeom>
              <a:solidFill>
                <a:srgbClr val="CCCCCC"/>
              </a:solidFill>
              <a:ln/>
            </p:spPr>
          </p:sp>
        </p:grpSp>
        <p:sp>
          <p:nvSpPr>
            <p:cNvPr id="221" name="Text 11">
              <a:extLst>
                <a:ext uri="{FF2B5EF4-FFF2-40B4-BE49-F238E27FC236}">
                  <a16:creationId xmlns:a16="http://schemas.microsoft.com/office/drawing/2014/main" id="{80F179A6-EA66-9B16-2717-59C71497F913}"/>
                </a:ext>
              </a:extLst>
            </p:cNvPr>
            <p:cNvSpPr/>
            <p:nvPr/>
          </p:nvSpPr>
          <p:spPr>
            <a:xfrm>
              <a:off x="1044691" y="3057438"/>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シワボトックス 1部位  </a:t>
              </a:r>
              <a:r>
                <a:rPr lang="ja-JP" sz="1000" dirty="0">
                  <a:solidFill>
                    <a:srgbClr val="555555"/>
                  </a:solidFill>
                  <a:latin typeface="Noto Serif JP SemiBold"/>
                  <a:ea typeface="Noto Serif JP SemiBold"/>
                  <a:cs typeface="Arial" pitchFamily="34" charset="-120"/>
                </a:rPr>
                <a:t>シワを緩和し、よりゆとりのある表情を取り戻す施術</a:t>
              </a:r>
              <a:endParaRPr lang="en-US" altLang="ko-KR" sz="1000" dirty="0">
                <a:solidFill>
                  <a:srgbClr val="555555"/>
                </a:solidFill>
                <a:latin typeface="신세계 Regular" panose="02000300000000000000" pitchFamily="50" charset="-127"/>
                <a:ea typeface="신세계 Regular" panose="02000300000000000000" pitchFamily="50" charset="-127"/>
                <a:cs typeface="Arial" pitchFamily="34" charset="-120"/>
              </a:endParaRPr>
            </a:p>
            <a:p>
              <a:pPr>
                <a:lnSpc>
                  <a:spcPct val="150000"/>
                </a:lnSpc>
              </a:pPr>
              <a:r>
                <a:rPr lang="ja-JP" sz="1000" dirty="0">
                  <a:solidFill>
                    <a:schemeClr val="bg1">
                      <a:lumMod val="50000"/>
                    </a:schemeClr>
                  </a:solidFill>
                  <a:latin typeface="Noto Serif JP SemiBold"/>
                  <a:ea typeface="Noto Serif JP SemiBold"/>
                  <a:cs typeface="Arial" pitchFamily="34" charset="-120"/>
                </a:rPr>
                <a:t>額 / 眉間 / 目元 / 鼻筋 / 梅干しジワ のうち1つ</a:t>
              </a:r>
            </a:p>
          </p:txBody>
        </p:sp>
        <p:sp>
          <p:nvSpPr>
            <p:cNvPr id="223" name="Text 15">
              <a:extLst>
                <a:ext uri="{FF2B5EF4-FFF2-40B4-BE49-F238E27FC236}">
                  <a16:creationId xmlns:a16="http://schemas.microsoft.com/office/drawing/2014/main" id="{C0164E65-C5D1-28FE-8F33-81311DF0721B}"/>
                </a:ext>
              </a:extLst>
            </p:cNvPr>
            <p:cNvSpPr/>
            <p:nvPr/>
          </p:nvSpPr>
          <p:spPr>
            <a:xfrm>
              <a:off x="7773728" y="3058909"/>
              <a:ext cx="1472928"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ドイツ製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80,000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米国製</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120,000</a:t>
              </a:r>
              <a:endParaRPr lang="en-US" altLang="ko-KR" sz="1400" dirty="0">
                <a:latin typeface="신세계 Bold" panose="02000300000000000000" pitchFamily="50" charset="-127"/>
                <a:ea typeface="신세계 Bold" panose="02000300000000000000" pitchFamily="50" charset="-127"/>
              </a:endParaRPr>
            </a:p>
          </p:txBody>
        </p:sp>
        <p:sp>
          <p:nvSpPr>
            <p:cNvPr id="230" name="Text 15">
              <a:extLst>
                <a:ext uri="{FF2B5EF4-FFF2-40B4-BE49-F238E27FC236}">
                  <a16:creationId xmlns:a16="http://schemas.microsoft.com/office/drawing/2014/main" id="{F0404CE3-1938-4BA9-E17A-2A9B1461746F}"/>
                </a:ext>
              </a:extLst>
            </p:cNvPr>
            <p:cNvSpPr/>
            <p:nvPr/>
          </p:nvSpPr>
          <p:spPr>
            <a:xfrm>
              <a:off x="5441460" y="3058909"/>
              <a:ext cx="2265448"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韓国製</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30,000</a:t>
              </a:r>
            </a:p>
            <a:p>
              <a:pPr algn="r"/>
              <a:r>
                <a:rPr lang="ja-JP" sz="1200" dirty="0">
                  <a:solidFill>
                    <a:srgbClr val="2498BD"/>
                  </a:solidFill>
                  <a:latin typeface="Noto Serif JP SemiBold"/>
                  <a:ea typeface="Noto Serif JP SemiBold"/>
                  <a:cs typeface="GC 16 Mono" pitchFamily="34" charset="-120"/>
                </a:rPr>
                <a:t>プレミアム</a:t>
              </a:r>
              <a:r>
                <a:rPr lang="en-US" altLang="ko-KR" sz="105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50,000</a:t>
              </a:r>
              <a:endParaRPr lang="en-US" altLang="ko-KR" sz="1200" dirty="0">
                <a:solidFill>
                  <a:srgbClr val="1A1A1A"/>
                </a:solidFill>
                <a:latin typeface="신세계 Bold" panose="02000300000000000000" pitchFamily="50" charset="-127"/>
                <a:ea typeface="신세계 Bold" panose="02000300000000000000" pitchFamily="50" charset="-127"/>
                <a:cs typeface="Arial" pitchFamily="34" charset="-120"/>
              </a:endParaRPr>
            </a:p>
          </p:txBody>
        </p:sp>
      </p:grpSp>
      <p:grpSp>
        <p:nvGrpSpPr>
          <p:cNvPr id="312" name="그룹 311">
            <a:extLst>
              <a:ext uri="{FF2B5EF4-FFF2-40B4-BE49-F238E27FC236}">
                <a16:creationId xmlns:a16="http://schemas.microsoft.com/office/drawing/2014/main" id="{D15FC85C-675B-40EF-54E7-C4337D0B5F43}"/>
              </a:ext>
            </a:extLst>
          </p:cNvPr>
          <p:cNvGrpSpPr/>
          <p:nvPr/>
        </p:nvGrpSpPr>
        <p:grpSpPr>
          <a:xfrm>
            <a:off x="930580" y="3950486"/>
            <a:ext cx="8316077" cy="999015"/>
            <a:chOff x="930580" y="3950017"/>
            <a:chExt cx="8316077" cy="999015"/>
          </a:xfrm>
        </p:grpSpPr>
        <p:sp>
          <p:nvSpPr>
            <p:cNvPr id="233" name="TextBox 232">
              <a:extLst>
                <a:ext uri="{FF2B5EF4-FFF2-40B4-BE49-F238E27FC236}">
                  <a16:creationId xmlns:a16="http://schemas.microsoft.com/office/drawing/2014/main" id="{FA64CC32-BF81-F4B1-3DD6-B83C6C9E5E07}"/>
                </a:ext>
              </a:extLst>
            </p:cNvPr>
            <p:cNvSpPr txBox="1"/>
            <p:nvPr/>
          </p:nvSpPr>
          <p:spPr>
            <a:xfrm>
              <a:off x="930580" y="3950017"/>
              <a:ext cx="1834846"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筋肉ボトックス</a:t>
              </a:r>
            </a:p>
          </p:txBody>
        </p:sp>
        <p:grpSp>
          <p:nvGrpSpPr>
            <p:cNvPr id="311" name="그룹 310">
              <a:extLst>
                <a:ext uri="{FF2B5EF4-FFF2-40B4-BE49-F238E27FC236}">
                  <a16:creationId xmlns:a16="http://schemas.microsoft.com/office/drawing/2014/main" id="{31A92C37-89F1-1B91-26CF-5AC51813B5C5}"/>
                </a:ext>
              </a:extLst>
            </p:cNvPr>
            <p:cNvGrpSpPr/>
            <p:nvPr/>
          </p:nvGrpSpPr>
          <p:grpSpPr>
            <a:xfrm>
              <a:off x="1041515" y="4276772"/>
              <a:ext cx="8205142" cy="672260"/>
              <a:chOff x="1041515" y="4276772"/>
              <a:chExt cx="8205142" cy="672260"/>
            </a:xfrm>
          </p:grpSpPr>
          <p:grpSp>
            <p:nvGrpSpPr>
              <p:cNvPr id="304" name="그룹 303">
                <a:extLst>
                  <a:ext uri="{FF2B5EF4-FFF2-40B4-BE49-F238E27FC236}">
                    <a16:creationId xmlns:a16="http://schemas.microsoft.com/office/drawing/2014/main" id="{330FCA49-9D29-9D3E-A4AD-8B8AAEF4D5FC}"/>
                  </a:ext>
                </a:extLst>
              </p:cNvPr>
              <p:cNvGrpSpPr/>
              <p:nvPr/>
            </p:nvGrpSpPr>
            <p:grpSpPr>
              <a:xfrm>
                <a:off x="1044691" y="4287436"/>
                <a:ext cx="8201965" cy="620151"/>
                <a:chOff x="1044691" y="4287436"/>
                <a:chExt cx="8201965" cy="620151"/>
              </a:xfrm>
            </p:grpSpPr>
            <p:sp>
              <p:nvSpPr>
                <p:cNvPr id="236" name="Text 11">
                  <a:extLst>
                    <a:ext uri="{FF2B5EF4-FFF2-40B4-BE49-F238E27FC236}">
                      <a16:creationId xmlns:a16="http://schemas.microsoft.com/office/drawing/2014/main" id="{66560D4C-16FF-EB59-EF44-B776FF7871CD}"/>
                    </a:ext>
                  </a:extLst>
                </p:cNvPr>
                <p:cNvSpPr/>
                <p:nvPr/>
              </p:nvSpPr>
              <p:spPr>
                <a:xfrm>
                  <a:off x="1044691" y="4287436"/>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エラボトックス 50U</a:t>
                  </a:r>
                </a:p>
                <a:p>
                  <a:r>
                    <a:rPr lang="ja-JP" sz="1000" dirty="0">
                      <a:solidFill>
                        <a:srgbClr val="555555"/>
                      </a:solidFill>
                      <a:latin typeface="Noto Serif JP SemiBold"/>
                      <a:ea typeface="Noto Serif JP SemiBold"/>
                      <a:cs typeface="Arial" pitchFamily="34" charset="-120"/>
                    </a:rPr>
                    <a:t>無意識の緊張と角張った顎のラインを緩和し、なめらかに整える施術</a:t>
                  </a:r>
                </a:p>
              </p:txBody>
            </p:sp>
            <p:grpSp>
              <p:nvGrpSpPr>
                <p:cNvPr id="303" name="그룹 302">
                  <a:extLst>
                    <a:ext uri="{FF2B5EF4-FFF2-40B4-BE49-F238E27FC236}">
                      <a16:creationId xmlns:a16="http://schemas.microsoft.com/office/drawing/2014/main" id="{472B86D5-6213-EC89-4FD5-1C6D05CCC53B}"/>
                    </a:ext>
                  </a:extLst>
                </p:cNvPr>
                <p:cNvGrpSpPr/>
                <p:nvPr/>
              </p:nvGrpSpPr>
              <p:grpSpPr>
                <a:xfrm>
                  <a:off x="5572876" y="4288907"/>
                  <a:ext cx="3673780" cy="617208"/>
                  <a:chOff x="5572876" y="4288907"/>
                  <a:chExt cx="3673780" cy="617208"/>
                </a:xfrm>
              </p:grpSpPr>
              <p:sp>
                <p:nvSpPr>
                  <p:cNvPr id="237" name="Text 15">
                    <a:extLst>
                      <a:ext uri="{FF2B5EF4-FFF2-40B4-BE49-F238E27FC236}">
                        <a16:creationId xmlns:a16="http://schemas.microsoft.com/office/drawing/2014/main" id="{C994914D-E8B0-73A3-7063-FCBD0508BF2C}"/>
                      </a:ext>
                    </a:extLst>
                  </p:cNvPr>
                  <p:cNvSpPr/>
                  <p:nvPr/>
                </p:nvSpPr>
                <p:spPr>
                  <a:xfrm>
                    <a:off x="7663492" y="4288907"/>
                    <a:ext cx="1583164"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ドイツ製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150,000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米国製</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300,000</a:t>
                    </a:r>
                    <a:endParaRPr lang="en-US" altLang="ko-KR" sz="1400" dirty="0">
                      <a:latin typeface="신세계 Bold" panose="02000300000000000000" pitchFamily="50" charset="-127"/>
                      <a:ea typeface="신세계 Bold" panose="02000300000000000000" pitchFamily="50" charset="-127"/>
                    </a:endParaRPr>
                  </a:p>
                </p:txBody>
              </p:sp>
              <p:sp>
                <p:nvSpPr>
                  <p:cNvPr id="238" name="Text 15">
                    <a:extLst>
                      <a:ext uri="{FF2B5EF4-FFF2-40B4-BE49-F238E27FC236}">
                        <a16:creationId xmlns:a16="http://schemas.microsoft.com/office/drawing/2014/main" id="{10E55E66-E56D-2CB2-2D0C-4F4844907ABA}"/>
                      </a:ext>
                    </a:extLst>
                  </p:cNvPr>
                  <p:cNvSpPr/>
                  <p:nvPr/>
                </p:nvSpPr>
                <p:spPr>
                  <a:xfrm>
                    <a:off x="5441460" y="4288907"/>
                    <a:ext cx="2265448"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韓国製</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70,000</a:t>
                    </a:r>
                  </a:p>
                  <a:p>
                    <a:pPr algn="r"/>
                    <a:r>
                      <a:rPr lang="ja-JP" sz="1200" dirty="0">
                        <a:solidFill>
                          <a:srgbClr val="2498BD"/>
                        </a:solidFill>
                        <a:latin typeface="Noto Serif JP SemiBold"/>
                        <a:ea typeface="Noto Serif JP SemiBold"/>
                        <a:cs typeface="GC 16 Mono" pitchFamily="34" charset="-120"/>
                      </a:rPr>
                      <a:t>プレミアム</a:t>
                    </a:r>
                    <a:r>
                      <a:rPr lang="en-US" altLang="ko-KR" sz="105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100,000</a:t>
                    </a:r>
                    <a:endParaRPr lang="en-US" altLang="ko-KR" sz="1200" dirty="0">
                      <a:solidFill>
                        <a:srgbClr val="1A1A1A"/>
                      </a:solidFill>
                      <a:latin typeface="신세계 Bold" panose="02000300000000000000" pitchFamily="50" charset="-127"/>
                      <a:ea typeface="신세계 Bold" panose="02000300000000000000" pitchFamily="50" charset="-127"/>
                      <a:cs typeface="Arial" pitchFamily="34" charset="-120"/>
                    </a:endParaRPr>
                  </a:p>
                </p:txBody>
              </p:sp>
            </p:grpSp>
          </p:grpSp>
          <p:grpSp>
            <p:nvGrpSpPr>
              <p:cNvPr id="255" name="그룹 254">
                <a:extLst>
                  <a:ext uri="{FF2B5EF4-FFF2-40B4-BE49-F238E27FC236}">
                    <a16:creationId xmlns:a16="http://schemas.microsoft.com/office/drawing/2014/main" id="{2C74DD2E-7439-186F-57E4-9D83750B8DAD}"/>
                  </a:ext>
                </a:extLst>
              </p:cNvPr>
              <p:cNvGrpSpPr/>
              <p:nvPr/>
            </p:nvGrpSpPr>
            <p:grpSpPr>
              <a:xfrm>
                <a:off x="1041515" y="4276772"/>
                <a:ext cx="8205142" cy="672260"/>
                <a:chOff x="1041515" y="4276772"/>
                <a:chExt cx="8205142" cy="672260"/>
              </a:xfrm>
            </p:grpSpPr>
            <p:sp>
              <p:nvSpPr>
                <p:cNvPr id="239" name="Shape 7">
                  <a:extLst>
                    <a:ext uri="{FF2B5EF4-FFF2-40B4-BE49-F238E27FC236}">
                      <a16:creationId xmlns:a16="http://schemas.microsoft.com/office/drawing/2014/main" id="{D79A5FC2-758E-11B7-5790-F4F3305C3A2E}"/>
                    </a:ext>
                  </a:extLst>
                </p:cNvPr>
                <p:cNvSpPr/>
                <p:nvPr/>
              </p:nvSpPr>
              <p:spPr>
                <a:xfrm>
                  <a:off x="1041515" y="4276772"/>
                  <a:ext cx="8205142" cy="13607"/>
                </a:xfrm>
                <a:prstGeom prst="rect">
                  <a:avLst/>
                </a:prstGeom>
                <a:solidFill>
                  <a:srgbClr val="2498BD"/>
                </a:solidFill>
                <a:ln/>
              </p:spPr>
            </p:sp>
            <p:sp>
              <p:nvSpPr>
                <p:cNvPr id="247" name="Shape 7">
                  <a:extLst>
                    <a:ext uri="{FF2B5EF4-FFF2-40B4-BE49-F238E27FC236}">
                      <a16:creationId xmlns:a16="http://schemas.microsoft.com/office/drawing/2014/main" id="{796CAAFC-167D-39FE-146B-4B8B94795CC6}"/>
                    </a:ext>
                  </a:extLst>
                </p:cNvPr>
                <p:cNvSpPr/>
                <p:nvPr/>
              </p:nvSpPr>
              <p:spPr>
                <a:xfrm>
                  <a:off x="1041515" y="4935425"/>
                  <a:ext cx="8205142" cy="13607"/>
                </a:xfrm>
                <a:prstGeom prst="rect">
                  <a:avLst/>
                </a:prstGeom>
                <a:solidFill>
                  <a:srgbClr val="CCCCCC"/>
                </a:solidFill>
                <a:ln/>
              </p:spPr>
            </p:sp>
          </p:grpSp>
        </p:grpSp>
      </p:grpSp>
      <p:grpSp>
        <p:nvGrpSpPr>
          <p:cNvPr id="318" name="그룹 317">
            <a:extLst>
              <a:ext uri="{FF2B5EF4-FFF2-40B4-BE49-F238E27FC236}">
                <a16:creationId xmlns:a16="http://schemas.microsoft.com/office/drawing/2014/main" id="{1EDF4DA5-83CC-6E14-F87F-740EB70C64CC}"/>
              </a:ext>
            </a:extLst>
          </p:cNvPr>
          <p:cNvGrpSpPr/>
          <p:nvPr/>
        </p:nvGrpSpPr>
        <p:grpSpPr>
          <a:xfrm>
            <a:off x="930580" y="7162351"/>
            <a:ext cx="8316077" cy="1600861"/>
            <a:chOff x="930580" y="6441861"/>
            <a:chExt cx="8316077" cy="1600861"/>
          </a:xfrm>
        </p:grpSpPr>
        <p:sp>
          <p:nvSpPr>
            <p:cNvPr id="263" name="TextBox 262">
              <a:extLst>
                <a:ext uri="{FF2B5EF4-FFF2-40B4-BE49-F238E27FC236}">
                  <a16:creationId xmlns:a16="http://schemas.microsoft.com/office/drawing/2014/main" id="{1000AAE9-A7FF-D955-C56F-30E6B6346E64}"/>
                </a:ext>
              </a:extLst>
            </p:cNvPr>
            <p:cNvSpPr txBox="1"/>
            <p:nvPr/>
          </p:nvSpPr>
          <p:spPr>
            <a:xfrm>
              <a:off x="930580" y="6441861"/>
              <a:ext cx="2065616"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スキンボトックス</a:t>
              </a:r>
            </a:p>
          </p:txBody>
        </p:sp>
        <p:grpSp>
          <p:nvGrpSpPr>
            <p:cNvPr id="317" name="그룹 316">
              <a:extLst>
                <a:ext uri="{FF2B5EF4-FFF2-40B4-BE49-F238E27FC236}">
                  <a16:creationId xmlns:a16="http://schemas.microsoft.com/office/drawing/2014/main" id="{404A5803-B361-DFEF-B47E-6C0D1922DE86}"/>
                </a:ext>
              </a:extLst>
            </p:cNvPr>
            <p:cNvGrpSpPr/>
            <p:nvPr/>
          </p:nvGrpSpPr>
          <p:grpSpPr>
            <a:xfrm>
              <a:off x="1041515" y="6768616"/>
              <a:ext cx="8205142" cy="1274106"/>
              <a:chOff x="1041515" y="6768616"/>
              <a:chExt cx="8205142" cy="1274106"/>
            </a:xfrm>
          </p:grpSpPr>
          <p:grpSp>
            <p:nvGrpSpPr>
              <p:cNvPr id="314" name="그룹 313">
                <a:extLst>
                  <a:ext uri="{FF2B5EF4-FFF2-40B4-BE49-F238E27FC236}">
                    <a16:creationId xmlns:a16="http://schemas.microsoft.com/office/drawing/2014/main" id="{F6DAC86D-47AF-5847-C18C-4353F27AF1AC}"/>
                  </a:ext>
                </a:extLst>
              </p:cNvPr>
              <p:cNvGrpSpPr/>
              <p:nvPr/>
            </p:nvGrpSpPr>
            <p:grpSpPr>
              <a:xfrm>
                <a:off x="1044691" y="6779280"/>
                <a:ext cx="8201965" cy="620151"/>
                <a:chOff x="1044691" y="6779280"/>
                <a:chExt cx="8201965" cy="620151"/>
              </a:xfrm>
            </p:grpSpPr>
            <p:sp>
              <p:nvSpPr>
                <p:cNvPr id="279" name="Text 11">
                  <a:extLst>
                    <a:ext uri="{FF2B5EF4-FFF2-40B4-BE49-F238E27FC236}">
                      <a16:creationId xmlns:a16="http://schemas.microsoft.com/office/drawing/2014/main" id="{D1DFA31A-CB5E-A489-3FEC-38F02A9FDD1F}"/>
                    </a:ext>
                  </a:extLst>
                </p:cNvPr>
                <p:cNvSpPr/>
                <p:nvPr/>
              </p:nvSpPr>
              <p:spPr>
                <a:xfrm>
                  <a:off x="1044691" y="6779280"/>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顔全体 スキンボトックス 3cc</a:t>
                  </a:r>
                </a:p>
                <a:p>
                  <a:r>
                    <a:rPr lang="ja-JP" sz="1000" dirty="0">
                      <a:solidFill>
                        <a:srgbClr val="555555"/>
                      </a:solidFill>
                      <a:latin typeface="Noto Serif JP SemiBold"/>
                      <a:ea typeface="Noto Serif JP SemiBold"/>
                      <a:cs typeface="Arial" pitchFamily="34" charset="-120"/>
                    </a:rPr>
                    <a:t>額・頬の肌質を中心に — 真皮層 · 表皮直下へ微量を細かく均一に注入</a:t>
                  </a:r>
                </a:p>
              </p:txBody>
            </p:sp>
            <p:grpSp>
              <p:nvGrpSpPr>
                <p:cNvPr id="313" name="그룹 312">
                  <a:extLst>
                    <a:ext uri="{FF2B5EF4-FFF2-40B4-BE49-F238E27FC236}">
                      <a16:creationId xmlns:a16="http://schemas.microsoft.com/office/drawing/2014/main" id="{3CE8293B-836F-6E41-AF58-78BC8D16FB7D}"/>
                    </a:ext>
                  </a:extLst>
                </p:cNvPr>
                <p:cNvGrpSpPr/>
                <p:nvPr/>
              </p:nvGrpSpPr>
              <p:grpSpPr>
                <a:xfrm>
                  <a:off x="5572876" y="6780751"/>
                  <a:ext cx="3673780" cy="617208"/>
                  <a:chOff x="5572876" y="6780751"/>
                  <a:chExt cx="3673780" cy="617208"/>
                </a:xfrm>
              </p:grpSpPr>
              <p:sp>
                <p:nvSpPr>
                  <p:cNvPr id="280" name="Text 15">
                    <a:extLst>
                      <a:ext uri="{FF2B5EF4-FFF2-40B4-BE49-F238E27FC236}">
                        <a16:creationId xmlns:a16="http://schemas.microsoft.com/office/drawing/2014/main" id="{1979D21F-DCED-EC8D-93BB-C7ADE617BFE7}"/>
                      </a:ext>
                    </a:extLst>
                  </p:cNvPr>
                  <p:cNvSpPr/>
                  <p:nvPr/>
                </p:nvSpPr>
                <p:spPr>
                  <a:xfrm>
                    <a:off x="7663492" y="6780751"/>
                    <a:ext cx="1583164"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ドイツ製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米国製</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300,000</a:t>
                    </a:r>
                    <a:endParaRPr lang="en-US" altLang="ko-KR" sz="1400" dirty="0">
                      <a:latin typeface="신세계 Bold" panose="02000300000000000000" pitchFamily="50" charset="-127"/>
                      <a:ea typeface="신세계 Bold" panose="02000300000000000000" pitchFamily="50" charset="-127"/>
                    </a:endParaRPr>
                  </a:p>
                </p:txBody>
              </p:sp>
              <p:sp>
                <p:nvSpPr>
                  <p:cNvPr id="281" name="Text 15">
                    <a:extLst>
                      <a:ext uri="{FF2B5EF4-FFF2-40B4-BE49-F238E27FC236}">
                        <a16:creationId xmlns:a16="http://schemas.microsoft.com/office/drawing/2014/main" id="{D330CAB0-478D-C068-8033-00397CCE869E}"/>
                      </a:ext>
                    </a:extLst>
                  </p:cNvPr>
                  <p:cNvSpPr/>
                  <p:nvPr/>
                </p:nvSpPr>
                <p:spPr>
                  <a:xfrm>
                    <a:off x="5441460" y="6780751"/>
                    <a:ext cx="2265448"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韓国製</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100,000</a:t>
                    </a:r>
                  </a:p>
                  <a:p>
                    <a:pPr algn="r"/>
                    <a:r>
                      <a:rPr lang="ja-JP" sz="1200" dirty="0">
                        <a:solidFill>
                          <a:srgbClr val="2498BD"/>
                        </a:solidFill>
                        <a:latin typeface="Noto Serif JP SemiBold"/>
                        <a:ea typeface="Noto Serif JP SemiBold"/>
                        <a:cs typeface="GC 16 Mono" pitchFamily="34" charset="-120"/>
                      </a:rPr>
                      <a:t>プレミアム</a:t>
                    </a:r>
                    <a:r>
                      <a:rPr lang="en-US" altLang="ko-KR" sz="105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150,000</a:t>
                    </a:r>
                    <a:endParaRPr lang="en-US" altLang="ko-KR" sz="1200" dirty="0">
                      <a:solidFill>
                        <a:srgbClr val="1A1A1A"/>
                      </a:solidFill>
                      <a:latin typeface="신세계 Bold" panose="02000300000000000000" pitchFamily="50" charset="-127"/>
                      <a:ea typeface="신세계 Bold" panose="02000300000000000000" pitchFamily="50" charset="-127"/>
                      <a:cs typeface="Arial" pitchFamily="34" charset="-120"/>
                    </a:endParaRPr>
                  </a:p>
                </p:txBody>
              </p:sp>
            </p:grpSp>
          </p:grpSp>
          <p:grpSp>
            <p:nvGrpSpPr>
              <p:cNvPr id="316" name="그룹 315">
                <a:extLst>
                  <a:ext uri="{FF2B5EF4-FFF2-40B4-BE49-F238E27FC236}">
                    <a16:creationId xmlns:a16="http://schemas.microsoft.com/office/drawing/2014/main" id="{1F03FF98-340C-A374-065E-BD307200B4FB}"/>
                  </a:ext>
                </a:extLst>
              </p:cNvPr>
              <p:cNvGrpSpPr/>
              <p:nvPr/>
            </p:nvGrpSpPr>
            <p:grpSpPr>
              <a:xfrm>
                <a:off x="1044691" y="7408963"/>
                <a:ext cx="8201965" cy="620151"/>
                <a:chOff x="1044691" y="7408963"/>
                <a:chExt cx="8201965" cy="620151"/>
              </a:xfrm>
            </p:grpSpPr>
            <p:sp>
              <p:nvSpPr>
                <p:cNvPr id="276" name="Text 11">
                  <a:extLst>
                    <a:ext uri="{FF2B5EF4-FFF2-40B4-BE49-F238E27FC236}">
                      <a16:creationId xmlns:a16="http://schemas.microsoft.com/office/drawing/2014/main" id="{2D4A4A95-8D06-9EEF-05AF-1C9577CD84D5}"/>
                    </a:ext>
                  </a:extLst>
                </p:cNvPr>
                <p:cNvSpPr/>
                <p:nvPr/>
              </p:nvSpPr>
              <p:spPr>
                <a:xfrm>
                  <a:off x="1044691" y="7408963"/>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フェイスラインスキンボトックス 2cc</a:t>
                  </a:r>
                </a:p>
                <a:p>
                  <a:r>
                    <a:rPr lang="ja-JP" sz="1000" dirty="0">
                      <a:solidFill>
                        <a:srgbClr val="555555"/>
                      </a:solidFill>
                      <a:latin typeface="Noto Serif JP SemiBold"/>
                      <a:ea typeface="Noto Serif JP SemiBold"/>
                      <a:cs typeface="Arial" pitchFamily="34" charset="-120"/>
                    </a:rPr>
                    <a:t>フェイスライン・顎下ラインの肌のハリ改善とフェイスラインの引き締め</a:t>
                  </a:r>
                </a:p>
              </p:txBody>
            </p:sp>
            <p:grpSp>
              <p:nvGrpSpPr>
                <p:cNvPr id="315" name="그룹 314">
                  <a:extLst>
                    <a:ext uri="{FF2B5EF4-FFF2-40B4-BE49-F238E27FC236}">
                      <a16:creationId xmlns:a16="http://schemas.microsoft.com/office/drawing/2014/main" id="{67D0D7C4-04B6-84A2-00DC-5EACC417CEED}"/>
                    </a:ext>
                  </a:extLst>
                </p:cNvPr>
                <p:cNvGrpSpPr/>
                <p:nvPr/>
              </p:nvGrpSpPr>
              <p:grpSpPr>
                <a:xfrm>
                  <a:off x="5572876" y="7410434"/>
                  <a:ext cx="3673780" cy="617208"/>
                  <a:chOff x="5572876" y="7410434"/>
                  <a:chExt cx="3673780" cy="617208"/>
                </a:xfrm>
              </p:grpSpPr>
              <p:sp>
                <p:nvSpPr>
                  <p:cNvPr id="277" name="Text 15">
                    <a:extLst>
                      <a:ext uri="{FF2B5EF4-FFF2-40B4-BE49-F238E27FC236}">
                        <a16:creationId xmlns:a16="http://schemas.microsoft.com/office/drawing/2014/main" id="{3F5D0AF5-7D4B-874C-102B-24FBFC45FF24}"/>
                      </a:ext>
                    </a:extLst>
                  </p:cNvPr>
                  <p:cNvSpPr/>
                  <p:nvPr/>
                </p:nvSpPr>
                <p:spPr>
                  <a:xfrm>
                    <a:off x="7663492" y="7410434"/>
                    <a:ext cx="1583164"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ドイツ製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100,000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米国製</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150,000</a:t>
                    </a:r>
                    <a:endParaRPr lang="en-US" altLang="ko-KR" sz="1400" dirty="0">
                      <a:latin typeface="신세계 Bold" panose="02000300000000000000" pitchFamily="50" charset="-127"/>
                      <a:ea typeface="신세계 Bold" panose="02000300000000000000" pitchFamily="50" charset="-127"/>
                    </a:endParaRPr>
                  </a:p>
                </p:txBody>
              </p:sp>
              <p:sp>
                <p:nvSpPr>
                  <p:cNvPr id="278" name="Text 15">
                    <a:extLst>
                      <a:ext uri="{FF2B5EF4-FFF2-40B4-BE49-F238E27FC236}">
                        <a16:creationId xmlns:a16="http://schemas.microsoft.com/office/drawing/2014/main" id="{3C3F511D-9DB6-6EC9-3DCF-876EA807BFD5}"/>
                      </a:ext>
                    </a:extLst>
                  </p:cNvPr>
                  <p:cNvSpPr/>
                  <p:nvPr/>
                </p:nvSpPr>
                <p:spPr>
                  <a:xfrm>
                    <a:off x="5441460" y="7410434"/>
                    <a:ext cx="2265448"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韓国製</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50,000</a:t>
                    </a:r>
                  </a:p>
                  <a:p>
                    <a:pPr algn="r"/>
                    <a:r>
                      <a:rPr lang="ja-JP" sz="1200" dirty="0">
                        <a:solidFill>
                          <a:srgbClr val="2498BD"/>
                        </a:solidFill>
                        <a:latin typeface="Noto Serif JP SemiBold"/>
                        <a:ea typeface="Noto Serif JP SemiBold"/>
                        <a:cs typeface="GC 16 Mono" pitchFamily="34" charset="-120"/>
                      </a:rPr>
                      <a:t>プレミアム</a:t>
                    </a:r>
                    <a:r>
                      <a:rPr lang="en-US" altLang="ko-KR" sz="105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70,000</a:t>
                    </a:r>
                    <a:endParaRPr lang="en-US" altLang="ko-KR" sz="1200" dirty="0">
                      <a:solidFill>
                        <a:srgbClr val="1A1A1A"/>
                      </a:solidFill>
                      <a:latin typeface="신세계 Bold" panose="02000300000000000000" pitchFamily="50" charset="-127"/>
                      <a:ea typeface="신세계 Bold" panose="02000300000000000000" pitchFamily="50" charset="-127"/>
                      <a:cs typeface="Arial" pitchFamily="34" charset="-120"/>
                    </a:endParaRPr>
                  </a:p>
                </p:txBody>
              </p:sp>
            </p:grpSp>
          </p:grpSp>
          <p:grpSp>
            <p:nvGrpSpPr>
              <p:cNvPr id="267" name="그룹 266">
                <a:extLst>
                  <a:ext uri="{FF2B5EF4-FFF2-40B4-BE49-F238E27FC236}">
                    <a16:creationId xmlns:a16="http://schemas.microsoft.com/office/drawing/2014/main" id="{AD221EEB-515D-0710-B22A-94B9FA86AC6E}"/>
                  </a:ext>
                </a:extLst>
              </p:cNvPr>
              <p:cNvGrpSpPr/>
              <p:nvPr/>
            </p:nvGrpSpPr>
            <p:grpSpPr>
              <a:xfrm>
                <a:off x="1041515" y="6768616"/>
                <a:ext cx="8205142" cy="1274106"/>
                <a:chOff x="1041515" y="4276772"/>
                <a:chExt cx="8205142" cy="1274106"/>
              </a:xfrm>
            </p:grpSpPr>
            <p:sp>
              <p:nvSpPr>
                <p:cNvPr id="272" name="Shape 7">
                  <a:extLst>
                    <a:ext uri="{FF2B5EF4-FFF2-40B4-BE49-F238E27FC236}">
                      <a16:creationId xmlns:a16="http://schemas.microsoft.com/office/drawing/2014/main" id="{0525A485-B817-347C-3DCB-54128A586299}"/>
                    </a:ext>
                  </a:extLst>
                </p:cNvPr>
                <p:cNvSpPr/>
                <p:nvPr/>
              </p:nvSpPr>
              <p:spPr>
                <a:xfrm>
                  <a:off x="1041515" y="4276772"/>
                  <a:ext cx="8205142" cy="13607"/>
                </a:xfrm>
                <a:prstGeom prst="rect">
                  <a:avLst/>
                </a:prstGeom>
                <a:solidFill>
                  <a:srgbClr val="2498BD"/>
                </a:solidFill>
                <a:ln/>
              </p:spPr>
            </p:sp>
            <p:sp>
              <p:nvSpPr>
                <p:cNvPr id="273" name="Shape 7">
                  <a:extLst>
                    <a:ext uri="{FF2B5EF4-FFF2-40B4-BE49-F238E27FC236}">
                      <a16:creationId xmlns:a16="http://schemas.microsoft.com/office/drawing/2014/main" id="{85AE7972-A152-B8AF-43B7-DC0392B6B2F0}"/>
                    </a:ext>
                  </a:extLst>
                </p:cNvPr>
                <p:cNvSpPr/>
                <p:nvPr/>
              </p:nvSpPr>
              <p:spPr>
                <a:xfrm>
                  <a:off x="1041515" y="4907588"/>
                  <a:ext cx="8205142" cy="13607"/>
                </a:xfrm>
                <a:prstGeom prst="rect">
                  <a:avLst/>
                </a:prstGeom>
                <a:solidFill>
                  <a:srgbClr val="CCCCCC"/>
                </a:solidFill>
                <a:ln/>
              </p:spPr>
            </p:sp>
            <p:sp>
              <p:nvSpPr>
                <p:cNvPr id="274" name="Shape 7">
                  <a:extLst>
                    <a:ext uri="{FF2B5EF4-FFF2-40B4-BE49-F238E27FC236}">
                      <a16:creationId xmlns:a16="http://schemas.microsoft.com/office/drawing/2014/main" id="{A2B5AEF7-014E-18D9-2AB7-F187E0C80A76}"/>
                    </a:ext>
                  </a:extLst>
                </p:cNvPr>
                <p:cNvSpPr/>
                <p:nvPr/>
              </p:nvSpPr>
              <p:spPr>
                <a:xfrm>
                  <a:off x="1041515" y="5537271"/>
                  <a:ext cx="8205142" cy="13607"/>
                </a:xfrm>
                <a:prstGeom prst="rect">
                  <a:avLst/>
                </a:prstGeom>
                <a:solidFill>
                  <a:srgbClr val="CCCCCC"/>
                </a:solidFill>
                <a:ln/>
              </p:spPr>
            </p:sp>
          </p:grpSp>
        </p:grpSp>
      </p:grpSp>
      <p:grpSp>
        <p:nvGrpSpPr>
          <p:cNvPr id="327" name="그룹 326">
            <a:extLst>
              <a:ext uri="{FF2B5EF4-FFF2-40B4-BE49-F238E27FC236}">
                <a16:creationId xmlns:a16="http://schemas.microsoft.com/office/drawing/2014/main" id="{B039B8DD-91A2-CAAB-0AB2-D17320111790}"/>
              </a:ext>
            </a:extLst>
          </p:cNvPr>
          <p:cNvGrpSpPr/>
          <p:nvPr/>
        </p:nvGrpSpPr>
        <p:grpSpPr>
          <a:xfrm>
            <a:off x="930580" y="9022501"/>
            <a:ext cx="8316077" cy="1600861"/>
            <a:chOff x="930580" y="8302009"/>
            <a:chExt cx="8316077" cy="1600861"/>
          </a:xfrm>
        </p:grpSpPr>
        <p:sp>
          <p:nvSpPr>
            <p:cNvPr id="285" name="TextBox 284">
              <a:extLst>
                <a:ext uri="{FF2B5EF4-FFF2-40B4-BE49-F238E27FC236}">
                  <a16:creationId xmlns:a16="http://schemas.microsoft.com/office/drawing/2014/main" id="{1FF61860-7275-79B9-DBB1-00DC061F7EEF}"/>
                </a:ext>
              </a:extLst>
            </p:cNvPr>
            <p:cNvSpPr txBox="1"/>
            <p:nvPr/>
          </p:nvSpPr>
          <p:spPr>
            <a:xfrm>
              <a:off x="930580" y="8302009"/>
              <a:ext cx="3061235"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多汗症 · ボディボトックス</a:t>
              </a:r>
            </a:p>
          </p:txBody>
        </p:sp>
        <p:grpSp>
          <p:nvGrpSpPr>
            <p:cNvPr id="326" name="그룹 325">
              <a:extLst>
                <a:ext uri="{FF2B5EF4-FFF2-40B4-BE49-F238E27FC236}">
                  <a16:creationId xmlns:a16="http://schemas.microsoft.com/office/drawing/2014/main" id="{E21CA896-0B6B-D40A-6C52-936189436D7E}"/>
                </a:ext>
              </a:extLst>
            </p:cNvPr>
            <p:cNvGrpSpPr/>
            <p:nvPr/>
          </p:nvGrpSpPr>
          <p:grpSpPr>
            <a:xfrm>
              <a:off x="1041515" y="8628764"/>
              <a:ext cx="8205142" cy="1274106"/>
              <a:chOff x="1041515" y="8628764"/>
              <a:chExt cx="8205142" cy="1274106"/>
            </a:xfrm>
          </p:grpSpPr>
          <p:grpSp>
            <p:nvGrpSpPr>
              <p:cNvPr id="320" name="그룹 319">
                <a:extLst>
                  <a:ext uri="{FF2B5EF4-FFF2-40B4-BE49-F238E27FC236}">
                    <a16:creationId xmlns:a16="http://schemas.microsoft.com/office/drawing/2014/main" id="{25351B94-FF58-2BF0-1AA4-D34289BEBAC8}"/>
                  </a:ext>
                </a:extLst>
              </p:cNvPr>
              <p:cNvGrpSpPr/>
              <p:nvPr/>
            </p:nvGrpSpPr>
            <p:grpSpPr>
              <a:xfrm>
                <a:off x="1044691" y="8639428"/>
                <a:ext cx="8201965" cy="620151"/>
                <a:chOff x="1044691" y="8639428"/>
                <a:chExt cx="8201965" cy="620151"/>
              </a:xfrm>
            </p:grpSpPr>
            <p:sp>
              <p:nvSpPr>
                <p:cNvPr id="296" name="Text 11">
                  <a:extLst>
                    <a:ext uri="{FF2B5EF4-FFF2-40B4-BE49-F238E27FC236}">
                      <a16:creationId xmlns:a16="http://schemas.microsoft.com/office/drawing/2014/main" id="{A6BF49D4-244E-134F-A3CD-59E562290087}"/>
                    </a:ext>
                  </a:extLst>
                </p:cNvPr>
                <p:cNvSpPr/>
                <p:nvPr/>
              </p:nvSpPr>
              <p:spPr>
                <a:xfrm>
                  <a:off x="1044691" y="8639428"/>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多汗症ボトックス 100U</a:t>
                  </a:r>
                </a:p>
                <a:p>
                  <a:r>
                    <a:rPr lang="ja-JP" sz="1000" dirty="0">
                      <a:solidFill>
                        <a:srgbClr val="555555"/>
                      </a:solidFill>
                      <a:latin typeface="Noto Serif JP SemiBold"/>
                      <a:ea typeface="Noto Serif JP SemiBold"/>
                      <a:cs typeface="Arial" pitchFamily="34" charset="-120"/>
                    </a:rPr>
                    <a:t>手 / 足 / 脇 のうち1つ</a:t>
                  </a:r>
                </a:p>
              </p:txBody>
            </p:sp>
            <p:grpSp>
              <p:nvGrpSpPr>
                <p:cNvPr id="319" name="그룹 318">
                  <a:extLst>
                    <a:ext uri="{FF2B5EF4-FFF2-40B4-BE49-F238E27FC236}">
                      <a16:creationId xmlns:a16="http://schemas.microsoft.com/office/drawing/2014/main" id="{107D53F5-F119-A814-B98D-C1E44420C2FC}"/>
                    </a:ext>
                  </a:extLst>
                </p:cNvPr>
                <p:cNvGrpSpPr/>
                <p:nvPr/>
              </p:nvGrpSpPr>
              <p:grpSpPr>
                <a:xfrm>
                  <a:off x="5572876" y="8640899"/>
                  <a:ext cx="3673780" cy="617208"/>
                  <a:chOff x="5572876" y="8640899"/>
                  <a:chExt cx="3673780" cy="617208"/>
                </a:xfrm>
              </p:grpSpPr>
              <p:sp>
                <p:nvSpPr>
                  <p:cNvPr id="297" name="Text 15">
                    <a:extLst>
                      <a:ext uri="{FF2B5EF4-FFF2-40B4-BE49-F238E27FC236}">
                        <a16:creationId xmlns:a16="http://schemas.microsoft.com/office/drawing/2014/main" id="{7A52F2EE-CCED-D233-8EB5-CB2905617567}"/>
                      </a:ext>
                    </a:extLst>
                  </p:cNvPr>
                  <p:cNvSpPr/>
                  <p:nvPr/>
                </p:nvSpPr>
                <p:spPr>
                  <a:xfrm>
                    <a:off x="7663492" y="8640899"/>
                    <a:ext cx="1583164"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ドイツ製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400,000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米国製</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500,000</a:t>
                    </a:r>
                    <a:endParaRPr lang="en-US" altLang="ko-KR" sz="1400" dirty="0">
                      <a:latin typeface="신세계 Bold" panose="02000300000000000000" pitchFamily="50" charset="-127"/>
                      <a:ea typeface="신세계 Bold" panose="02000300000000000000" pitchFamily="50" charset="-127"/>
                    </a:endParaRPr>
                  </a:p>
                </p:txBody>
              </p:sp>
              <p:sp>
                <p:nvSpPr>
                  <p:cNvPr id="298" name="Text 15">
                    <a:extLst>
                      <a:ext uri="{FF2B5EF4-FFF2-40B4-BE49-F238E27FC236}">
                        <a16:creationId xmlns:a16="http://schemas.microsoft.com/office/drawing/2014/main" id="{72C57547-4880-BC9A-8E38-0E1565712E95}"/>
                      </a:ext>
                    </a:extLst>
                  </p:cNvPr>
                  <p:cNvSpPr/>
                  <p:nvPr/>
                </p:nvSpPr>
                <p:spPr>
                  <a:xfrm>
                    <a:off x="5441460" y="8640899"/>
                    <a:ext cx="2265448"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韓国製</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p>
                  <a:p>
                    <a:pPr algn="r"/>
                    <a:r>
                      <a:rPr lang="ja-JP" sz="1200" dirty="0">
                        <a:solidFill>
                          <a:srgbClr val="2498BD"/>
                        </a:solidFill>
                        <a:latin typeface="Noto Serif JP SemiBold"/>
                        <a:ea typeface="Noto Serif JP SemiBold"/>
                        <a:cs typeface="GC 16 Mono" pitchFamily="34" charset="-120"/>
                      </a:rPr>
                      <a:t>プレミアム</a:t>
                    </a:r>
                    <a:r>
                      <a:rPr lang="en-US" altLang="ko-KR" sz="105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300,000</a:t>
                    </a:r>
                    <a:endParaRPr lang="en-US" altLang="ko-KR" sz="1200" dirty="0">
                      <a:solidFill>
                        <a:srgbClr val="1A1A1A"/>
                      </a:solidFill>
                      <a:latin typeface="신세계 Bold" panose="02000300000000000000" pitchFamily="50" charset="-127"/>
                      <a:ea typeface="신세계 Bold" panose="02000300000000000000" pitchFamily="50" charset="-127"/>
                      <a:cs typeface="Arial" pitchFamily="34" charset="-120"/>
                    </a:endParaRPr>
                  </a:p>
                </p:txBody>
              </p:sp>
            </p:grpSp>
          </p:grpSp>
          <p:grpSp>
            <p:nvGrpSpPr>
              <p:cNvPr id="325" name="그룹 324">
                <a:extLst>
                  <a:ext uri="{FF2B5EF4-FFF2-40B4-BE49-F238E27FC236}">
                    <a16:creationId xmlns:a16="http://schemas.microsoft.com/office/drawing/2014/main" id="{2C5BACB5-5722-8DCB-C7F0-F73C96DA6903}"/>
                  </a:ext>
                </a:extLst>
              </p:cNvPr>
              <p:cNvGrpSpPr/>
              <p:nvPr/>
            </p:nvGrpSpPr>
            <p:grpSpPr>
              <a:xfrm>
                <a:off x="1044691" y="9269111"/>
                <a:ext cx="8201965" cy="620151"/>
                <a:chOff x="1044691" y="9269111"/>
                <a:chExt cx="8201965" cy="620151"/>
              </a:xfrm>
            </p:grpSpPr>
            <p:sp>
              <p:nvSpPr>
                <p:cNvPr id="293" name="Text 11">
                  <a:extLst>
                    <a:ext uri="{FF2B5EF4-FFF2-40B4-BE49-F238E27FC236}">
                      <a16:creationId xmlns:a16="http://schemas.microsoft.com/office/drawing/2014/main" id="{85E79812-FBE1-4EAA-EC73-2E6B89A6BF2B}"/>
                    </a:ext>
                  </a:extLst>
                </p:cNvPr>
                <p:cNvSpPr/>
                <p:nvPr/>
              </p:nvSpPr>
              <p:spPr>
                <a:xfrm>
                  <a:off x="1044691" y="9269111"/>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ボディボトックス 100U</a:t>
                  </a:r>
                </a:p>
                <a:p>
                  <a:r>
                    <a:rPr lang="ja-JP" sz="1000" dirty="0">
                      <a:solidFill>
                        <a:srgbClr val="555555"/>
                      </a:solidFill>
                      <a:latin typeface="Noto Serif JP SemiBold"/>
                      <a:ea typeface="Noto Serif JP SemiBold"/>
                      <a:cs typeface="Arial" pitchFamily="34" charset="-120"/>
                    </a:rPr>
                    <a:t xml:space="preserve">ふくらはぎ / 太もも（前） / 僧帽筋 のうち1つ · </a:t>
                  </a:r>
                  <a:r>
                    <a:rPr lang="ja-JP" sz="1000" dirty="0">
                      <a:solidFill>
                        <a:srgbClr val="2498BD"/>
                      </a:solidFill>
                      <a:latin typeface="Noto Serif JP SemiBold"/>
                      <a:ea typeface="Noto Serif JP SemiBold"/>
                      <a:cs typeface="Arial" pitchFamily="34" charset="-120"/>
                    </a:rPr>
                    <a:t>オーダーメイドデザイン後の施術</a:t>
                  </a:r>
                </a:p>
              </p:txBody>
            </p:sp>
            <p:grpSp>
              <p:nvGrpSpPr>
                <p:cNvPr id="324" name="그룹 323">
                  <a:extLst>
                    <a:ext uri="{FF2B5EF4-FFF2-40B4-BE49-F238E27FC236}">
                      <a16:creationId xmlns:a16="http://schemas.microsoft.com/office/drawing/2014/main" id="{B0F2FC6C-CD40-F7B2-504C-84A7A67944DC}"/>
                    </a:ext>
                  </a:extLst>
                </p:cNvPr>
                <p:cNvGrpSpPr/>
                <p:nvPr/>
              </p:nvGrpSpPr>
              <p:grpSpPr>
                <a:xfrm>
                  <a:off x="5572876" y="9270582"/>
                  <a:ext cx="3673780" cy="617208"/>
                  <a:chOff x="5572876" y="9270582"/>
                  <a:chExt cx="3673780" cy="617208"/>
                </a:xfrm>
              </p:grpSpPr>
              <p:sp>
                <p:nvSpPr>
                  <p:cNvPr id="294" name="Text 15">
                    <a:extLst>
                      <a:ext uri="{FF2B5EF4-FFF2-40B4-BE49-F238E27FC236}">
                        <a16:creationId xmlns:a16="http://schemas.microsoft.com/office/drawing/2014/main" id="{EFDA83B5-B078-158E-97E7-0631E6E4D65D}"/>
                      </a:ext>
                    </a:extLst>
                  </p:cNvPr>
                  <p:cNvSpPr/>
                  <p:nvPr/>
                </p:nvSpPr>
                <p:spPr>
                  <a:xfrm>
                    <a:off x="7663492" y="9270582"/>
                    <a:ext cx="1583164"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ドイツ製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450,000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米国製</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550,000</a:t>
                    </a:r>
                    <a:endParaRPr lang="en-US" altLang="ko-KR" sz="1400" dirty="0">
                      <a:latin typeface="신세계 Bold" panose="02000300000000000000" pitchFamily="50" charset="-127"/>
                      <a:ea typeface="신세계 Bold" panose="02000300000000000000" pitchFamily="50" charset="-127"/>
                    </a:endParaRPr>
                  </a:p>
                </p:txBody>
              </p:sp>
              <p:sp>
                <p:nvSpPr>
                  <p:cNvPr id="295" name="Text 15">
                    <a:extLst>
                      <a:ext uri="{FF2B5EF4-FFF2-40B4-BE49-F238E27FC236}">
                        <a16:creationId xmlns:a16="http://schemas.microsoft.com/office/drawing/2014/main" id="{DA43CE62-7852-9549-1D19-A0DEAC9C7BFF}"/>
                      </a:ext>
                    </a:extLst>
                  </p:cNvPr>
                  <p:cNvSpPr/>
                  <p:nvPr/>
                </p:nvSpPr>
                <p:spPr>
                  <a:xfrm>
                    <a:off x="5441460" y="9270582"/>
                    <a:ext cx="2265448"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韓国製</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250,000</a:t>
                    </a:r>
                  </a:p>
                  <a:p>
                    <a:pPr algn="r"/>
                    <a:r>
                      <a:rPr lang="ja-JP" sz="1200" dirty="0">
                        <a:solidFill>
                          <a:srgbClr val="2498BD"/>
                        </a:solidFill>
                        <a:latin typeface="Noto Serif JP SemiBold"/>
                        <a:ea typeface="Noto Serif JP SemiBold"/>
                        <a:cs typeface="GC 16 Mono" pitchFamily="34" charset="-120"/>
                      </a:rPr>
                      <a:t>プレミアム</a:t>
                    </a:r>
                    <a:r>
                      <a:rPr lang="en-US" altLang="ko-KR" sz="105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350,000</a:t>
                    </a:r>
                    <a:endParaRPr lang="en-US" altLang="ko-KR" sz="1200" dirty="0">
                      <a:solidFill>
                        <a:srgbClr val="1A1A1A"/>
                      </a:solidFill>
                      <a:latin typeface="신세계 Bold" panose="02000300000000000000" pitchFamily="50" charset="-127"/>
                      <a:ea typeface="신세계 Bold" panose="02000300000000000000" pitchFamily="50" charset="-127"/>
                      <a:cs typeface="Arial" pitchFamily="34" charset="-120"/>
                    </a:endParaRPr>
                  </a:p>
                </p:txBody>
              </p:sp>
            </p:grpSp>
          </p:grpSp>
          <p:grpSp>
            <p:nvGrpSpPr>
              <p:cNvPr id="289" name="그룹 288">
                <a:extLst>
                  <a:ext uri="{FF2B5EF4-FFF2-40B4-BE49-F238E27FC236}">
                    <a16:creationId xmlns:a16="http://schemas.microsoft.com/office/drawing/2014/main" id="{168061F8-0422-B0E1-49D2-49C43FB5A90D}"/>
                  </a:ext>
                </a:extLst>
              </p:cNvPr>
              <p:cNvGrpSpPr/>
              <p:nvPr/>
            </p:nvGrpSpPr>
            <p:grpSpPr>
              <a:xfrm>
                <a:off x="1041515" y="8628764"/>
                <a:ext cx="8205142" cy="1274106"/>
                <a:chOff x="1041515" y="4276772"/>
                <a:chExt cx="8205142" cy="1274106"/>
              </a:xfrm>
            </p:grpSpPr>
            <p:sp>
              <p:nvSpPr>
                <p:cNvPr id="290" name="Shape 7">
                  <a:extLst>
                    <a:ext uri="{FF2B5EF4-FFF2-40B4-BE49-F238E27FC236}">
                      <a16:creationId xmlns:a16="http://schemas.microsoft.com/office/drawing/2014/main" id="{F88CD917-BFF7-82CA-D0F9-5999B4883829}"/>
                    </a:ext>
                  </a:extLst>
                </p:cNvPr>
                <p:cNvSpPr/>
                <p:nvPr/>
              </p:nvSpPr>
              <p:spPr>
                <a:xfrm>
                  <a:off x="1041515" y="4276772"/>
                  <a:ext cx="8205142" cy="13607"/>
                </a:xfrm>
                <a:prstGeom prst="rect">
                  <a:avLst/>
                </a:prstGeom>
                <a:solidFill>
                  <a:srgbClr val="2498BD"/>
                </a:solidFill>
                <a:ln/>
              </p:spPr>
            </p:sp>
            <p:sp>
              <p:nvSpPr>
                <p:cNvPr id="291" name="Shape 7">
                  <a:extLst>
                    <a:ext uri="{FF2B5EF4-FFF2-40B4-BE49-F238E27FC236}">
                      <a16:creationId xmlns:a16="http://schemas.microsoft.com/office/drawing/2014/main" id="{4314EC96-4333-D86F-0765-50FD5598F8E3}"/>
                    </a:ext>
                  </a:extLst>
                </p:cNvPr>
                <p:cNvSpPr/>
                <p:nvPr/>
              </p:nvSpPr>
              <p:spPr>
                <a:xfrm>
                  <a:off x="1041515" y="4907588"/>
                  <a:ext cx="8205142" cy="13607"/>
                </a:xfrm>
                <a:prstGeom prst="rect">
                  <a:avLst/>
                </a:prstGeom>
                <a:solidFill>
                  <a:srgbClr val="CCCCCC"/>
                </a:solidFill>
                <a:ln/>
              </p:spPr>
            </p:sp>
            <p:sp>
              <p:nvSpPr>
                <p:cNvPr id="292" name="Shape 7">
                  <a:extLst>
                    <a:ext uri="{FF2B5EF4-FFF2-40B4-BE49-F238E27FC236}">
                      <a16:creationId xmlns:a16="http://schemas.microsoft.com/office/drawing/2014/main" id="{61858C5A-3A23-C15B-C3CA-AD30496D1BF1}"/>
                    </a:ext>
                  </a:extLst>
                </p:cNvPr>
                <p:cNvSpPr/>
                <p:nvPr/>
              </p:nvSpPr>
              <p:spPr>
                <a:xfrm>
                  <a:off x="1041515" y="5537271"/>
                  <a:ext cx="8205142" cy="13607"/>
                </a:xfrm>
                <a:prstGeom prst="rect">
                  <a:avLst/>
                </a:prstGeom>
                <a:solidFill>
                  <a:srgbClr val="CCCCCC"/>
                </a:solidFill>
                <a:ln/>
              </p:spPr>
            </p:sp>
          </p:grpSp>
        </p:grpSp>
      </p:grpSp>
      <p:grpSp>
        <p:nvGrpSpPr>
          <p:cNvPr id="2" name="그룹 1">
            <a:extLst>
              <a:ext uri="{FF2B5EF4-FFF2-40B4-BE49-F238E27FC236}">
                <a16:creationId xmlns:a16="http://schemas.microsoft.com/office/drawing/2014/main" id="{E849B8FD-A2D7-DB24-A85F-6A11B8F402C1}"/>
              </a:ext>
            </a:extLst>
          </p:cNvPr>
          <p:cNvGrpSpPr/>
          <p:nvPr/>
        </p:nvGrpSpPr>
        <p:grpSpPr>
          <a:xfrm>
            <a:off x="930579" y="5239971"/>
            <a:ext cx="8316077" cy="1631916"/>
            <a:chOff x="930580" y="3950017"/>
            <a:chExt cx="8316077" cy="1631916"/>
          </a:xfrm>
        </p:grpSpPr>
        <p:sp>
          <p:nvSpPr>
            <p:cNvPr id="3" name="TextBox 2">
              <a:extLst>
                <a:ext uri="{FF2B5EF4-FFF2-40B4-BE49-F238E27FC236}">
                  <a16:creationId xmlns:a16="http://schemas.microsoft.com/office/drawing/2014/main" id="{9E1B9771-5EA0-E51F-F8CE-0415AD1350CF}"/>
                </a:ext>
              </a:extLst>
            </p:cNvPr>
            <p:cNvSpPr txBox="1"/>
            <p:nvPr/>
          </p:nvSpPr>
          <p:spPr>
            <a:xfrm>
              <a:off x="930580" y="3950017"/>
              <a:ext cx="2296541"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特殊部位ボトックス</a:t>
              </a:r>
            </a:p>
          </p:txBody>
        </p:sp>
        <p:grpSp>
          <p:nvGrpSpPr>
            <p:cNvPr id="4" name="그룹 3">
              <a:extLst>
                <a:ext uri="{FF2B5EF4-FFF2-40B4-BE49-F238E27FC236}">
                  <a16:creationId xmlns:a16="http://schemas.microsoft.com/office/drawing/2014/main" id="{6155CBC1-8E00-9B8B-04AA-6D075C44235A}"/>
                </a:ext>
              </a:extLst>
            </p:cNvPr>
            <p:cNvGrpSpPr/>
            <p:nvPr/>
          </p:nvGrpSpPr>
          <p:grpSpPr>
            <a:xfrm>
              <a:off x="1041515" y="4276772"/>
              <a:ext cx="8205142" cy="1305161"/>
              <a:chOff x="1041515" y="4276772"/>
              <a:chExt cx="8205142" cy="1305161"/>
            </a:xfrm>
          </p:grpSpPr>
          <p:grpSp>
            <p:nvGrpSpPr>
              <p:cNvPr id="5" name="그룹 4">
                <a:extLst>
                  <a:ext uri="{FF2B5EF4-FFF2-40B4-BE49-F238E27FC236}">
                    <a16:creationId xmlns:a16="http://schemas.microsoft.com/office/drawing/2014/main" id="{5E4A8884-A865-5EE3-4638-76C44B3D5430}"/>
                  </a:ext>
                </a:extLst>
              </p:cNvPr>
              <p:cNvGrpSpPr/>
              <p:nvPr/>
            </p:nvGrpSpPr>
            <p:grpSpPr>
              <a:xfrm>
                <a:off x="1044691" y="4446320"/>
                <a:ext cx="8201965" cy="948561"/>
                <a:chOff x="1044691" y="4446320"/>
                <a:chExt cx="8201965" cy="948561"/>
              </a:xfrm>
            </p:grpSpPr>
            <p:sp>
              <p:nvSpPr>
                <p:cNvPr id="12" name="Text 11">
                  <a:extLst>
                    <a:ext uri="{FF2B5EF4-FFF2-40B4-BE49-F238E27FC236}">
                      <a16:creationId xmlns:a16="http://schemas.microsoft.com/office/drawing/2014/main" id="{B61DCD30-47F7-54DA-A1E2-AB2AF82D33FC}"/>
                    </a:ext>
                  </a:extLst>
                </p:cNvPr>
                <p:cNvSpPr/>
                <p:nvPr/>
              </p:nvSpPr>
              <p:spPr>
                <a:xfrm>
                  <a:off x="1044691" y="4446320"/>
                  <a:ext cx="5660909" cy="948561"/>
                </a:xfrm>
                <a:prstGeom prst="rect">
                  <a:avLst/>
                </a:prstGeom>
                <a:noFill/>
                <a:ln/>
              </p:spPr>
              <p:txBody>
                <a:bodyPr wrap="none" lIns="72000" tIns="0" rIns="72000" bIns="0" rtlCol="0" anchor="ctr" anchorCtr="0">
                  <a:normAutofit lnSpcReduction="10000"/>
                </a:bodyPr>
                <a:lstStyle/>
                <a:p>
                  <a:r>
                    <a:rPr lang="ja-JP" sz="1400" dirty="0">
                      <a:solidFill>
                        <a:srgbClr val="555555"/>
                      </a:solidFill>
                      <a:latin typeface="Noto Serif JP SemiBold"/>
                      <a:ea typeface="Noto Serif JP SemiBold"/>
                      <a:cs typeface="Arial" pitchFamily="34" charset="-120"/>
                    </a:rPr>
                    <a:t>特殊部位ボトックス 50U</a:t>
                  </a:r>
                </a:p>
                <a:p>
                  <a:pPr>
                    <a:lnSpc>
                      <a:spcPct val="110000"/>
                    </a:lnSpc>
                  </a:pPr>
                  <a:r>
                    <a:rPr lang="ja-JP" sz="1000" dirty="0">
                      <a:solidFill>
                        <a:srgbClr val="555555"/>
                      </a:solidFill>
                      <a:latin typeface="Noto Serif JP SemiBold"/>
                      <a:ea typeface="Noto Serif JP SemiBold"/>
                      <a:cs typeface="Arial" pitchFamily="34" charset="-120"/>
                    </a:rPr>
                    <a:t xml:space="preserve">部位ごとの筋肉の過剰な動きを調整し、顔の非対称や </a:t>
                  </a:r>
                  <a:endParaRPr lang="en-US" altLang="ko-KR" sz="1000" dirty="0">
                    <a:solidFill>
                      <a:srgbClr val="555555"/>
                    </a:solidFill>
                    <a:latin typeface="신세계 Regular" panose="02000300000000000000" pitchFamily="50" charset="-127"/>
                    <a:ea typeface="신세계 Regular" panose="02000300000000000000" pitchFamily="50" charset="-127"/>
                    <a:cs typeface="Arial" pitchFamily="34" charset="-120"/>
                  </a:endParaRPr>
                </a:p>
                <a:p>
                  <a:pPr>
                    <a:lnSpc>
                      <a:spcPct val="110000"/>
                    </a:lnSpc>
                  </a:pPr>
                  <a:r>
                    <a:rPr lang="ja-JP" sz="1000" dirty="0">
                      <a:solidFill>
                        <a:srgbClr val="555555"/>
                      </a:solidFill>
                      <a:latin typeface="Noto Serif JP SemiBold"/>
                      <a:ea typeface="Noto Serif JP SemiBold"/>
                      <a:cs typeface="Arial" pitchFamily="34" charset="-120"/>
                    </a:rPr>
                    <a:t xml:space="preserve">表情のクセによるアンバランスを緩和し、 </a:t>
                  </a:r>
                </a:p>
                <a:p>
                  <a:pPr>
                    <a:lnSpc>
                      <a:spcPct val="110000"/>
                    </a:lnSpc>
                  </a:pPr>
                  <a:r>
                    <a:rPr lang="ja-JP" sz="1000" dirty="0">
                      <a:solidFill>
                        <a:srgbClr val="555555"/>
                      </a:solidFill>
                      <a:latin typeface="Noto Serif JP SemiBold"/>
                      <a:ea typeface="Noto Serif JP SemiBold"/>
                      <a:cs typeface="Arial" pitchFamily="34" charset="-120"/>
                    </a:rPr>
                    <a:t>フェイスライン全体が整った印象に導く施術</a:t>
                  </a:r>
                  <a:endParaRPr lang="en-US" altLang="ko-KR" sz="1000" dirty="0">
                    <a:solidFill>
                      <a:srgbClr val="555555"/>
                    </a:solidFill>
                    <a:latin typeface="신세계 Regular" panose="02000300000000000000" pitchFamily="50" charset="-127"/>
                    <a:ea typeface="신세계 Regular" panose="02000300000000000000" pitchFamily="50" charset="-127"/>
                    <a:cs typeface="Arial" pitchFamily="34" charset="-120"/>
                  </a:endParaRPr>
                </a:p>
                <a:p>
                  <a:endParaRPr lang="en-US" altLang="ko-KR" sz="1000" dirty="0">
                    <a:solidFill>
                      <a:schemeClr val="bg1">
                        <a:lumMod val="50000"/>
                      </a:schemeClr>
                    </a:solidFill>
                    <a:latin typeface="신세계 Regular" panose="02000300000000000000" pitchFamily="50" charset="-127"/>
                    <a:ea typeface="신세계 Regular" panose="02000300000000000000" pitchFamily="50" charset="-127"/>
                    <a:cs typeface="Arial" pitchFamily="34" charset="-120"/>
                  </a:endParaRPr>
                </a:p>
                <a:p>
                  <a:r>
                    <a:rPr lang="ja-JP" sz="1000" dirty="0">
                      <a:solidFill>
                        <a:schemeClr val="bg1">
                          <a:lumMod val="50000"/>
                        </a:schemeClr>
                      </a:solidFill>
                      <a:latin typeface="Noto Serif JP SemiBold"/>
                      <a:ea typeface="Noto Serif JP SemiBold"/>
                      <a:cs typeface="Arial" pitchFamily="34" charset="-120"/>
                    </a:rPr>
                    <a:t>小鼻 / 口角 / 上唇のシワ / ガミースマイル / 側頭筋 / 顎下腺 / 耳下腺 のうち1つ</a:t>
                  </a:r>
                  <a:endParaRPr lang="ko-KR" altLang="en-US" sz="1000" dirty="0">
                    <a:solidFill>
                      <a:srgbClr val="555555"/>
                    </a:solidFill>
                    <a:latin typeface="신세계 Regular" panose="02000300000000000000" pitchFamily="50" charset="-127"/>
                    <a:ea typeface="신세계 Regular" panose="02000300000000000000" pitchFamily="50" charset="-127"/>
                    <a:cs typeface="Arial" pitchFamily="34" charset="-120"/>
                  </a:endParaRPr>
                </a:p>
              </p:txBody>
            </p:sp>
            <p:grpSp>
              <p:nvGrpSpPr>
                <p:cNvPr id="13" name="그룹 12">
                  <a:extLst>
                    <a:ext uri="{FF2B5EF4-FFF2-40B4-BE49-F238E27FC236}">
                      <a16:creationId xmlns:a16="http://schemas.microsoft.com/office/drawing/2014/main" id="{D4304D79-9F06-4551-36EC-2A132BE9D396}"/>
                    </a:ext>
                  </a:extLst>
                </p:cNvPr>
                <p:cNvGrpSpPr/>
                <p:nvPr/>
              </p:nvGrpSpPr>
              <p:grpSpPr>
                <a:xfrm>
                  <a:off x="5572876" y="4615560"/>
                  <a:ext cx="3673780" cy="617208"/>
                  <a:chOff x="5572876" y="4615560"/>
                  <a:chExt cx="3673780" cy="617208"/>
                </a:xfrm>
              </p:grpSpPr>
              <p:sp>
                <p:nvSpPr>
                  <p:cNvPr id="14" name="Text 15">
                    <a:extLst>
                      <a:ext uri="{FF2B5EF4-FFF2-40B4-BE49-F238E27FC236}">
                        <a16:creationId xmlns:a16="http://schemas.microsoft.com/office/drawing/2014/main" id="{75FA4010-F522-2DB5-E5D8-BAC0F18BF63D}"/>
                      </a:ext>
                    </a:extLst>
                  </p:cNvPr>
                  <p:cNvSpPr/>
                  <p:nvPr/>
                </p:nvSpPr>
                <p:spPr>
                  <a:xfrm>
                    <a:off x="7663492" y="4615560"/>
                    <a:ext cx="1583164"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ドイツ製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米国製</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350,000</a:t>
                    </a:r>
                    <a:endParaRPr lang="en-US" altLang="ko-KR" sz="1400" dirty="0">
                      <a:latin typeface="신세계 Bold" panose="02000300000000000000" pitchFamily="50" charset="-127"/>
                      <a:ea typeface="신세계 Bold" panose="02000300000000000000" pitchFamily="50" charset="-127"/>
                    </a:endParaRPr>
                  </a:p>
                </p:txBody>
              </p:sp>
              <p:sp>
                <p:nvSpPr>
                  <p:cNvPr id="15" name="Text 15">
                    <a:extLst>
                      <a:ext uri="{FF2B5EF4-FFF2-40B4-BE49-F238E27FC236}">
                        <a16:creationId xmlns:a16="http://schemas.microsoft.com/office/drawing/2014/main" id="{1A6B5D2C-9692-E8DD-E2D7-D7339B9DB2F9}"/>
                      </a:ext>
                    </a:extLst>
                  </p:cNvPr>
                  <p:cNvSpPr/>
                  <p:nvPr/>
                </p:nvSpPr>
                <p:spPr>
                  <a:xfrm>
                    <a:off x="5441460" y="4615560"/>
                    <a:ext cx="2265448"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韓国製</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100,000</a:t>
                    </a:r>
                  </a:p>
                  <a:p>
                    <a:pPr algn="r"/>
                    <a:r>
                      <a:rPr lang="ja-JP" sz="1200" dirty="0">
                        <a:solidFill>
                          <a:srgbClr val="2498BD"/>
                        </a:solidFill>
                        <a:latin typeface="Noto Serif JP SemiBold"/>
                        <a:ea typeface="Noto Serif JP SemiBold"/>
                        <a:cs typeface="GC 16 Mono" pitchFamily="34" charset="-120"/>
                      </a:rPr>
                      <a:t>プレミアム</a:t>
                    </a:r>
                    <a:r>
                      <a:rPr lang="en-US" altLang="ko-KR" sz="105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150,000</a:t>
                    </a:r>
                    <a:endParaRPr lang="en-US" altLang="ko-KR" sz="1200" dirty="0">
                      <a:solidFill>
                        <a:srgbClr val="1A1A1A"/>
                      </a:solidFill>
                      <a:latin typeface="신세계 Bold" panose="02000300000000000000" pitchFamily="50" charset="-127"/>
                      <a:ea typeface="신세계 Bold" panose="02000300000000000000" pitchFamily="50" charset="-127"/>
                      <a:cs typeface="Arial" pitchFamily="34" charset="-120"/>
                    </a:endParaRPr>
                  </a:p>
                </p:txBody>
              </p:sp>
            </p:grpSp>
          </p:grpSp>
          <p:grpSp>
            <p:nvGrpSpPr>
              <p:cNvPr id="9" name="그룹 8">
                <a:extLst>
                  <a:ext uri="{FF2B5EF4-FFF2-40B4-BE49-F238E27FC236}">
                    <a16:creationId xmlns:a16="http://schemas.microsoft.com/office/drawing/2014/main" id="{B7F41EE2-1A65-4EC5-2E54-493C9ACA816D}"/>
                  </a:ext>
                </a:extLst>
              </p:cNvPr>
              <p:cNvGrpSpPr/>
              <p:nvPr/>
            </p:nvGrpSpPr>
            <p:grpSpPr>
              <a:xfrm>
                <a:off x="1041515" y="4276772"/>
                <a:ext cx="8205142" cy="1305161"/>
                <a:chOff x="1041515" y="4276772"/>
                <a:chExt cx="8205142" cy="1305161"/>
              </a:xfrm>
            </p:grpSpPr>
            <p:sp>
              <p:nvSpPr>
                <p:cNvPr id="10" name="Shape 7">
                  <a:extLst>
                    <a:ext uri="{FF2B5EF4-FFF2-40B4-BE49-F238E27FC236}">
                      <a16:creationId xmlns:a16="http://schemas.microsoft.com/office/drawing/2014/main" id="{9807D895-9DAD-BEB9-EACE-AA5C32E247B0}"/>
                    </a:ext>
                  </a:extLst>
                </p:cNvPr>
                <p:cNvSpPr/>
                <p:nvPr/>
              </p:nvSpPr>
              <p:spPr>
                <a:xfrm>
                  <a:off x="1041515" y="4276772"/>
                  <a:ext cx="8205142" cy="13607"/>
                </a:xfrm>
                <a:prstGeom prst="rect">
                  <a:avLst/>
                </a:prstGeom>
                <a:solidFill>
                  <a:srgbClr val="2498BD"/>
                </a:solidFill>
                <a:ln/>
              </p:spPr>
            </p:sp>
            <p:sp>
              <p:nvSpPr>
                <p:cNvPr id="11" name="Shape 7">
                  <a:extLst>
                    <a:ext uri="{FF2B5EF4-FFF2-40B4-BE49-F238E27FC236}">
                      <a16:creationId xmlns:a16="http://schemas.microsoft.com/office/drawing/2014/main" id="{B6672116-9E78-928F-FDC5-1C115CD6F727}"/>
                    </a:ext>
                  </a:extLst>
                </p:cNvPr>
                <p:cNvSpPr/>
                <p:nvPr/>
              </p:nvSpPr>
              <p:spPr>
                <a:xfrm>
                  <a:off x="1041515" y="5568326"/>
                  <a:ext cx="8205142" cy="13607"/>
                </a:xfrm>
                <a:prstGeom prst="rect">
                  <a:avLst/>
                </a:prstGeom>
                <a:solidFill>
                  <a:srgbClr val="CCCCCC"/>
                </a:solidFill>
                <a:ln/>
              </p:spPr>
            </p:sp>
          </p:gr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6" name="Text 3"/>
          <p:cNvSpPr/>
          <p:nvPr/>
        </p:nvSpPr>
        <p:spPr>
          <a:xfrm>
            <a:off x="-514350" y="869777"/>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FILLER</a:t>
            </a:r>
            <a:endParaRPr lang="en-US" sz="1050" dirty="0">
              <a:latin typeface="신세계 Regular" panose="02000300000000000000" pitchFamily="50" charset="-127"/>
              <a:ea typeface="신세계 Regular" panose="02000300000000000000" pitchFamily="50" charset="-127"/>
            </a:endParaRPr>
          </a:p>
        </p:txBody>
      </p:sp>
      <p:sp>
        <p:nvSpPr>
          <p:cNvPr id="7" name="Text 4"/>
          <p:cNvSpPr/>
          <p:nvPr/>
        </p:nvSpPr>
        <p:spPr>
          <a:xfrm>
            <a:off x="-514350" y="1071120"/>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2271" b="1" kern="0" spc="-63" dirty="0">
                <a:solidFill>
                  <a:srgbClr val="2498BD"/>
                </a:solidFill>
                <a:latin typeface="Noto Serif JP SemiBold"/>
                <a:ea typeface="Noto Serif JP SemiBold"/>
                <a:cs typeface="Sinsegye" pitchFamily="34" charset="-120"/>
              </a:rPr>
              <a:t>フィラー</a:t>
            </a:r>
            <a:endParaRPr lang="en-US" sz="3150" dirty="0">
              <a:latin typeface="신세계 Regular" panose="02000300000000000000" pitchFamily="50" charset="-127"/>
              <a:ea typeface="신세계 Regular" panose="02000300000000000000" pitchFamily="50" charset="-127"/>
            </a:endParaRPr>
          </a:p>
        </p:txBody>
      </p:sp>
      <p:sp>
        <p:nvSpPr>
          <p:cNvPr id="8" name="Text 5"/>
          <p:cNvSpPr/>
          <p:nvPr/>
        </p:nvSpPr>
        <p:spPr>
          <a:xfrm>
            <a:off x="-514350" y="1544606"/>
            <a:ext cx="11315700" cy="276225"/>
          </a:xfrm>
          <a:prstGeom prst="rect">
            <a:avLst/>
          </a:prstGeom>
          <a:noFill/>
          <a:ln/>
        </p:spPr>
        <p:txBody>
          <a:bodyPr wrap="square" lIns="25400" tIns="25400" rIns="25400" bIns="25400" rtlCol="0" anchor="t">
            <a:normAutofit/>
          </a:bodyPr>
          <a:lstStyle/>
          <a:p>
            <a:pPr algn="ctr"/>
            <a:r>
              <a:rPr lang="ja-JP" sz="1147" dirty="0">
                <a:solidFill>
                  <a:srgbClr val="6E6E6E"/>
                </a:solidFill>
                <a:latin typeface="Noto Serif JP SemiBold"/>
                <a:ea typeface="Noto Serif JP SemiBold"/>
                <a:cs typeface="Arial" pitchFamily="34" charset="-120"/>
              </a:rPr>
              <a:t>ボリュームを満たす施術</a:t>
            </a:r>
            <a:endParaRPr lang="en-US" sz="1275" dirty="0">
              <a:latin typeface="신세계 Regular" panose="02000300000000000000" pitchFamily="50" charset="-127"/>
              <a:ea typeface="신세계 Regular" panose="02000300000000000000" pitchFamily="50" charset="-127"/>
            </a:endParaRPr>
          </a:p>
        </p:txBody>
      </p:sp>
      <p:sp>
        <p:nvSpPr>
          <p:cNvPr id="73" name="Text 96">
            <a:extLst>
              <a:ext uri="{FF2B5EF4-FFF2-40B4-BE49-F238E27FC236}">
                <a16:creationId xmlns:a16="http://schemas.microsoft.com/office/drawing/2014/main" id="{D5264B2C-F74E-4906-646B-334A930B67C5}"/>
              </a:ext>
            </a:extLst>
          </p:cNvPr>
          <p:cNvSpPr/>
          <p:nvPr/>
        </p:nvSpPr>
        <p:spPr>
          <a:xfrm>
            <a:off x="529167" y="13503293"/>
            <a:ext cx="9237133" cy="187694"/>
          </a:xfrm>
          <a:prstGeom prst="rect">
            <a:avLst/>
          </a:prstGeom>
          <a:noFill/>
          <a:ln/>
        </p:spPr>
        <p:txBody>
          <a:bodyPr wrap="square" lIns="25400" tIns="25400" rIns="514800" bIns="25400" rtlCol="0" anchor="t">
            <a:normAutofit fontScale="92500" lnSpcReduction="10000"/>
          </a:bodyPr>
          <a:lstStyle/>
          <a:p>
            <a:pPr marL="0" indent="0" algn="r">
              <a:buNone/>
            </a:pPr>
            <a:r>
              <a:rPr lang="ja-JP" sz="906" dirty="0">
                <a:solidFill>
                  <a:srgbClr val="6E6E6E"/>
                </a:solidFill>
                <a:latin typeface="Noto Serif JP SemiBold"/>
                <a:ea typeface="Noto Serif JP SemiBold"/>
                <a:cs typeface="GC 16 Mono" pitchFamily="34" charset="-120"/>
              </a:rPr>
              <a:t>* 税別価格（10％）</a:t>
            </a:r>
            <a:endParaRPr lang="en-US" sz="1013" dirty="0">
              <a:latin typeface="신세계 Regular" panose="02000300000000000000" pitchFamily="50" charset="-127"/>
              <a:ea typeface="신세계 Regular" panose="02000300000000000000" pitchFamily="50" charset="-127"/>
            </a:endParaRPr>
          </a:p>
        </p:txBody>
      </p:sp>
      <p:grpSp>
        <p:nvGrpSpPr>
          <p:cNvPr id="264" name="그룹 263">
            <a:extLst>
              <a:ext uri="{FF2B5EF4-FFF2-40B4-BE49-F238E27FC236}">
                <a16:creationId xmlns:a16="http://schemas.microsoft.com/office/drawing/2014/main" id="{41964D08-743C-BD07-BDBA-D2BF47465CFE}"/>
              </a:ext>
            </a:extLst>
          </p:cNvPr>
          <p:cNvGrpSpPr/>
          <p:nvPr/>
        </p:nvGrpSpPr>
        <p:grpSpPr>
          <a:xfrm>
            <a:off x="930580" y="2720019"/>
            <a:ext cx="8316077" cy="2131206"/>
            <a:chOff x="930580" y="2720019"/>
            <a:chExt cx="8316077" cy="2131206"/>
          </a:xfrm>
        </p:grpSpPr>
        <p:grpSp>
          <p:nvGrpSpPr>
            <p:cNvPr id="205" name="그룹 204">
              <a:extLst>
                <a:ext uri="{FF2B5EF4-FFF2-40B4-BE49-F238E27FC236}">
                  <a16:creationId xmlns:a16="http://schemas.microsoft.com/office/drawing/2014/main" id="{4DF25302-C46E-E95E-5C11-F89F82025C73}"/>
                </a:ext>
              </a:extLst>
            </p:cNvPr>
            <p:cNvGrpSpPr/>
            <p:nvPr/>
          </p:nvGrpSpPr>
          <p:grpSpPr>
            <a:xfrm>
              <a:off x="1041515" y="3046774"/>
              <a:ext cx="8205142" cy="1804451"/>
              <a:chOff x="1041515" y="3046774"/>
              <a:chExt cx="8205142" cy="1804451"/>
            </a:xfrm>
          </p:grpSpPr>
          <p:sp>
            <p:nvSpPr>
              <p:cNvPr id="198" name="Shape 7">
                <a:extLst>
                  <a:ext uri="{FF2B5EF4-FFF2-40B4-BE49-F238E27FC236}">
                    <a16:creationId xmlns:a16="http://schemas.microsoft.com/office/drawing/2014/main" id="{9EBF731F-EF48-1237-9080-A254479644E3}"/>
                  </a:ext>
                </a:extLst>
              </p:cNvPr>
              <p:cNvSpPr/>
              <p:nvPr/>
            </p:nvSpPr>
            <p:spPr>
              <a:xfrm>
                <a:off x="1041515" y="4066521"/>
                <a:ext cx="8205142" cy="13607"/>
              </a:xfrm>
              <a:prstGeom prst="rect">
                <a:avLst/>
              </a:prstGeom>
              <a:solidFill>
                <a:srgbClr val="CCCCCC"/>
              </a:solidFill>
              <a:ln/>
            </p:spPr>
          </p:sp>
          <p:sp>
            <p:nvSpPr>
              <p:cNvPr id="154" name="Shape 7">
                <a:extLst>
                  <a:ext uri="{FF2B5EF4-FFF2-40B4-BE49-F238E27FC236}">
                    <a16:creationId xmlns:a16="http://schemas.microsoft.com/office/drawing/2014/main" id="{3DBD9DE7-69F8-0411-E992-249E9A106987}"/>
                  </a:ext>
                </a:extLst>
              </p:cNvPr>
              <p:cNvSpPr/>
              <p:nvPr/>
            </p:nvSpPr>
            <p:spPr>
              <a:xfrm>
                <a:off x="1041515" y="3046774"/>
                <a:ext cx="8205142" cy="13607"/>
              </a:xfrm>
              <a:prstGeom prst="rect">
                <a:avLst/>
              </a:prstGeom>
              <a:solidFill>
                <a:srgbClr val="2498BD"/>
              </a:solidFill>
              <a:ln/>
            </p:spPr>
          </p:sp>
          <p:sp>
            <p:nvSpPr>
              <p:cNvPr id="155" name="Shape 7">
                <a:extLst>
                  <a:ext uri="{FF2B5EF4-FFF2-40B4-BE49-F238E27FC236}">
                    <a16:creationId xmlns:a16="http://schemas.microsoft.com/office/drawing/2014/main" id="{29A1914E-207F-F0F0-DECB-BE481023B04A}"/>
                  </a:ext>
                </a:extLst>
              </p:cNvPr>
              <p:cNvSpPr/>
              <p:nvPr/>
            </p:nvSpPr>
            <p:spPr>
              <a:xfrm>
                <a:off x="1041515" y="3434535"/>
                <a:ext cx="8205142" cy="13607"/>
              </a:xfrm>
              <a:prstGeom prst="rect">
                <a:avLst/>
              </a:prstGeom>
              <a:solidFill>
                <a:srgbClr val="CCCCCC"/>
              </a:solidFill>
              <a:ln/>
            </p:spPr>
          </p:sp>
          <p:sp>
            <p:nvSpPr>
              <p:cNvPr id="178" name="Shape 7">
                <a:extLst>
                  <a:ext uri="{FF2B5EF4-FFF2-40B4-BE49-F238E27FC236}">
                    <a16:creationId xmlns:a16="http://schemas.microsoft.com/office/drawing/2014/main" id="{5EE53BE9-CD95-852C-B132-4BF5D67192E1}"/>
                  </a:ext>
                </a:extLst>
              </p:cNvPr>
              <p:cNvSpPr/>
              <p:nvPr/>
            </p:nvSpPr>
            <p:spPr>
              <a:xfrm>
                <a:off x="1041515" y="4452215"/>
                <a:ext cx="8205142" cy="13607"/>
              </a:xfrm>
              <a:prstGeom prst="rect">
                <a:avLst/>
              </a:prstGeom>
              <a:solidFill>
                <a:srgbClr val="CCCCCC"/>
              </a:solidFill>
              <a:ln/>
            </p:spPr>
          </p:sp>
          <p:sp>
            <p:nvSpPr>
              <p:cNvPr id="184" name="Shape 7">
                <a:extLst>
                  <a:ext uri="{FF2B5EF4-FFF2-40B4-BE49-F238E27FC236}">
                    <a16:creationId xmlns:a16="http://schemas.microsoft.com/office/drawing/2014/main" id="{C38301E5-C881-2C16-3E1D-5B2EC1A19635}"/>
                  </a:ext>
                </a:extLst>
              </p:cNvPr>
              <p:cNvSpPr/>
              <p:nvPr/>
            </p:nvSpPr>
            <p:spPr>
              <a:xfrm>
                <a:off x="1041515" y="4837618"/>
                <a:ext cx="8205142" cy="13607"/>
              </a:xfrm>
              <a:prstGeom prst="rect">
                <a:avLst/>
              </a:prstGeom>
              <a:solidFill>
                <a:srgbClr val="CCCCCC"/>
              </a:solidFill>
              <a:ln/>
            </p:spPr>
          </p:sp>
        </p:grpSp>
        <p:grpSp>
          <p:nvGrpSpPr>
            <p:cNvPr id="261" name="그룹 260">
              <a:extLst>
                <a:ext uri="{FF2B5EF4-FFF2-40B4-BE49-F238E27FC236}">
                  <a16:creationId xmlns:a16="http://schemas.microsoft.com/office/drawing/2014/main" id="{D2A525AC-7220-4717-B071-BBBD64225C34}"/>
                </a:ext>
              </a:extLst>
            </p:cNvPr>
            <p:cNvGrpSpPr/>
            <p:nvPr/>
          </p:nvGrpSpPr>
          <p:grpSpPr>
            <a:xfrm>
              <a:off x="1044691" y="3446369"/>
              <a:ext cx="8201965" cy="620151"/>
              <a:chOff x="1044691" y="3446369"/>
              <a:chExt cx="8201965" cy="620151"/>
            </a:xfrm>
          </p:grpSpPr>
          <p:sp>
            <p:nvSpPr>
              <p:cNvPr id="193" name="Text 11">
                <a:extLst>
                  <a:ext uri="{FF2B5EF4-FFF2-40B4-BE49-F238E27FC236}">
                    <a16:creationId xmlns:a16="http://schemas.microsoft.com/office/drawing/2014/main" id="{E33B0C1A-D9EB-9959-73C1-B7259EF8AE30}"/>
                  </a:ext>
                </a:extLst>
              </p:cNvPr>
              <p:cNvSpPr/>
              <p:nvPr/>
            </p:nvSpPr>
            <p:spPr>
              <a:xfrm>
                <a:off x="1044691" y="3446369"/>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ジュビダーム / ベロテロ</a:t>
                </a:r>
                <a:endParaRPr lang="en-US" altLang="ko-KR" sz="1400" dirty="0">
                  <a:solidFill>
                    <a:srgbClr val="555555"/>
                  </a:solidFill>
                  <a:latin typeface="신세계 Medium" panose="02000300000000000000" pitchFamily="50" charset="-127"/>
                  <a:ea typeface="신세계 Medium" panose="02000300000000000000" pitchFamily="50" charset="-127"/>
                  <a:cs typeface="Arial" pitchFamily="34" charset="-120"/>
                </a:endParaRPr>
              </a:p>
              <a:p>
                <a:r>
                  <a:rPr lang="ja-JP" sz="950" dirty="0">
                    <a:solidFill>
                      <a:srgbClr val="555555"/>
                    </a:solidFill>
                    <a:latin typeface="Noto Serif JP SemiBold"/>
                    <a:ea typeface="Noto Serif JP SemiBold"/>
                    <a:cs typeface="Arial" pitchFamily="34" charset="-120"/>
                  </a:rPr>
                  <a:t>グローバル製薬会社のプレミアムヒアルロン酸（HA）フィラー</a:t>
                </a:r>
              </a:p>
            </p:txBody>
          </p:sp>
          <p:sp>
            <p:nvSpPr>
              <p:cNvPr id="195" name="Text 15">
                <a:extLst>
                  <a:ext uri="{FF2B5EF4-FFF2-40B4-BE49-F238E27FC236}">
                    <a16:creationId xmlns:a16="http://schemas.microsoft.com/office/drawing/2014/main" id="{A6BA7195-8D5B-2C0B-1AE8-2923DA791415}"/>
                  </a:ext>
                </a:extLst>
              </p:cNvPr>
              <p:cNvSpPr/>
              <p:nvPr/>
            </p:nvSpPr>
            <p:spPr>
              <a:xfrm>
                <a:off x="4554380" y="3447840"/>
                <a:ext cx="4692276"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顔 1cc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400,000</a:t>
                </a:r>
                <a:endParaRPr lang="en-US" altLang="ko-KR" sz="1400" dirty="0">
                  <a:latin typeface="신세계 Bold" panose="02000300000000000000" pitchFamily="50" charset="-127"/>
                  <a:ea typeface="신세계 Bold" panose="02000300000000000000" pitchFamily="50" charset="-127"/>
                </a:endParaRPr>
              </a:p>
              <a:p>
                <a:pPr algn="r"/>
                <a:r>
                  <a:rPr lang="ja-JP" sz="1140" dirty="0">
                    <a:solidFill>
                      <a:srgbClr val="2498BD"/>
                    </a:solidFill>
                    <a:latin typeface="Noto Serif JP SemiBold"/>
                    <a:ea typeface="Noto Serif JP SemiBold"/>
                    <a:cs typeface="GC 16 Mono" pitchFamily="34" charset="-120"/>
                  </a:rPr>
                  <a:t xml:space="preserve">涙袋 · 目の下 · 特殊部位 · 眉間 · まぶた · 眉骨上 1cc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550,000</a:t>
                </a:r>
                <a:endParaRPr lang="en-US" altLang="ko-KR" sz="1400" dirty="0">
                  <a:latin typeface="신세계 Bold" panose="02000300000000000000" pitchFamily="50" charset="-127"/>
                  <a:ea typeface="신세계 Bold" panose="02000300000000000000" pitchFamily="50" charset="-127"/>
                </a:endParaRPr>
              </a:p>
            </p:txBody>
          </p:sp>
        </p:grpSp>
        <p:grpSp>
          <p:nvGrpSpPr>
            <p:cNvPr id="260" name="그룹 259">
              <a:extLst>
                <a:ext uri="{FF2B5EF4-FFF2-40B4-BE49-F238E27FC236}">
                  <a16:creationId xmlns:a16="http://schemas.microsoft.com/office/drawing/2014/main" id="{0A5E9A65-2D3C-0D8F-358A-721B3D595AD5}"/>
                </a:ext>
              </a:extLst>
            </p:cNvPr>
            <p:cNvGrpSpPr/>
            <p:nvPr/>
          </p:nvGrpSpPr>
          <p:grpSpPr>
            <a:xfrm>
              <a:off x="1044691" y="3057439"/>
              <a:ext cx="8201966" cy="375481"/>
              <a:chOff x="1044691" y="3057439"/>
              <a:chExt cx="8201966" cy="375481"/>
            </a:xfrm>
          </p:grpSpPr>
          <p:sp>
            <p:nvSpPr>
              <p:cNvPr id="163" name="Text 11">
                <a:extLst>
                  <a:ext uri="{FF2B5EF4-FFF2-40B4-BE49-F238E27FC236}">
                    <a16:creationId xmlns:a16="http://schemas.microsoft.com/office/drawing/2014/main" id="{87EAF4CA-42A5-1C5F-3389-0A0FC6660FA2}"/>
                  </a:ext>
                </a:extLst>
              </p:cNvPr>
              <p:cNvSpPr/>
              <p:nvPr/>
            </p:nvSpPr>
            <p:spPr>
              <a:xfrm>
                <a:off x="1044691" y="3057439"/>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セレステラ  </a:t>
                </a:r>
                <a:r>
                  <a:rPr lang="ja-JP" sz="1000" dirty="0">
                    <a:solidFill>
                      <a:srgbClr val="555555"/>
                    </a:solidFill>
                    <a:latin typeface="Noto Serif JP SemiBold"/>
                    <a:ea typeface="Noto Serif JP SemiBold"/>
                    <a:cs typeface="Arial" pitchFamily="34" charset="-120"/>
                  </a:rPr>
                  <a:t>ヒアルロン酸（HA）基盤フィラー</a:t>
                </a:r>
              </a:p>
            </p:txBody>
          </p:sp>
          <p:sp>
            <p:nvSpPr>
              <p:cNvPr id="164" name="Text 15">
                <a:extLst>
                  <a:ext uri="{FF2B5EF4-FFF2-40B4-BE49-F238E27FC236}">
                    <a16:creationId xmlns:a16="http://schemas.microsoft.com/office/drawing/2014/main" id="{F8FBEDF1-4FCD-03C5-CA11-21476938FCDB}"/>
                  </a:ext>
                </a:extLst>
              </p:cNvPr>
              <p:cNvSpPr/>
              <p:nvPr/>
            </p:nvSpPr>
            <p:spPr>
              <a:xfrm>
                <a:off x="6981209" y="3058910"/>
                <a:ext cx="2265448" cy="372539"/>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顔 1cc</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 150,000</a:t>
                </a:r>
              </a:p>
            </p:txBody>
          </p:sp>
        </p:grpSp>
        <p:grpSp>
          <p:nvGrpSpPr>
            <p:cNvPr id="262" name="그룹 261">
              <a:extLst>
                <a:ext uri="{FF2B5EF4-FFF2-40B4-BE49-F238E27FC236}">
                  <a16:creationId xmlns:a16="http://schemas.microsoft.com/office/drawing/2014/main" id="{B656D27A-7F4A-C39E-9D57-9AA8172A1612}"/>
                </a:ext>
              </a:extLst>
            </p:cNvPr>
            <p:cNvGrpSpPr/>
            <p:nvPr/>
          </p:nvGrpSpPr>
          <p:grpSpPr>
            <a:xfrm>
              <a:off x="1044691" y="4081063"/>
              <a:ext cx="8201966" cy="375481"/>
              <a:chOff x="1044691" y="4081063"/>
              <a:chExt cx="8201966" cy="375481"/>
            </a:xfrm>
          </p:grpSpPr>
          <p:sp>
            <p:nvSpPr>
              <p:cNvPr id="181" name="Text 11">
                <a:extLst>
                  <a:ext uri="{FF2B5EF4-FFF2-40B4-BE49-F238E27FC236}">
                    <a16:creationId xmlns:a16="http://schemas.microsoft.com/office/drawing/2014/main" id="{5DDEC076-EA72-5CE5-B7E5-368645567F99}"/>
                  </a:ext>
                </a:extLst>
              </p:cNvPr>
              <p:cNvSpPr/>
              <p:nvPr/>
            </p:nvSpPr>
            <p:spPr>
              <a:xfrm>
                <a:off x="1044691" y="4081063"/>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レスチレン </a:t>
                </a:r>
                <a:r>
                  <a:rPr lang="ja-JP" sz="1000" dirty="0">
                    <a:solidFill>
                      <a:srgbClr val="555555"/>
                    </a:solidFill>
                    <a:latin typeface="Noto Serif JP SemiBold"/>
                    <a:ea typeface="Noto Serif JP SemiBold"/>
                    <a:cs typeface="Arial" pitchFamily="34" charset="-120"/>
                  </a:rPr>
                  <a:t>スウェーデン Galderma Restylaneのプレミアムヒアルロン酸（HA）フィラー</a:t>
                </a:r>
              </a:p>
            </p:txBody>
          </p:sp>
          <p:sp>
            <p:nvSpPr>
              <p:cNvPr id="182" name="Text 15">
                <a:extLst>
                  <a:ext uri="{FF2B5EF4-FFF2-40B4-BE49-F238E27FC236}">
                    <a16:creationId xmlns:a16="http://schemas.microsoft.com/office/drawing/2014/main" id="{596C1295-C235-E9E6-43AF-3088E22C78A8}"/>
                  </a:ext>
                </a:extLst>
              </p:cNvPr>
              <p:cNvSpPr/>
              <p:nvPr/>
            </p:nvSpPr>
            <p:spPr>
              <a:xfrm>
                <a:off x="6981209" y="4082534"/>
                <a:ext cx="2265448" cy="372539"/>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顔 1cc</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 450,000</a:t>
                </a:r>
              </a:p>
            </p:txBody>
          </p:sp>
        </p:grpSp>
        <p:grpSp>
          <p:nvGrpSpPr>
            <p:cNvPr id="263" name="그룹 262">
              <a:extLst>
                <a:ext uri="{FF2B5EF4-FFF2-40B4-BE49-F238E27FC236}">
                  <a16:creationId xmlns:a16="http://schemas.microsoft.com/office/drawing/2014/main" id="{FAD48DA6-9AE7-E46A-949A-669960D71A8B}"/>
                </a:ext>
              </a:extLst>
            </p:cNvPr>
            <p:cNvGrpSpPr/>
            <p:nvPr/>
          </p:nvGrpSpPr>
          <p:grpSpPr>
            <a:xfrm>
              <a:off x="1044691" y="4460522"/>
              <a:ext cx="8201966" cy="375481"/>
              <a:chOff x="1044691" y="4460522"/>
              <a:chExt cx="8201966" cy="375481"/>
            </a:xfrm>
          </p:grpSpPr>
          <p:sp>
            <p:nvSpPr>
              <p:cNvPr id="186" name="Text 11">
                <a:extLst>
                  <a:ext uri="{FF2B5EF4-FFF2-40B4-BE49-F238E27FC236}">
                    <a16:creationId xmlns:a16="http://schemas.microsoft.com/office/drawing/2014/main" id="{816E0619-1566-D457-E04B-797E733CAF27}"/>
                  </a:ext>
                </a:extLst>
              </p:cNvPr>
              <p:cNvSpPr/>
              <p:nvPr/>
            </p:nvSpPr>
            <p:spPr>
              <a:xfrm>
                <a:off x="1044691" y="4460522"/>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フィラーパッケージ  </a:t>
                </a:r>
                <a:r>
                  <a:rPr lang="ja-JP" sz="1000" dirty="0">
                    <a:solidFill>
                      <a:srgbClr val="555555"/>
                    </a:solidFill>
                    <a:latin typeface="Noto Serif JP SemiBold"/>
                    <a:ea typeface="Noto Serif JP SemiBold"/>
                    <a:cs typeface="Arial" pitchFamily="34" charset="-120"/>
                  </a:rPr>
                  <a:t>3cc以上可能</a:t>
                </a:r>
              </a:p>
            </p:txBody>
          </p:sp>
          <p:sp>
            <p:nvSpPr>
              <p:cNvPr id="187" name="Text 15">
                <a:extLst>
                  <a:ext uri="{FF2B5EF4-FFF2-40B4-BE49-F238E27FC236}">
                    <a16:creationId xmlns:a16="http://schemas.microsoft.com/office/drawing/2014/main" id="{07206E08-754E-0E95-F4F3-42526515707B}"/>
                  </a:ext>
                </a:extLst>
              </p:cNvPr>
              <p:cNvSpPr/>
              <p:nvPr/>
            </p:nvSpPr>
            <p:spPr>
              <a:xfrm>
                <a:off x="6981209" y="4461993"/>
                <a:ext cx="2265448" cy="372539"/>
              </a:xfrm>
              <a:prstGeom prst="rect">
                <a:avLst/>
              </a:prstGeom>
              <a:noFill/>
              <a:ln/>
            </p:spPr>
            <p:txBody>
              <a:bodyPr wrap="none" lIns="72000" tIns="0" rIns="72000" bIns="0" rtlCol="0" anchor="ctr" anchorCtr="0">
                <a:noAutofit/>
              </a:bodyPr>
              <a:lstStyle/>
              <a:p>
                <a:pPr algn="r"/>
                <a:r>
                  <a:rPr lang="ja-JP" sz="1400" dirty="0">
                    <a:solidFill>
                      <a:srgbClr val="1A1A1A"/>
                    </a:solidFill>
                    <a:latin typeface="Noto Serif JP SemiBold"/>
                    <a:ea typeface="Noto Serif JP SemiBold"/>
                    <a:cs typeface="Arial" pitchFamily="34" charset="-120"/>
                  </a:rPr>
                  <a:t>カウンセリング後に決定</a:t>
                </a:r>
              </a:p>
            </p:txBody>
          </p:sp>
        </p:grpSp>
        <p:sp>
          <p:nvSpPr>
            <p:cNvPr id="157" name="TextBox 156">
              <a:extLst>
                <a:ext uri="{FF2B5EF4-FFF2-40B4-BE49-F238E27FC236}">
                  <a16:creationId xmlns:a16="http://schemas.microsoft.com/office/drawing/2014/main" id="{BD344E0D-6C42-26B8-5AFA-9C072F36D0E6}"/>
                </a:ext>
              </a:extLst>
            </p:cNvPr>
            <p:cNvSpPr txBox="1"/>
            <p:nvPr/>
          </p:nvSpPr>
          <p:spPr>
            <a:xfrm>
              <a:off x="930580" y="2720019"/>
              <a:ext cx="2065616"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フェイスフィラー</a:t>
              </a:r>
            </a:p>
          </p:txBody>
        </p:sp>
        <p:sp>
          <p:nvSpPr>
            <p:cNvPr id="166" name="Text 9">
              <a:extLst>
                <a:ext uri="{FF2B5EF4-FFF2-40B4-BE49-F238E27FC236}">
                  <a16:creationId xmlns:a16="http://schemas.microsoft.com/office/drawing/2014/main" id="{0B3FE6CB-582E-126C-4813-E9A8D4527D20}"/>
                </a:ext>
              </a:extLst>
            </p:cNvPr>
            <p:cNvSpPr/>
            <p:nvPr/>
          </p:nvSpPr>
          <p:spPr>
            <a:xfrm>
              <a:off x="7494524" y="2780484"/>
              <a:ext cx="1752133" cy="248402"/>
            </a:xfrm>
            <a:prstGeom prst="rect">
              <a:avLst/>
            </a:prstGeom>
            <a:noFill/>
            <a:ln/>
          </p:spPr>
          <p:txBody>
            <a:bodyPr wrap="none" lIns="108000" tIns="46800" rIns="0" bIns="46800" rtlCol="0" anchor="ctr" anchorCtr="0">
              <a:spAutoFit/>
            </a:bodyPr>
            <a:lstStyle/>
            <a:p>
              <a:pPr marL="0" indent="0" algn="r">
                <a:buNone/>
              </a:pPr>
              <a:r>
                <a:rPr lang="ja-JP" sz="1000" dirty="0">
                  <a:solidFill>
                    <a:srgbClr val="2498BD"/>
                  </a:solidFill>
                  <a:latin typeface="Noto Serif JP SemiBold"/>
                  <a:ea typeface="Noto Serif JP SemiBold"/>
                  <a:cs typeface="Arial" pitchFamily="34" charset="-120"/>
                </a:rPr>
                <a:t>*顔 1ccは特殊部位を除く</a:t>
              </a:r>
            </a:p>
          </p:txBody>
        </p:sp>
      </p:grpSp>
      <p:grpSp>
        <p:nvGrpSpPr>
          <p:cNvPr id="271" name="그룹 270">
            <a:extLst>
              <a:ext uri="{FF2B5EF4-FFF2-40B4-BE49-F238E27FC236}">
                <a16:creationId xmlns:a16="http://schemas.microsoft.com/office/drawing/2014/main" id="{6A9CF325-89D3-1A7D-170A-0B45651F8401}"/>
              </a:ext>
            </a:extLst>
          </p:cNvPr>
          <p:cNvGrpSpPr/>
          <p:nvPr/>
        </p:nvGrpSpPr>
        <p:grpSpPr>
          <a:xfrm>
            <a:off x="930580" y="5114999"/>
            <a:ext cx="8316077" cy="728123"/>
            <a:chOff x="930580" y="8035012"/>
            <a:chExt cx="8316077" cy="728123"/>
          </a:xfrm>
        </p:grpSpPr>
        <p:sp>
          <p:nvSpPr>
            <p:cNvPr id="244" name="TextBox 243">
              <a:extLst>
                <a:ext uri="{FF2B5EF4-FFF2-40B4-BE49-F238E27FC236}">
                  <a16:creationId xmlns:a16="http://schemas.microsoft.com/office/drawing/2014/main" id="{C90EEEB7-B2C3-8A01-2671-B931C2F61503}"/>
                </a:ext>
              </a:extLst>
            </p:cNvPr>
            <p:cNvSpPr txBox="1"/>
            <p:nvPr/>
          </p:nvSpPr>
          <p:spPr>
            <a:xfrm>
              <a:off x="930580" y="8035012"/>
              <a:ext cx="2065695"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フィラー溶解注射</a:t>
              </a:r>
              <a:endParaRPr lang="ko-KR" altLang="en-US" dirty="0">
                <a:latin typeface="신세계 SemiBold" panose="02000300000000000000" pitchFamily="50" charset="-127"/>
                <a:ea typeface="신세계 SemiBold" panose="02000300000000000000" pitchFamily="50" charset="-127"/>
                <a:cs typeface="Sinsegye" pitchFamily="34" charset="-120"/>
              </a:endParaRPr>
            </a:p>
          </p:txBody>
        </p:sp>
        <p:grpSp>
          <p:nvGrpSpPr>
            <p:cNvPr id="246" name="그룹 245">
              <a:extLst>
                <a:ext uri="{FF2B5EF4-FFF2-40B4-BE49-F238E27FC236}">
                  <a16:creationId xmlns:a16="http://schemas.microsoft.com/office/drawing/2014/main" id="{32FBB249-61C0-758C-1826-8766179BED27}"/>
                </a:ext>
              </a:extLst>
            </p:cNvPr>
            <p:cNvGrpSpPr/>
            <p:nvPr/>
          </p:nvGrpSpPr>
          <p:grpSpPr>
            <a:xfrm>
              <a:off x="1041515" y="8361767"/>
              <a:ext cx="8205142" cy="401368"/>
              <a:chOff x="1041515" y="3046774"/>
              <a:chExt cx="8205142" cy="401368"/>
            </a:xfrm>
          </p:grpSpPr>
          <p:sp>
            <p:nvSpPr>
              <p:cNvPr id="250" name="Shape 7">
                <a:extLst>
                  <a:ext uri="{FF2B5EF4-FFF2-40B4-BE49-F238E27FC236}">
                    <a16:creationId xmlns:a16="http://schemas.microsoft.com/office/drawing/2014/main" id="{A4BA8F8E-0843-F8EE-5851-DC57B93C835B}"/>
                  </a:ext>
                </a:extLst>
              </p:cNvPr>
              <p:cNvSpPr/>
              <p:nvPr/>
            </p:nvSpPr>
            <p:spPr>
              <a:xfrm>
                <a:off x="1041515" y="3046774"/>
                <a:ext cx="8205142" cy="13607"/>
              </a:xfrm>
              <a:prstGeom prst="rect">
                <a:avLst/>
              </a:prstGeom>
              <a:solidFill>
                <a:srgbClr val="2498BD"/>
              </a:solidFill>
              <a:ln/>
            </p:spPr>
          </p:sp>
          <p:sp>
            <p:nvSpPr>
              <p:cNvPr id="251" name="Shape 7">
                <a:extLst>
                  <a:ext uri="{FF2B5EF4-FFF2-40B4-BE49-F238E27FC236}">
                    <a16:creationId xmlns:a16="http://schemas.microsoft.com/office/drawing/2014/main" id="{ACC72E94-1FE5-93EA-C176-CE01CDF48120}"/>
                  </a:ext>
                </a:extLst>
              </p:cNvPr>
              <p:cNvSpPr/>
              <p:nvPr/>
            </p:nvSpPr>
            <p:spPr>
              <a:xfrm>
                <a:off x="1041515" y="3434535"/>
                <a:ext cx="8205142" cy="13607"/>
              </a:xfrm>
              <a:prstGeom prst="rect">
                <a:avLst/>
              </a:prstGeom>
              <a:solidFill>
                <a:srgbClr val="CCCCCC"/>
              </a:solidFill>
              <a:ln/>
            </p:spPr>
          </p:sp>
        </p:grpSp>
        <p:sp>
          <p:nvSpPr>
            <p:cNvPr id="248" name="Text 11">
              <a:extLst>
                <a:ext uri="{FF2B5EF4-FFF2-40B4-BE49-F238E27FC236}">
                  <a16:creationId xmlns:a16="http://schemas.microsoft.com/office/drawing/2014/main" id="{D58A4AD5-9A94-E4A6-25C3-159696C91A3E}"/>
                </a:ext>
              </a:extLst>
            </p:cNvPr>
            <p:cNvSpPr/>
            <p:nvPr/>
          </p:nvSpPr>
          <p:spPr>
            <a:xfrm>
              <a:off x="1044691" y="8372432"/>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ヒアラーゼ 1本</a:t>
              </a:r>
            </a:p>
          </p:txBody>
        </p:sp>
        <p:sp>
          <p:nvSpPr>
            <p:cNvPr id="249" name="Text 15">
              <a:extLst>
                <a:ext uri="{FF2B5EF4-FFF2-40B4-BE49-F238E27FC236}">
                  <a16:creationId xmlns:a16="http://schemas.microsoft.com/office/drawing/2014/main" id="{C1F49C4C-2E86-6F70-8D01-1F7ACF019237}"/>
                </a:ext>
              </a:extLst>
            </p:cNvPr>
            <p:cNvSpPr/>
            <p:nvPr/>
          </p:nvSpPr>
          <p:spPr>
            <a:xfrm>
              <a:off x="6981209" y="8373903"/>
              <a:ext cx="2265448" cy="372539"/>
            </a:xfrm>
            <a:prstGeom prst="rect">
              <a:avLst/>
            </a:prstGeom>
            <a:noFill/>
            <a:ln/>
          </p:spPr>
          <p:txBody>
            <a:bodyPr wrap="none" lIns="72000" tIns="0" rIns="72000" bIns="0" rtlCol="0" anchor="ctr" anchorCtr="0">
              <a:no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100,000</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6" name="Text 3"/>
          <p:cNvSpPr/>
          <p:nvPr/>
        </p:nvSpPr>
        <p:spPr>
          <a:xfrm>
            <a:off x="-514350" y="860535"/>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FAT DISSOLVING</a:t>
            </a:r>
            <a:endParaRPr lang="en-US" sz="1050" dirty="0">
              <a:latin typeface="신세계 Regular" panose="02000300000000000000" pitchFamily="50" charset="-127"/>
              <a:ea typeface="신세계 Regular" panose="02000300000000000000" pitchFamily="50" charset="-127"/>
            </a:endParaRPr>
          </a:p>
        </p:txBody>
      </p:sp>
      <p:sp>
        <p:nvSpPr>
          <p:cNvPr id="7" name="Text 4"/>
          <p:cNvSpPr/>
          <p:nvPr/>
        </p:nvSpPr>
        <p:spPr>
          <a:xfrm>
            <a:off x="-514350" y="1061878"/>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2713" b="1" kern="0" spc="-63" dirty="0">
                <a:solidFill>
                  <a:srgbClr val="2498BD"/>
                </a:solidFill>
                <a:latin typeface="Noto Serif JP SemiBold"/>
                <a:ea typeface="Noto Serif JP SemiBold"/>
                <a:cs typeface="Sinsegye" pitchFamily="34" charset="-120"/>
              </a:rPr>
              <a:t>脂肪溶解注射</a:t>
            </a:r>
            <a:endParaRPr lang="en-US" sz="3150" dirty="0">
              <a:latin typeface="신세계 Regular" panose="02000300000000000000" pitchFamily="50" charset="-127"/>
              <a:ea typeface="신세계 Regular" panose="02000300000000000000" pitchFamily="50" charset="-127"/>
            </a:endParaRPr>
          </a:p>
        </p:txBody>
      </p:sp>
      <p:sp>
        <p:nvSpPr>
          <p:cNvPr id="8" name="Text 5"/>
          <p:cNvSpPr/>
          <p:nvPr/>
        </p:nvSpPr>
        <p:spPr>
          <a:xfrm>
            <a:off x="-514350" y="1535364"/>
            <a:ext cx="11315700" cy="276225"/>
          </a:xfrm>
          <a:prstGeom prst="rect">
            <a:avLst/>
          </a:prstGeom>
          <a:noFill/>
          <a:ln/>
        </p:spPr>
        <p:txBody>
          <a:bodyPr wrap="square" lIns="25400" tIns="25400" rIns="25400" bIns="25400" rtlCol="0" anchor="t">
            <a:normAutofit/>
          </a:bodyPr>
          <a:lstStyle/>
          <a:p>
            <a:pPr marL="0" indent="0" algn="ctr">
              <a:buNone/>
            </a:pPr>
            <a:r>
              <a:rPr lang="ja-JP" sz="1009" dirty="0">
                <a:solidFill>
                  <a:srgbClr val="6E6E6E"/>
                </a:solidFill>
                <a:latin typeface="Noto Serif JP SemiBold"/>
                <a:ea typeface="Noto Serif JP SemiBold"/>
                <a:cs typeface="Arial" pitchFamily="34" charset="-120"/>
              </a:rPr>
              <a:t>フェイスライン・ボディラインを整える</a:t>
            </a:r>
            <a:endParaRPr lang="en-US" sz="1275" dirty="0">
              <a:latin typeface="신세계 Regular" panose="02000300000000000000" pitchFamily="50" charset="-127"/>
              <a:ea typeface="신세계 Regular" panose="02000300000000000000" pitchFamily="50" charset="-127"/>
            </a:endParaRPr>
          </a:p>
        </p:txBody>
      </p:sp>
      <p:sp>
        <p:nvSpPr>
          <p:cNvPr id="3" name="Text 96">
            <a:extLst>
              <a:ext uri="{FF2B5EF4-FFF2-40B4-BE49-F238E27FC236}">
                <a16:creationId xmlns:a16="http://schemas.microsoft.com/office/drawing/2014/main" id="{29654C6C-705B-5CDA-879B-3140AB96EC02}"/>
              </a:ext>
            </a:extLst>
          </p:cNvPr>
          <p:cNvSpPr/>
          <p:nvPr/>
        </p:nvSpPr>
        <p:spPr>
          <a:xfrm>
            <a:off x="529167" y="13503293"/>
            <a:ext cx="9237133" cy="187694"/>
          </a:xfrm>
          <a:prstGeom prst="rect">
            <a:avLst/>
          </a:prstGeom>
          <a:noFill/>
          <a:ln/>
        </p:spPr>
        <p:txBody>
          <a:bodyPr wrap="square" lIns="25400" tIns="25400" rIns="514800" bIns="25400" rtlCol="0" anchor="t">
            <a:normAutofit fontScale="92500" lnSpcReduction="10000"/>
          </a:bodyPr>
          <a:lstStyle/>
          <a:p>
            <a:pPr marL="0" indent="0" algn="r">
              <a:buNone/>
            </a:pPr>
            <a:r>
              <a:rPr lang="ja-JP" sz="906" dirty="0">
                <a:solidFill>
                  <a:srgbClr val="6E6E6E"/>
                </a:solidFill>
                <a:latin typeface="Noto Serif JP SemiBold"/>
                <a:ea typeface="Noto Serif JP SemiBold"/>
                <a:cs typeface="GC 16 Mono" pitchFamily="34" charset="-120"/>
              </a:rPr>
              <a:t>* 税別価格（10％）</a:t>
            </a:r>
            <a:endParaRPr lang="en-US" sz="1013" dirty="0">
              <a:latin typeface="신세계 Regular" panose="02000300000000000000" pitchFamily="50" charset="-127"/>
              <a:ea typeface="신세계 Regular" panose="02000300000000000000" pitchFamily="50" charset="-127"/>
            </a:endParaRPr>
          </a:p>
        </p:txBody>
      </p:sp>
      <p:grpSp>
        <p:nvGrpSpPr>
          <p:cNvPr id="276" name="그룹 275">
            <a:extLst>
              <a:ext uri="{FF2B5EF4-FFF2-40B4-BE49-F238E27FC236}">
                <a16:creationId xmlns:a16="http://schemas.microsoft.com/office/drawing/2014/main" id="{A757011C-CE84-E099-8AED-D24479CB3E40}"/>
              </a:ext>
            </a:extLst>
          </p:cNvPr>
          <p:cNvGrpSpPr/>
          <p:nvPr/>
        </p:nvGrpSpPr>
        <p:grpSpPr>
          <a:xfrm>
            <a:off x="930580" y="2720019"/>
            <a:ext cx="8316077" cy="1114967"/>
            <a:chOff x="930580" y="2720019"/>
            <a:chExt cx="8316077" cy="1114967"/>
          </a:xfrm>
        </p:grpSpPr>
        <p:sp>
          <p:nvSpPr>
            <p:cNvPr id="185" name="TextBox 184">
              <a:extLst>
                <a:ext uri="{FF2B5EF4-FFF2-40B4-BE49-F238E27FC236}">
                  <a16:creationId xmlns:a16="http://schemas.microsoft.com/office/drawing/2014/main" id="{904B3917-C656-1E90-55B5-CC5B7E77BA86}"/>
                </a:ext>
              </a:extLst>
            </p:cNvPr>
            <p:cNvSpPr txBox="1"/>
            <p:nvPr/>
          </p:nvSpPr>
          <p:spPr>
            <a:xfrm>
              <a:off x="930580" y="2720019"/>
              <a:ext cx="1608022"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セラフィット</a:t>
              </a:r>
              <a:endParaRPr lang="ko-KR" altLang="en-US" dirty="0">
                <a:latin typeface="신세계 SemiBold" panose="02000300000000000000" pitchFamily="50" charset="-127"/>
                <a:ea typeface="신세계 SemiBold" panose="02000300000000000000" pitchFamily="50" charset="-127"/>
                <a:cs typeface="Sinsegye" pitchFamily="34" charset="-120"/>
              </a:endParaRPr>
            </a:p>
          </p:txBody>
        </p:sp>
        <p:grpSp>
          <p:nvGrpSpPr>
            <p:cNvPr id="187" name="그룹 186">
              <a:extLst>
                <a:ext uri="{FF2B5EF4-FFF2-40B4-BE49-F238E27FC236}">
                  <a16:creationId xmlns:a16="http://schemas.microsoft.com/office/drawing/2014/main" id="{BEABCBB4-D6D6-5746-B58D-300DCE768A81}"/>
                </a:ext>
              </a:extLst>
            </p:cNvPr>
            <p:cNvGrpSpPr/>
            <p:nvPr/>
          </p:nvGrpSpPr>
          <p:grpSpPr>
            <a:xfrm>
              <a:off x="1041515" y="3046774"/>
              <a:ext cx="8205142" cy="788212"/>
              <a:chOff x="1041515" y="4036831"/>
              <a:chExt cx="8205142" cy="788212"/>
            </a:xfrm>
          </p:grpSpPr>
          <p:sp>
            <p:nvSpPr>
              <p:cNvPr id="194" name="Shape 7">
                <a:extLst>
                  <a:ext uri="{FF2B5EF4-FFF2-40B4-BE49-F238E27FC236}">
                    <a16:creationId xmlns:a16="http://schemas.microsoft.com/office/drawing/2014/main" id="{72227479-87E2-B05C-89AF-81F73A362EE5}"/>
                  </a:ext>
                </a:extLst>
              </p:cNvPr>
              <p:cNvSpPr/>
              <p:nvPr/>
            </p:nvSpPr>
            <p:spPr>
              <a:xfrm>
                <a:off x="1041515" y="4036831"/>
                <a:ext cx="8205142" cy="13607"/>
              </a:xfrm>
              <a:prstGeom prst="rect">
                <a:avLst/>
              </a:prstGeom>
              <a:solidFill>
                <a:srgbClr val="2498BD"/>
              </a:solidFill>
              <a:ln/>
            </p:spPr>
          </p:sp>
          <p:sp>
            <p:nvSpPr>
              <p:cNvPr id="195" name="Shape 7">
                <a:extLst>
                  <a:ext uri="{FF2B5EF4-FFF2-40B4-BE49-F238E27FC236}">
                    <a16:creationId xmlns:a16="http://schemas.microsoft.com/office/drawing/2014/main" id="{A8EEB8A2-5F82-C9EC-3B50-74CE403C09CA}"/>
                  </a:ext>
                </a:extLst>
              </p:cNvPr>
              <p:cNvSpPr/>
              <p:nvPr/>
            </p:nvSpPr>
            <p:spPr>
              <a:xfrm>
                <a:off x="1041515" y="4424592"/>
                <a:ext cx="8205142" cy="13607"/>
              </a:xfrm>
              <a:prstGeom prst="rect">
                <a:avLst/>
              </a:prstGeom>
              <a:solidFill>
                <a:srgbClr val="CCCCCC"/>
              </a:solidFill>
              <a:ln/>
            </p:spPr>
          </p:sp>
          <p:sp>
            <p:nvSpPr>
              <p:cNvPr id="196" name="Shape 7">
                <a:extLst>
                  <a:ext uri="{FF2B5EF4-FFF2-40B4-BE49-F238E27FC236}">
                    <a16:creationId xmlns:a16="http://schemas.microsoft.com/office/drawing/2014/main" id="{9B05AD55-A6B4-62D2-1A79-46D8346C9EEC}"/>
                  </a:ext>
                </a:extLst>
              </p:cNvPr>
              <p:cNvSpPr/>
              <p:nvPr/>
            </p:nvSpPr>
            <p:spPr>
              <a:xfrm>
                <a:off x="1041515" y="4811436"/>
                <a:ext cx="8205142" cy="13607"/>
              </a:xfrm>
              <a:prstGeom prst="rect">
                <a:avLst/>
              </a:prstGeom>
              <a:solidFill>
                <a:srgbClr val="CCCCCC"/>
              </a:solidFill>
              <a:ln/>
            </p:spPr>
          </p:sp>
        </p:grpSp>
        <p:sp>
          <p:nvSpPr>
            <p:cNvPr id="192" name="Text 11">
              <a:extLst>
                <a:ext uri="{FF2B5EF4-FFF2-40B4-BE49-F238E27FC236}">
                  <a16:creationId xmlns:a16="http://schemas.microsoft.com/office/drawing/2014/main" id="{D8BD542A-09BD-C101-D8C1-CFC9C7BAF781}"/>
                </a:ext>
              </a:extLst>
            </p:cNvPr>
            <p:cNvSpPr/>
            <p:nvPr/>
          </p:nvSpPr>
          <p:spPr>
            <a:xfrm>
              <a:off x="1044691" y="3057439"/>
              <a:ext cx="38575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セラフィット FACE（1cc）</a:t>
              </a:r>
            </a:p>
          </p:txBody>
        </p:sp>
        <p:sp>
          <p:nvSpPr>
            <p:cNvPr id="193" name="Text 15">
              <a:extLst>
                <a:ext uri="{FF2B5EF4-FFF2-40B4-BE49-F238E27FC236}">
                  <a16:creationId xmlns:a16="http://schemas.microsoft.com/office/drawing/2014/main" id="{D09934F4-0AE0-1B52-F88E-2D84FB1E8BD3}"/>
                </a:ext>
              </a:extLst>
            </p:cNvPr>
            <p:cNvSpPr/>
            <p:nvPr/>
          </p:nvSpPr>
          <p:spPr>
            <a:xfrm>
              <a:off x="8101760" y="3137457"/>
              <a:ext cx="1144896"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13</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197" name="Text 15">
              <a:extLst>
                <a:ext uri="{FF2B5EF4-FFF2-40B4-BE49-F238E27FC236}">
                  <a16:creationId xmlns:a16="http://schemas.microsoft.com/office/drawing/2014/main" id="{A8EB6C8B-4ABC-E9B1-3295-2689BBBD1D3A}"/>
                </a:ext>
              </a:extLst>
            </p:cNvPr>
            <p:cNvSpPr/>
            <p:nvPr/>
          </p:nvSpPr>
          <p:spPr>
            <a:xfrm>
              <a:off x="6834767" y="3137457"/>
              <a:ext cx="962660"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3回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80,000</a:t>
              </a:r>
            </a:p>
          </p:txBody>
        </p:sp>
        <p:sp>
          <p:nvSpPr>
            <p:cNvPr id="198" name="Text 15">
              <a:extLst>
                <a:ext uri="{FF2B5EF4-FFF2-40B4-BE49-F238E27FC236}">
                  <a16:creationId xmlns:a16="http://schemas.microsoft.com/office/drawing/2014/main" id="{83D649F9-F6D1-D3FF-3A4D-663F68E08028}"/>
                </a:ext>
              </a:extLst>
            </p:cNvPr>
            <p:cNvSpPr/>
            <p:nvPr/>
          </p:nvSpPr>
          <p:spPr>
            <a:xfrm>
              <a:off x="5393104" y="3137457"/>
              <a:ext cx="962660"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30,000</a:t>
              </a:r>
            </a:p>
          </p:txBody>
        </p:sp>
        <p:sp>
          <p:nvSpPr>
            <p:cNvPr id="190" name="Text 11">
              <a:extLst>
                <a:ext uri="{FF2B5EF4-FFF2-40B4-BE49-F238E27FC236}">
                  <a16:creationId xmlns:a16="http://schemas.microsoft.com/office/drawing/2014/main" id="{87C450E7-C4DA-D0FE-AA70-CFEF6591663D}"/>
                </a:ext>
              </a:extLst>
            </p:cNvPr>
            <p:cNvSpPr/>
            <p:nvPr/>
          </p:nvSpPr>
          <p:spPr>
            <a:xfrm>
              <a:off x="1044691" y="3445091"/>
              <a:ext cx="3857509" cy="375481"/>
            </a:xfrm>
            <a:prstGeom prst="rect">
              <a:avLst/>
            </a:prstGeom>
            <a:noFill/>
            <a:ln/>
          </p:spPr>
          <p:txBody>
            <a:bodyPr wrap="none" lIns="72000" tIns="0" rIns="72000" bIns="0" rtlCol="0" anchor="ctr" anchorCtr="0">
              <a:normAutofit/>
            </a:bodyPr>
            <a:lstStyle/>
            <a:p>
              <a:pPr marL="0" indent="0" algn="l">
                <a:buNone/>
              </a:pPr>
              <a:r>
                <a:rPr lang="ja-JP" sz="1400" dirty="0">
                  <a:solidFill>
                    <a:srgbClr val="555555"/>
                  </a:solidFill>
                  <a:latin typeface="Noto Serif JP SemiBold"/>
                  <a:ea typeface="Noto Serif JP SemiBold"/>
                  <a:cs typeface="Arial" pitchFamily="34" charset="-120"/>
                </a:rPr>
                <a:t>セラフィット BODY（10cc）</a:t>
              </a:r>
            </a:p>
          </p:txBody>
        </p:sp>
        <p:sp>
          <p:nvSpPr>
            <p:cNvPr id="199" name="Text 15">
              <a:extLst>
                <a:ext uri="{FF2B5EF4-FFF2-40B4-BE49-F238E27FC236}">
                  <a16:creationId xmlns:a16="http://schemas.microsoft.com/office/drawing/2014/main" id="{CF458971-8C6D-1D70-A6AB-2C81508634E2}"/>
                </a:ext>
              </a:extLst>
            </p:cNvPr>
            <p:cNvSpPr/>
            <p:nvPr/>
          </p:nvSpPr>
          <p:spPr>
            <a:xfrm>
              <a:off x="8101760" y="3525109"/>
              <a:ext cx="1144896"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50,000</a:t>
              </a:r>
            </a:p>
          </p:txBody>
        </p:sp>
        <p:sp>
          <p:nvSpPr>
            <p:cNvPr id="200" name="Text 15">
              <a:extLst>
                <a:ext uri="{FF2B5EF4-FFF2-40B4-BE49-F238E27FC236}">
                  <a16:creationId xmlns:a16="http://schemas.microsoft.com/office/drawing/2014/main" id="{817FFDC0-1E3E-7751-1D17-8D0D4647B2D3}"/>
                </a:ext>
              </a:extLst>
            </p:cNvPr>
            <p:cNvSpPr/>
            <p:nvPr/>
          </p:nvSpPr>
          <p:spPr>
            <a:xfrm>
              <a:off x="6788280" y="3525109"/>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3回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80,000</a:t>
              </a:r>
            </a:p>
          </p:txBody>
        </p:sp>
        <p:sp>
          <p:nvSpPr>
            <p:cNvPr id="201" name="Text 15">
              <a:extLst>
                <a:ext uri="{FF2B5EF4-FFF2-40B4-BE49-F238E27FC236}">
                  <a16:creationId xmlns:a16="http://schemas.microsoft.com/office/drawing/2014/main" id="{BE5B4C27-B94E-E1B1-B07D-22E67DB9198D}"/>
                </a:ext>
              </a:extLst>
            </p:cNvPr>
            <p:cNvSpPr/>
            <p:nvPr/>
          </p:nvSpPr>
          <p:spPr>
            <a:xfrm>
              <a:off x="5393104" y="3525109"/>
              <a:ext cx="962660"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80,000</a:t>
              </a:r>
            </a:p>
          </p:txBody>
        </p:sp>
      </p:grpSp>
      <p:grpSp>
        <p:nvGrpSpPr>
          <p:cNvPr id="277" name="그룹 276">
            <a:extLst>
              <a:ext uri="{FF2B5EF4-FFF2-40B4-BE49-F238E27FC236}">
                <a16:creationId xmlns:a16="http://schemas.microsoft.com/office/drawing/2014/main" id="{5CCC9AFE-DD03-1C6D-53B3-4A5D48A37A61}"/>
              </a:ext>
            </a:extLst>
          </p:cNvPr>
          <p:cNvGrpSpPr/>
          <p:nvPr/>
        </p:nvGrpSpPr>
        <p:grpSpPr>
          <a:xfrm>
            <a:off x="930580" y="4106416"/>
            <a:ext cx="8316077" cy="1496252"/>
            <a:chOff x="930580" y="4104754"/>
            <a:chExt cx="8316077" cy="1496252"/>
          </a:xfrm>
        </p:grpSpPr>
        <p:sp>
          <p:nvSpPr>
            <p:cNvPr id="205" name="TextBox 204">
              <a:extLst>
                <a:ext uri="{FF2B5EF4-FFF2-40B4-BE49-F238E27FC236}">
                  <a16:creationId xmlns:a16="http://schemas.microsoft.com/office/drawing/2014/main" id="{E17E640E-73F4-6114-E2CD-FE5443193008}"/>
                </a:ext>
              </a:extLst>
            </p:cNvPr>
            <p:cNvSpPr txBox="1"/>
            <p:nvPr/>
          </p:nvSpPr>
          <p:spPr>
            <a:xfrm>
              <a:off x="930580" y="4104754"/>
              <a:ext cx="3810917"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セラフィットパッケージ（FACE）</a:t>
              </a:r>
            </a:p>
          </p:txBody>
        </p:sp>
        <p:grpSp>
          <p:nvGrpSpPr>
            <p:cNvPr id="208" name="그룹 207">
              <a:extLst>
                <a:ext uri="{FF2B5EF4-FFF2-40B4-BE49-F238E27FC236}">
                  <a16:creationId xmlns:a16="http://schemas.microsoft.com/office/drawing/2014/main" id="{03978FAB-A023-8F06-148A-908B57FAE3AF}"/>
                </a:ext>
              </a:extLst>
            </p:cNvPr>
            <p:cNvGrpSpPr/>
            <p:nvPr/>
          </p:nvGrpSpPr>
          <p:grpSpPr>
            <a:xfrm>
              <a:off x="1041515" y="4431509"/>
              <a:ext cx="8205142" cy="1169497"/>
              <a:chOff x="1041515" y="5446644"/>
              <a:chExt cx="8205142" cy="1169497"/>
            </a:xfrm>
          </p:grpSpPr>
          <p:sp>
            <p:nvSpPr>
              <p:cNvPr id="227" name="Shape 7">
                <a:extLst>
                  <a:ext uri="{FF2B5EF4-FFF2-40B4-BE49-F238E27FC236}">
                    <a16:creationId xmlns:a16="http://schemas.microsoft.com/office/drawing/2014/main" id="{792ECD2E-0CF4-41C0-2F90-931EAD36341E}"/>
                  </a:ext>
                </a:extLst>
              </p:cNvPr>
              <p:cNvSpPr/>
              <p:nvPr/>
            </p:nvSpPr>
            <p:spPr>
              <a:xfrm>
                <a:off x="1041515" y="5834612"/>
                <a:ext cx="8205142" cy="13607"/>
              </a:xfrm>
              <a:prstGeom prst="rect">
                <a:avLst/>
              </a:prstGeom>
              <a:solidFill>
                <a:srgbClr val="CCCCCC"/>
              </a:solidFill>
              <a:ln/>
            </p:spPr>
          </p:sp>
          <p:sp>
            <p:nvSpPr>
              <p:cNvPr id="228" name="Shape 7">
                <a:extLst>
                  <a:ext uri="{FF2B5EF4-FFF2-40B4-BE49-F238E27FC236}">
                    <a16:creationId xmlns:a16="http://schemas.microsoft.com/office/drawing/2014/main" id="{BEA9CB6E-0CC8-160C-B59E-4C22E2A28F00}"/>
                  </a:ext>
                </a:extLst>
              </p:cNvPr>
              <p:cNvSpPr/>
              <p:nvPr/>
            </p:nvSpPr>
            <p:spPr>
              <a:xfrm>
                <a:off x="1041515" y="5446644"/>
                <a:ext cx="8205142" cy="13607"/>
              </a:xfrm>
              <a:prstGeom prst="rect">
                <a:avLst/>
              </a:prstGeom>
              <a:solidFill>
                <a:srgbClr val="2498BD"/>
              </a:solidFill>
              <a:ln/>
            </p:spPr>
          </p:sp>
          <p:sp>
            <p:nvSpPr>
              <p:cNvPr id="229" name="Shape 7">
                <a:extLst>
                  <a:ext uri="{FF2B5EF4-FFF2-40B4-BE49-F238E27FC236}">
                    <a16:creationId xmlns:a16="http://schemas.microsoft.com/office/drawing/2014/main" id="{2978404F-A8B3-3D79-A312-0312DCFA1390}"/>
                  </a:ext>
                </a:extLst>
              </p:cNvPr>
              <p:cNvSpPr/>
              <p:nvPr/>
            </p:nvSpPr>
            <p:spPr>
              <a:xfrm>
                <a:off x="1041515" y="6220306"/>
                <a:ext cx="8205142" cy="13607"/>
              </a:xfrm>
              <a:prstGeom prst="rect">
                <a:avLst/>
              </a:prstGeom>
              <a:solidFill>
                <a:srgbClr val="CCCCCC"/>
              </a:solidFill>
              <a:ln/>
            </p:spPr>
          </p:sp>
          <p:sp>
            <p:nvSpPr>
              <p:cNvPr id="230" name="Shape 7">
                <a:extLst>
                  <a:ext uri="{FF2B5EF4-FFF2-40B4-BE49-F238E27FC236}">
                    <a16:creationId xmlns:a16="http://schemas.microsoft.com/office/drawing/2014/main" id="{E32BBC2F-7A53-5DF2-CE24-43E2E64CBFD0}"/>
                  </a:ext>
                </a:extLst>
              </p:cNvPr>
              <p:cNvSpPr/>
              <p:nvPr/>
            </p:nvSpPr>
            <p:spPr>
              <a:xfrm>
                <a:off x="1041515" y="6602534"/>
                <a:ext cx="8205142" cy="13607"/>
              </a:xfrm>
              <a:prstGeom prst="rect">
                <a:avLst/>
              </a:prstGeom>
              <a:solidFill>
                <a:srgbClr val="CCCCCC"/>
              </a:solidFill>
              <a:ln/>
            </p:spPr>
          </p:sp>
        </p:grpSp>
        <p:sp>
          <p:nvSpPr>
            <p:cNvPr id="225" name="Text 11">
              <a:extLst>
                <a:ext uri="{FF2B5EF4-FFF2-40B4-BE49-F238E27FC236}">
                  <a16:creationId xmlns:a16="http://schemas.microsoft.com/office/drawing/2014/main" id="{D91945FE-E360-12E2-88BD-B7CF8CC8A459}"/>
                </a:ext>
              </a:extLst>
            </p:cNvPr>
            <p:cNvSpPr/>
            <p:nvPr/>
          </p:nvSpPr>
          <p:spPr>
            <a:xfrm>
              <a:off x="1044691" y="4433383"/>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二重顎（3cc）</a:t>
              </a:r>
            </a:p>
          </p:txBody>
        </p:sp>
        <p:sp>
          <p:nvSpPr>
            <p:cNvPr id="223" name="Text 11">
              <a:extLst>
                <a:ext uri="{FF2B5EF4-FFF2-40B4-BE49-F238E27FC236}">
                  <a16:creationId xmlns:a16="http://schemas.microsoft.com/office/drawing/2014/main" id="{CD08FF4E-D414-C0FE-10C0-35B20D9CF602}"/>
                </a:ext>
              </a:extLst>
            </p:cNvPr>
            <p:cNvSpPr/>
            <p:nvPr/>
          </p:nvSpPr>
          <p:spPr>
            <a:xfrm>
              <a:off x="1044691" y="4826748"/>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頬下部（3cc）</a:t>
              </a:r>
            </a:p>
          </p:txBody>
        </p:sp>
        <p:sp>
          <p:nvSpPr>
            <p:cNvPr id="221" name="Text 11">
              <a:extLst>
                <a:ext uri="{FF2B5EF4-FFF2-40B4-BE49-F238E27FC236}">
                  <a16:creationId xmlns:a16="http://schemas.microsoft.com/office/drawing/2014/main" id="{B2FA6B45-1173-C7EF-5D29-ED62E127E781}"/>
                </a:ext>
              </a:extLst>
            </p:cNvPr>
            <p:cNvSpPr/>
            <p:nvPr/>
          </p:nvSpPr>
          <p:spPr>
            <a:xfrm>
              <a:off x="1044691" y="5208824"/>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両頬（6cc）</a:t>
              </a:r>
            </a:p>
          </p:txBody>
        </p:sp>
        <p:sp>
          <p:nvSpPr>
            <p:cNvPr id="234" name="Text 15">
              <a:extLst>
                <a:ext uri="{FF2B5EF4-FFF2-40B4-BE49-F238E27FC236}">
                  <a16:creationId xmlns:a16="http://schemas.microsoft.com/office/drawing/2014/main" id="{954922C1-293E-2E99-00D2-8D556832007B}"/>
                </a:ext>
              </a:extLst>
            </p:cNvPr>
            <p:cNvSpPr/>
            <p:nvPr/>
          </p:nvSpPr>
          <p:spPr>
            <a:xfrm>
              <a:off x="8101760" y="4513401"/>
              <a:ext cx="1144896"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25</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35" name="Text 15">
              <a:extLst>
                <a:ext uri="{FF2B5EF4-FFF2-40B4-BE49-F238E27FC236}">
                  <a16:creationId xmlns:a16="http://schemas.microsoft.com/office/drawing/2014/main" id="{6F3DF52D-7025-718F-D0EC-B3D87865C1E1}"/>
                </a:ext>
              </a:extLst>
            </p:cNvPr>
            <p:cNvSpPr/>
            <p:nvPr/>
          </p:nvSpPr>
          <p:spPr>
            <a:xfrm>
              <a:off x="6781066" y="4513401"/>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3回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18</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36" name="Text 15">
              <a:extLst>
                <a:ext uri="{FF2B5EF4-FFF2-40B4-BE49-F238E27FC236}">
                  <a16:creationId xmlns:a16="http://schemas.microsoft.com/office/drawing/2014/main" id="{6F53F855-0429-E1B2-3601-21D4A2DAA6E3}"/>
                </a:ext>
              </a:extLst>
            </p:cNvPr>
            <p:cNvSpPr/>
            <p:nvPr/>
          </p:nvSpPr>
          <p:spPr>
            <a:xfrm>
              <a:off x="5393104" y="4513401"/>
              <a:ext cx="962660"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69</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a:t>
              </a:r>
            </a:p>
          </p:txBody>
        </p:sp>
        <p:sp>
          <p:nvSpPr>
            <p:cNvPr id="237" name="Text 15">
              <a:extLst>
                <a:ext uri="{FF2B5EF4-FFF2-40B4-BE49-F238E27FC236}">
                  <a16:creationId xmlns:a16="http://schemas.microsoft.com/office/drawing/2014/main" id="{5CF1E4A4-2995-2ACA-1A1C-7F2D38BB5B27}"/>
                </a:ext>
              </a:extLst>
            </p:cNvPr>
            <p:cNvSpPr/>
            <p:nvPr/>
          </p:nvSpPr>
          <p:spPr>
            <a:xfrm>
              <a:off x="8101760" y="4906766"/>
              <a:ext cx="1144896"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25</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38" name="Text 15">
              <a:extLst>
                <a:ext uri="{FF2B5EF4-FFF2-40B4-BE49-F238E27FC236}">
                  <a16:creationId xmlns:a16="http://schemas.microsoft.com/office/drawing/2014/main" id="{C7883A66-AB9C-2220-7248-3AFD64534B39}"/>
                </a:ext>
              </a:extLst>
            </p:cNvPr>
            <p:cNvSpPr/>
            <p:nvPr/>
          </p:nvSpPr>
          <p:spPr>
            <a:xfrm>
              <a:off x="6781066" y="4906766"/>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3回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18</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39" name="Text 15">
              <a:extLst>
                <a:ext uri="{FF2B5EF4-FFF2-40B4-BE49-F238E27FC236}">
                  <a16:creationId xmlns:a16="http://schemas.microsoft.com/office/drawing/2014/main" id="{6EF0E4DA-2B5C-2EB1-26AB-1990BA9C730E}"/>
                </a:ext>
              </a:extLst>
            </p:cNvPr>
            <p:cNvSpPr/>
            <p:nvPr/>
          </p:nvSpPr>
          <p:spPr>
            <a:xfrm>
              <a:off x="5393104" y="4906766"/>
              <a:ext cx="962660"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69</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a:t>
              </a:r>
            </a:p>
          </p:txBody>
        </p:sp>
        <p:sp>
          <p:nvSpPr>
            <p:cNvPr id="240" name="Text 15">
              <a:extLst>
                <a:ext uri="{FF2B5EF4-FFF2-40B4-BE49-F238E27FC236}">
                  <a16:creationId xmlns:a16="http://schemas.microsoft.com/office/drawing/2014/main" id="{23C19C63-C78F-390F-7431-4220DB0B880B}"/>
                </a:ext>
              </a:extLst>
            </p:cNvPr>
            <p:cNvSpPr/>
            <p:nvPr/>
          </p:nvSpPr>
          <p:spPr>
            <a:xfrm>
              <a:off x="8101760" y="5288842"/>
              <a:ext cx="1144896"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45</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41" name="Text 15">
              <a:extLst>
                <a:ext uri="{FF2B5EF4-FFF2-40B4-BE49-F238E27FC236}">
                  <a16:creationId xmlns:a16="http://schemas.microsoft.com/office/drawing/2014/main" id="{AE829B99-00D0-3559-E425-B518D4CD4130}"/>
                </a:ext>
              </a:extLst>
            </p:cNvPr>
            <p:cNvSpPr/>
            <p:nvPr/>
          </p:nvSpPr>
          <p:spPr>
            <a:xfrm>
              <a:off x="6812324" y="5288842"/>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3回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29</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42" name="Text 15">
              <a:extLst>
                <a:ext uri="{FF2B5EF4-FFF2-40B4-BE49-F238E27FC236}">
                  <a16:creationId xmlns:a16="http://schemas.microsoft.com/office/drawing/2014/main" id="{E06E2027-D303-27F5-0348-FA91A9634496}"/>
                </a:ext>
              </a:extLst>
            </p:cNvPr>
            <p:cNvSpPr/>
            <p:nvPr/>
          </p:nvSpPr>
          <p:spPr>
            <a:xfrm>
              <a:off x="5393104" y="5288842"/>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12</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grpSp>
      <p:grpSp>
        <p:nvGrpSpPr>
          <p:cNvPr id="278" name="그룹 277">
            <a:extLst>
              <a:ext uri="{FF2B5EF4-FFF2-40B4-BE49-F238E27FC236}">
                <a16:creationId xmlns:a16="http://schemas.microsoft.com/office/drawing/2014/main" id="{246C5A50-5458-ECDF-E191-E0FF5682E23D}"/>
              </a:ext>
            </a:extLst>
          </p:cNvPr>
          <p:cNvGrpSpPr/>
          <p:nvPr/>
        </p:nvGrpSpPr>
        <p:grpSpPr>
          <a:xfrm>
            <a:off x="930580" y="5874098"/>
            <a:ext cx="8316077" cy="728123"/>
            <a:chOff x="930580" y="5872776"/>
            <a:chExt cx="8316077" cy="728123"/>
          </a:xfrm>
        </p:grpSpPr>
        <p:sp>
          <p:nvSpPr>
            <p:cNvPr id="244" name="TextBox 243">
              <a:extLst>
                <a:ext uri="{FF2B5EF4-FFF2-40B4-BE49-F238E27FC236}">
                  <a16:creationId xmlns:a16="http://schemas.microsoft.com/office/drawing/2014/main" id="{B8EBB94D-41C9-D23E-33B8-341D10D934AD}"/>
                </a:ext>
              </a:extLst>
            </p:cNvPr>
            <p:cNvSpPr txBox="1"/>
            <p:nvPr/>
          </p:nvSpPr>
          <p:spPr>
            <a:xfrm>
              <a:off x="930580" y="5872776"/>
              <a:ext cx="1375851"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ベラコリン</a:t>
              </a:r>
              <a:endParaRPr lang="ko-KR" altLang="en-US" dirty="0">
                <a:latin typeface="신세계 SemiBold" panose="02000300000000000000" pitchFamily="50" charset="-127"/>
                <a:ea typeface="신세계 SemiBold" panose="02000300000000000000" pitchFamily="50" charset="-127"/>
                <a:cs typeface="Sinsegye" pitchFamily="34" charset="-120"/>
              </a:endParaRPr>
            </a:p>
          </p:txBody>
        </p:sp>
        <p:grpSp>
          <p:nvGrpSpPr>
            <p:cNvPr id="246" name="그룹 245">
              <a:extLst>
                <a:ext uri="{FF2B5EF4-FFF2-40B4-BE49-F238E27FC236}">
                  <a16:creationId xmlns:a16="http://schemas.microsoft.com/office/drawing/2014/main" id="{AD688E30-F6BB-60A3-0619-8F3C5F3E2F76}"/>
                </a:ext>
              </a:extLst>
            </p:cNvPr>
            <p:cNvGrpSpPr/>
            <p:nvPr/>
          </p:nvGrpSpPr>
          <p:grpSpPr>
            <a:xfrm>
              <a:off x="1041515" y="6199531"/>
              <a:ext cx="8205142" cy="401368"/>
              <a:chOff x="1041515" y="3046774"/>
              <a:chExt cx="8205142" cy="401368"/>
            </a:xfrm>
          </p:grpSpPr>
          <p:sp>
            <p:nvSpPr>
              <p:cNvPr id="250" name="Shape 7">
                <a:extLst>
                  <a:ext uri="{FF2B5EF4-FFF2-40B4-BE49-F238E27FC236}">
                    <a16:creationId xmlns:a16="http://schemas.microsoft.com/office/drawing/2014/main" id="{C0513C5F-F57D-F86E-695A-A09569B0AE2C}"/>
                  </a:ext>
                </a:extLst>
              </p:cNvPr>
              <p:cNvSpPr/>
              <p:nvPr/>
            </p:nvSpPr>
            <p:spPr>
              <a:xfrm>
                <a:off x="1041515" y="3046774"/>
                <a:ext cx="8205142" cy="13607"/>
              </a:xfrm>
              <a:prstGeom prst="rect">
                <a:avLst/>
              </a:prstGeom>
              <a:solidFill>
                <a:srgbClr val="2498BD"/>
              </a:solidFill>
              <a:ln/>
            </p:spPr>
          </p:sp>
          <p:sp>
            <p:nvSpPr>
              <p:cNvPr id="251" name="Shape 7">
                <a:extLst>
                  <a:ext uri="{FF2B5EF4-FFF2-40B4-BE49-F238E27FC236}">
                    <a16:creationId xmlns:a16="http://schemas.microsoft.com/office/drawing/2014/main" id="{39E022C7-44A1-CBFE-87EF-B245305EBC79}"/>
                  </a:ext>
                </a:extLst>
              </p:cNvPr>
              <p:cNvSpPr/>
              <p:nvPr/>
            </p:nvSpPr>
            <p:spPr>
              <a:xfrm>
                <a:off x="1041515" y="3434535"/>
                <a:ext cx="8205142" cy="13607"/>
              </a:xfrm>
              <a:prstGeom prst="rect">
                <a:avLst/>
              </a:prstGeom>
              <a:solidFill>
                <a:srgbClr val="CCCCCC"/>
              </a:solidFill>
              <a:ln/>
            </p:spPr>
          </p:sp>
        </p:grpSp>
        <p:sp>
          <p:nvSpPr>
            <p:cNvPr id="248" name="Text 11">
              <a:extLst>
                <a:ext uri="{FF2B5EF4-FFF2-40B4-BE49-F238E27FC236}">
                  <a16:creationId xmlns:a16="http://schemas.microsoft.com/office/drawing/2014/main" id="{20C68E6C-49CA-5AFA-0F26-E4BA22B47D47}"/>
                </a:ext>
              </a:extLst>
            </p:cNvPr>
            <p:cNvSpPr/>
            <p:nvPr/>
          </p:nvSpPr>
          <p:spPr>
            <a:xfrm>
              <a:off x="1044691" y="6210196"/>
              <a:ext cx="453314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ベラコリン 二重顎（2cc）</a:t>
              </a:r>
            </a:p>
          </p:txBody>
        </p:sp>
        <p:sp>
          <p:nvSpPr>
            <p:cNvPr id="253" name="Text 15">
              <a:extLst>
                <a:ext uri="{FF2B5EF4-FFF2-40B4-BE49-F238E27FC236}">
                  <a16:creationId xmlns:a16="http://schemas.microsoft.com/office/drawing/2014/main" id="{90F411CF-F62C-3F27-09A2-0E78BB8BA15E}"/>
                </a:ext>
              </a:extLst>
            </p:cNvPr>
            <p:cNvSpPr/>
            <p:nvPr/>
          </p:nvSpPr>
          <p:spPr>
            <a:xfrm>
              <a:off x="7899068" y="6290214"/>
              <a:ext cx="1347588"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5回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1,49</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54" name="Text 15">
              <a:extLst>
                <a:ext uri="{FF2B5EF4-FFF2-40B4-BE49-F238E27FC236}">
                  <a16:creationId xmlns:a16="http://schemas.microsoft.com/office/drawing/2014/main" id="{67D25469-2262-D93F-8A7C-E4668BEDEB4D}"/>
                </a:ext>
              </a:extLst>
            </p:cNvPr>
            <p:cNvSpPr/>
            <p:nvPr/>
          </p:nvSpPr>
          <p:spPr>
            <a:xfrm>
              <a:off x="6761830" y="6290214"/>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3回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99</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55" name="Text 15">
              <a:extLst>
                <a:ext uri="{FF2B5EF4-FFF2-40B4-BE49-F238E27FC236}">
                  <a16:creationId xmlns:a16="http://schemas.microsoft.com/office/drawing/2014/main" id="{C5D5EE9C-C2E7-8A02-05E9-7C8F95C1100F}"/>
                </a:ext>
              </a:extLst>
            </p:cNvPr>
            <p:cNvSpPr/>
            <p:nvPr/>
          </p:nvSpPr>
          <p:spPr>
            <a:xfrm>
              <a:off x="5460587" y="6290214"/>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40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grpSp>
      <p:grpSp>
        <p:nvGrpSpPr>
          <p:cNvPr id="279" name="그룹 278">
            <a:extLst>
              <a:ext uri="{FF2B5EF4-FFF2-40B4-BE49-F238E27FC236}">
                <a16:creationId xmlns:a16="http://schemas.microsoft.com/office/drawing/2014/main" id="{0485FD40-8B73-9A19-B894-3C6F7FE1B3B5}"/>
              </a:ext>
            </a:extLst>
          </p:cNvPr>
          <p:cNvGrpSpPr/>
          <p:nvPr/>
        </p:nvGrpSpPr>
        <p:grpSpPr>
          <a:xfrm>
            <a:off x="930580" y="6873651"/>
            <a:ext cx="8316077" cy="1496252"/>
            <a:chOff x="930580" y="6873651"/>
            <a:chExt cx="8316077" cy="1496252"/>
          </a:xfrm>
        </p:grpSpPr>
        <p:sp>
          <p:nvSpPr>
            <p:cNvPr id="257" name="TextBox 256">
              <a:extLst>
                <a:ext uri="{FF2B5EF4-FFF2-40B4-BE49-F238E27FC236}">
                  <a16:creationId xmlns:a16="http://schemas.microsoft.com/office/drawing/2014/main" id="{ABA4F15E-29F8-C1D7-82E2-5C8F8CBDBA23}"/>
                </a:ext>
              </a:extLst>
            </p:cNvPr>
            <p:cNvSpPr txBox="1"/>
            <p:nvPr/>
          </p:nvSpPr>
          <p:spPr>
            <a:xfrm>
              <a:off x="930580" y="6873651"/>
              <a:ext cx="3875178"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セラフィットパッケージ（BODY）</a:t>
              </a:r>
            </a:p>
          </p:txBody>
        </p:sp>
        <p:grpSp>
          <p:nvGrpSpPr>
            <p:cNvPr id="258" name="그룹 257">
              <a:extLst>
                <a:ext uri="{FF2B5EF4-FFF2-40B4-BE49-F238E27FC236}">
                  <a16:creationId xmlns:a16="http://schemas.microsoft.com/office/drawing/2014/main" id="{AF37A422-80C0-C2B7-9197-33C7CC121836}"/>
                </a:ext>
              </a:extLst>
            </p:cNvPr>
            <p:cNvGrpSpPr/>
            <p:nvPr/>
          </p:nvGrpSpPr>
          <p:grpSpPr>
            <a:xfrm>
              <a:off x="1041515" y="7200406"/>
              <a:ext cx="8205142" cy="1169497"/>
              <a:chOff x="1041515" y="5446644"/>
              <a:chExt cx="8205142" cy="1169497"/>
            </a:xfrm>
          </p:grpSpPr>
          <p:sp>
            <p:nvSpPr>
              <p:cNvPr id="259" name="Shape 7">
                <a:extLst>
                  <a:ext uri="{FF2B5EF4-FFF2-40B4-BE49-F238E27FC236}">
                    <a16:creationId xmlns:a16="http://schemas.microsoft.com/office/drawing/2014/main" id="{44313223-094C-F197-ED89-D11707B06B50}"/>
                  </a:ext>
                </a:extLst>
              </p:cNvPr>
              <p:cNvSpPr/>
              <p:nvPr/>
            </p:nvSpPr>
            <p:spPr>
              <a:xfrm>
                <a:off x="1041515" y="5834612"/>
                <a:ext cx="8205142" cy="13607"/>
              </a:xfrm>
              <a:prstGeom prst="rect">
                <a:avLst/>
              </a:prstGeom>
              <a:solidFill>
                <a:srgbClr val="CCCCCC"/>
              </a:solidFill>
              <a:ln/>
            </p:spPr>
          </p:sp>
          <p:sp>
            <p:nvSpPr>
              <p:cNvPr id="260" name="Shape 7">
                <a:extLst>
                  <a:ext uri="{FF2B5EF4-FFF2-40B4-BE49-F238E27FC236}">
                    <a16:creationId xmlns:a16="http://schemas.microsoft.com/office/drawing/2014/main" id="{381105ED-36F8-6003-D309-9DA3629FFC54}"/>
                  </a:ext>
                </a:extLst>
              </p:cNvPr>
              <p:cNvSpPr/>
              <p:nvPr/>
            </p:nvSpPr>
            <p:spPr>
              <a:xfrm>
                <a:off x="1041515" y="5446644"/>
                <a:ext cx="8205142" cy="13607"/>
              </a:xfrm>
              <a:prstGeom prst="rect">
                <a:avLst/>
              </a:prstGeom>
              <a:solidFill>
                <a:srgbClr val="2498BD"/>
              </a:solidFill>
              <a:ln/>
            </p:spPr>
          </p:sp>
          <p:sp>
            <p:nvSpPr>
              <p:cNvPr id="261" name="Shape 7">
                <a:extLst>
                  <a:ext uri="{FF2B5EF4-FFF2-40B4-BE49-F238E27FC236}">
                    <a16:creationId xmlns:a16="http://schemas.microsoft.com/office/drawing/2014/main" id="{8102E38C-BF5E-9669-34E7-293DC3FA0B2A}"/>
                  </a:ext>
                </a:extLst>
              </p:cNvPr>
              <p:cNvSpPr/>
              <p:nvPr/>
            </p:nvSpPr>
            <p:spPr>
              <a:xfrm>
                <a:off x="1041515" y="6220306"/>
                <a:ext cx="8205142" cy="13607"/>
              </a:xfrm>
              <a:prstGeom prst="rect">
                <a:avLst/>
              </a:prstGeom>
              <a:solidFill>
                <a:srgbClr val="CCCCCC"/>
              </a:solidFill>
              <a:ln/>
            </p:spPr>
          </p:sp>
          <p:sp>
            <p:nvSpPr>
              <p:cNvPr id="262" name="Shape 7">
                <a:extLst>
                  <a:ext uri="{FF2B5EF4-FFF2-40B4-BE49-F238E27FC236}">
                    <a16:creationId xmlns:a16="http://schemas.microsoft.com/office/drawing/2014/main" id="{415A2327-3DCA-507B-728A-C77A7B908BB8}"/>
                  </a:ext>
                </a:extLst>
              </p:cNvPr>
              <p:cNvSpPr/>
              <p:nvPr/>
            </p:nvSpPr>
            <p:spPr>
              <a:xfrm>
                <a:off x="1041515" y="6602534"/>
                <a:ext cx="8205142" cy="13607"/>
              </a:xfrm>
              <a:prstGeom prst="rect">
                <a:avLst/>
              </a:prstGeom>
              <a:solidFill>
                <a:srgbClr val="CCCCCC"/>
              </a:solidFill>
              <a:ln/>
            </p:spPr>
          </p:sp>
        </p:grpSp>
        <p:sp>
          <p:nvSpPr>
            <p:cNvPr id="263" name="Text 11">
              <a:extLst>
                <a:ext uri="{FF2B5EF4-FFF2-40B4-BE49-F238E27FC236}">
                  <a16:creationId xmlns:a16="http://schemas.microsoft.com/office/drawing/2014/main" id="{E9CEB9D5-9228-6BDA-69EE-983E14910842}"/>
                </a:ext>
              </a:extLst>
            </p:cNvPr>
            <p:cNvSpPr/>
            <p:nvPr/>
          </p:nvSpPr>
          <p:spPr>
            <a:xfrm>
              <a:off x="1044691" y="7202280"/>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上腹部 / 下腹部 / 腰回り（30cc）</a:t>
              </a:r>
            </a:p>
          </p:txBody>
        </p:sp>
        <p:sp>
          <p:nvSpPr>
            <p:cNvPr id="264" name="Text 11">
              <a:extLst>
                <a:ext uri="{FF2B5EF4-FFF2-40B4-BE49-F238E27FC236}">
                  <a16:creationId xmlns:a16="http://schemas.microsoft.com/office/drawing/2014/main" id="{3B587DA3-27DF-3B58-7F2F-DC3403E60E9C}"/>
                </a:ext>
              </a:extLst>
            </p:cNvPr>
            <p:cNvSpPr/>
            <p:nvPr/>
          </p:nvSpPr>
          <p:spPr>
            <a:xfrm>
              <a:off x="1044691" y="7595645"/>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二の腕 / 副乳 / ブラライン（60cc）</a:t>
              </a:r>
            </a:p>
          </p:txBody>
        </p:sp>
        <p:sp>
          <p:nvSpPr>
            <p:cNvPr id="265" name="Text 11">
              <a:extLst>
                <a:ext uri="{FF2B5EF4-FFF2-40B4-BE49-F238E27FC236}">
                  <a16:creationId xmlns:a16="http://schemas.microsoft.com/office/drawing/2014/main" id="{65DBA793-7B1C-7466-D50F-864A17C0FD6C}"/>
                </a:ext>
              </a:extLst>
            </p:cNvPr>
            <p:cNvSpPr/>
            <p:nvPr/>
          </p:nvSpPr>
          <p:spPr>
            <a:xfrm>
              <a:off x="1044691" y="7977721"/>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太もも内側 / 外側 / ヒップ横 のうち1つ</a:t>
              </a:r>
            </a:p>
          </p:txBody>
        </p:sp>
        <p:sp>
          <p:nvSpPr>
            <p:cNvPr id="266" name="Text 15">
              <a:extLst>
                <a:ext uri="{FF2B5EF4-FFF2-40B4-BE49-F238E27FC236}">
                  <a16:creationId xmlns:a16="http://schemas.microsoft.com/office/drawing/2014/main" id="{1206ED3E-8341-DB24-D209-45E127527177}"/>
                </a:ext>
              </a:extLst>
            </p:cNvPr>
            <p:cNvSpPr/>
            <p:nvPr/>
          </p:nvSpPr>
          <p:spPr>
            <a:xfrm>
              <a:off x="8101760" y="7282298"/>
              <a:ext cx="1144896"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95</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67" name="Text 15">
              <a:extLst>
                <a:ext uri="{FF2B5EF4-FFF2-40B4-BE49-F238E27FC236}">
                  <a16:creationId xmlns:a16="http://schemas.microsoft.com/office/drawing/2014/main" id="{1AFF095B-53F7-5C8F-35AB-887878B5B6F5}"/>
                </a:ext>
              </a:extLst>
            </p:cNvPr>
            <p:cNvSpPr/>
            <p:nvPr/>
          </p:nvSpPr>
          <p:spPr>
            <a:xfrm>
              <a:off x="6819538" y="7282298"/>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3回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68" name="Text 15">
              <a:extLst>
                <a:ext uri="{FF2B5EF4-FFF2-40B4-BE49-F238E27FC236}">
                  <a16:creationId xmlns:a16="http://schemas.microsoft.com/office/drawing/2014/main" id="{8A7BC97A-2D30-923C-2F5E-CF4ED76DB515}"/>
                </a:ext>
              </a:extLst>
            </p:cNvPr>
            <p:cNvSpPr/>
            <p:nvPr/>
          </p:nvSpPr>
          <p:spPr>
            <a:xfrm>
              <a:off x="5393104" y="7282298"/>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220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a:t>
              </a:r>
            </a:p>
          </p:txBody>
        </p:sp>
        <p:sp>
          <p:nvSpPr>
            <p:cNvPr id="269" name="Text 15">
              <a:extLst>
                <a:ext uri="{FF2B5EF4-FFF2-40B4-BE49-F238E27FC236}">
                  <a16:creationId xmlns:a16="http://schemas.microsoft.com/office/drawing/2014/main" id="{C82F86C7-AD79-238C-8DDC-9BB161CBABFE}"/>
                </a:ext>
              </a:extLst>
            </p:cNvPr>
            <p:cNvSpPr/>
            <p:nvPr/>
          </p:nvSpPr>
          <p:spPr>
            <a:xfrm>
              <a:off x="7902624" y="7675663"/>
              <a:ext cx="1344032"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1,30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70" name="Text 15">
              <a:extLst>
                <a:ext uri="{FF2B5EF4-FFF2-40B4-BE49-F238E27FC236}">
                  <a16:creationId xmlns:a16="http://schemas.microsoft.com/office/drawing/2014/main" id="{A353C804-53CA-153D-EE34-460641F3C0B2}"/>
                </a:ext>
              </a:extLst>
            </p:cNvPr>
            <p:cNvSpPr/>
            <p:nvPr/>
          </p:nvSpPr>
          <p:spPr>
            <a:xfrm>
              <a:off x="6763433" y="7675663"/>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3回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99</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71" name="Text 15">
              <a:extLst>
                <a:ext uri="{FF2B5EF4-FFF2-40B4-BE49-F238E27FC236}">
                  <a16:creationId xmlns:a16="http://schemas.microsoft.com/office/drawing/2014/main" id="{6DA98017-74B1-1A5F-E320-ED13AE307710}"/>
                </a:ext>
              </a:extLst>
            </p:cNvPr>
            <p:cNvSpPr/>
            <p:nvPr/>
          </p:nvSpPr>
          <p:spPr>
            <a:xfrm>
              <a:off x="5460587" y="7675663"/>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400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a:t>
              </a:r>
            </a:p>
          </p:txBody>
        </p:sp>
        <p:sp>
          <p:nvSpPr>
            <p:cNvPr id="272" name="Text 15">
              <a:extLst>
                <a:ext uri="{FF2B5EF4-FFF2-40B4-BE49-F238E27FC236}">
                  <a16:creationId xmlns:a16="http://schemas.microsoft.com/office/drawing/2014/main" id="{92195AD0-ACDB-29CB-20A2-F29D96E2DBC0}"/>
                </a:ext>
              </a:extLst>
            </p:cNvPr>
            <p:cNvSpPr/>
            <p:nvPr/>
          </p:nvSpPr>
          <p:spPr>
            <a:xfrm>
              <a:off x="7902624" y="8057739"/>
              <a:ext cx="1344032"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1,50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73" name="Text 15">
              <a:extLst>
                <a:ext uri="{FF2B5EF4-FFF2-40B4-BE49-F238E27FC236}">
                  <a16:creationId xmlns:a16="http://schemas.microsoft.com/office/drawing/2014/main" id="{66AB41B7-B4FC-A3F0-5F5F-A32B5F7A4CDB}"/>
                </a:ext>
              </a:extLst>
            </p:cNvPr>
            <p:cNvSpPr/>
            <p:nvPr/>
          </p:nvSpPr>
          <p:spPr>
            <a:xfrm>
              <a:off x="6566584" y="8057739"/>
              <a:ext cx="1272032"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3回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1,20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74" name="Text 15">
              <a:extLst>
                <a:ext uri="{FF2B5EF4-FFF2-40B4-BE49-F238E27FC236}">
                  <a16:creationId xmlns:a16="http://schemas.microsoft.com/office/drawing/2014/main" id="{DA9D5690-190D-BD43-CE13-B72BABDCD554}"/>
                </a:ext>
              </a:extLst>
            </p:cNvPr>
            <p:cNvSpPr/>
            <p:nvPr/>
          </p:nvSpPr>
          <p:spPr>
            <a:xfrm>
              <a:off x="5393104" y="8057739"/>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55</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 7"/>
          <p:cNvSpPr/>
          <p:nvPr/>
        </p:nvSpPr>
        <p:spPr>
          <a:xfrm>
            <a:off x="945043" y="5166048"/>
            <a:ext cx="4010055" cy="7905"/>
          </a:xfrm>
          <a:prstGeom prst="rect">
            <a:avLst/>
          </a:prstGeom>
          <a:solidFill>
            <a:srgbClr val="555555">
              <a:alpha val="12000"/>
            </a:srgbClr>
          </a:solidFill>
          <a:ln/>
        </p:spPr>
      </p:sp>
      <p:sp>
        <p:nvSpPr>
          <p:cNvPr id="11" name="Text 8"/>
          <p:cNvSpPr/>
          <p:nvPr/>
        </p:nvSpPr>
        <p:spPr>
          <a:xfrm>
            <a:off x="2874291" y="3161562"/>
            <a:ext cx="2550329" cy="172774"/>
          </a:xfrm>
          <a:prstGeom prst="rect">
            <a:avLst/>
          </a:prstGeom>
          <a:noFill/>
          <a:ln/>
        </p:spPr>
        <p:txBody>
          <a:bodyPr wrap="square" lIns="21079" tIns="21079" rIns="21079" bIns="21079" rtlCol="0" anchor="t">
            <a:normAutofit fontScale="92500" lnSpcReduction="10000"/>
          </a:bodyPr>
          <a:lstStyle/>
          <a:p>
            <a:r>
              <a:rPr lang="en-US" sz="934" kern="0" spc="187" dirty="0">
                <a:solidFill>
                  <a:srgbClr val="C99A1F"/>
                </a:solidFill>
                <a:latin typeface="신세계 Regular" panose="02000300000000000000" pitchFamily="50" charset="-127"/>
                <a:ea typeface="신세계 Regular" panose="02000300000000000000" pitchFamily="50" charset="-127"/>
                <a:cs typeface="GC 16 Mono" pitchFamily="34" charset="-120"/>
              </a:rPr>
              <a:t>SOFWAVE</a:t>
            </a:r>
            <a:endParaRPr lang="en-US" sz="934" dirty="0">
              <a:latin typeface="신세계 Regular" panose="02000300000000000000" pitchFamily="50" charset="-127"/>
              <a:ea typeface="신세계 Regular" panose="02000300000000000000" pitchFamily="50" charset="-127"/>
            </a:endParaRPr>
          </a:p>
        </p:txBody>
      </p:sp>
      <p:sp>
        <p:nvSpPr>
          <p:cNvPr id="12" name="Text 9"/>
          <p:cNvSpPr/>
          <p:nvPr/>
        </p:nvSpPr>
        <p:spPr>
          <a:xfrm>
            <a:off x="2874291" y="3365884"/>
            <a:ext cx="2550329" cy="263114"/>
          </a:xfrm>
          <a:prstGeom prst="rect">
            <a:avLst/>
          </a:prstGeom>
          <a:noFill/>
          <a:ln/>
        </p:spPr>
        <p:txBody>
          <a:bodyPr wrap="square" lIns="21079" tIns="21079" rIns="21079" bIns="21079" rtlCol="0" anchor="t">
            <a:normAutofit fontScale="92500" lnSpcReduction="20000"/>
          </a:bodyPr>
          <a:lstStyle/>
          <a:p>
            <a:r>
              <a:rPr lang="ja-JP" sz="1565" b="1" dirty="0">
                <a:solidFill>
                  <a:srgbClr val="1A1A1A"/>
                </a:solidFill>
                <a:latin typeface="Noto Serif JP SemiBold"/>
                <a:ea typeface="Noto Serif JP SemiBold"/>
                <a:cs typeface="Sinsegye" pitchFamily="34" charset="-120"/>
              </a:rPr>
              <a:t>ソフウェーブ</a:t>
            </a:r>
            <a:endParaRPr lang="en-US" sz="1681" dirty="0">
              <a:latin typeface="신세계 Regular" panose="02000300000000000000" pitchFamily="50" charset="-127"/>
              <a:ea typeface="신세계 Regular" panose="02000300000000000000" pitchFamily="50" charset="-127"/>
            </a:endParaRPr>
          </a:p>
        </p:txBody>
      </p:sp>
      <p:sp>
        <p:nvSpPr>
          <p:cNvPr id="13" name="Text 10"/>
          <p:cNvSpPr/>
          <p:nvPr/>
        </p:nvSpPr>
        <p:spPr>
          <a:xfrm>
            <a:off x="2874291" y="3660546"/>
            <a:ext cx="2388035" cy="1332590"/>
          </a:xfrm>
          <a:prstGeom prst="rect">
            <a:avLst/>
          </a:prstGeom>
          <a:noFill/>
          <a:ln/>
        </p:spPr>
        <p:txBody>
          <a:bodyPr wrap="square" lIns="21079" tIns="21079" rIns="21079" bIns="21079" rtlCol="0" anchor="t">
            <a:normAutofit/>
          </a:bodyPr>
          <a:lstStyle/>
          <a:p>
            <a:pPr>
              <a:lnSpc>
                <a:spcPct val="143375"/>
              </a:lnSpc>
            </a:pPr>
            <a:r>
              <a:rPr lang="ja-JP" sz="1152" dirty="0">
                <a:solidFill>
                  <a:srgbClr val="555555"/>
                </a:solidFill>
                <a:latin typeface="Noto Serif JP SemiBold"/>
                <a:ea typeface="Noto Serif JP SemiBold"/>
                <a:cs typeface="Sinsegye" pitchFamily="34" charset="-120"/>
              </a:rPr>
              <a:t xml:space="preserve">1.5mm 真皮中深層を </a:t>
            </a:r>
          </a:p>
          <a:p>
            <a:pPr>
              <a:lnSpc>
                <a:spcPct val="143375"/>
              </a:lnSpc>
            </a:pPr>
            <a:r>
              <a:rPr lang="ja-JP" sz="1152" dirty="0">
                <a:solidFill>
                  <a:srgbClr val="555555"/>
                </a:solidFill>
                <a:latin typeface="Noto Serif JP SemiBold"/>
                <a:ea typeface="Noto Serif JP SemiBold"/>
                <a:cs typeface="Sinsegye" pitchFamily="34" charset="-120"/>
              </a:rPr>
              <a:t xml:space="preserve">狙う超音波リフティング。 </a:t>
            </a:r>
          </a:p>
          <a:p>
            <a:pPr>
              <a:lnSpc>
                <a:spcPct val="143375"/>
              </a:lnSpc>
            </a:pPr>
            <a:r>
              <a:rPr lang="ja-JP" sz="1152" dirty="0">
                <a:solidFill>
                  <a:srgbClr val="555555"/>
                </a:solidFill>
                <a:latin typeface="Noto Serif JP SemiBold"/>
                <a:ea typeface="Noto Serif JP SemiBold"/>
                <a:cs typeface="Sinsegye" pitchFamily="34" charset="-120"/>
              </a:rPr>
              <a:t xml:space="preserve">頬コケのリスクなく、薄く </a:t>
            </a:r>
          </a:p>
          <a:p>
            <a:pPr>
              <a:lnSpc>
                <a:spcPct val="143375"/>
              </a:lnSpc>
            </a:pPr>
            <a:r>
              <a:rPr lang="ja-JP" sz="1152" dirty="0">
                <a:solidFill>
                  <a:srgbClr val="555555"/>
                </a:solidFill>
                <a:latin typeface="Noto Serif JP SemiBold"/>
                <a:ea typeface="Noto Serif JP SemiBold"/>
                <a:cs typeface="Sinsegye" pitchFamily="34" charset="-120"/>
              </a:rPr>
              <a:t xml:space="preserve">たるんだ肌をキュッと </a:t>
            </a:r>
          </a:p>
          <a:p>
            <a:pPr>
              <a:lnSpc>
                <a:spcPct val="143375"/>
              </a:lnSpc>
            </a:pPr>
            <a:r>
              <a:rPr lang="ja-JP" sz="1152" dirty="0">
                <a:solidFill>
                  <a:srgbClr val="555555"/>
                </a:solidFill>
                <a:latin typeface="Noto Serif JP SemiBold"/>
                <a:ea typeface="Noto Serif JP SemiBold"/>
                <a:cs typeface="Sinsegye" pitchFamily="34" charset="-120"/>
              </a:rPr>
              <a:t>引き締めます。</a:t>
            </a:r>
            <a:endParaRPr lang="en-US" sz="1152" dirty="0">
              <a:latin typeface="신세계 Regular" panose="02000300000000000000" pitchFamily="50" charset="-127"/>
              <a:ea typeface="신세계 Regular" panose="02000300000000000000" pitchFamily="50" charset="-127"/>
            </a:endParaRPr>
          </a:p>
        </p:txBody>
      </p:sp>
      <p:sp>
        <p:nvSpPr>
          <p:cNvPr id="14" name="Shape 11"/>
          <p:cNvSpPr/>
          <p:nvPr/>
        </p:nvSpPr>
        <p:spPr>
          <a:xfrm>
            <a:off x="5317386" y="5166048"/>
            <a:ext cx="4010055" cy="7905"/>
          </a:xfrm>
          <a:prstGeom prst="rect">
            <a:avLst/>
          </a:prstGeom>
          <a:solidFill>
            <a:srgbClr val="555555">
              <a:alpha val="12000"/>
            </a:srgbClr>
          </a:solidFill>
          <a:ln/>
        </p:spPr>
      </p:sp>
      <p:sp>
        <p:nvSpPr>
          <p:cNvPr id="15" name="Text 12"/>
          <p:cNvSpPr/>
          <p:nvPr/>
        </p:nvSpPr>
        <p:spPr>
          <a:xfrm>
            <a:off x="7324645" y="3368167"/>
            <a:ext cx="2550329" cy="172774"/>
          </a:xfrm>
          <a:prstGeom prst="rect">
            <a:avLst/>
          </a:prstGeom>
          <a:noFill/>
          <a:ln/>
        </p:spPr>
        <p:txBody>
          <a:bodyPr wrap="square" lIns="21079" tIns="21079" rIns="21079" bIns="21079" rtlCol="0" anchor="t">
            <a:normAutofit fontScale="92500" lnSpcReduction="10000"/>
          </a:bodyPr>
          <a:lstStyle/>
          <a:p>
            <a:r>
              <a:rPr lang="en-US" sz="934" kern="0" spc="187" dirty="0">
                <a:solidFill>
                  <a:srgbClr val="C99A1F"/>
                </a:solidFill>
                <a:latin typeface="신세계 Regular" panose="02000300000000000000" pitchFamily="50" charset="-127"/>
                <a:ea typeface="신세계 Regular" panose="02000300000000000000" pitchFamily="50" charset="-127"/>
                <a:cs typeface="GC 16 Mono" pitchFamily="34" charset="-120"/>
              </a:rPr>
              <a:t>ULTHERAPY PRIME</a:t>
            </a:r>
            <a:endParaRPr lang="en-US" sz="934" dirty="0">
              <a:latin typeface="신세계 Regular" panose="02000300000000000000" pitchFamily="50" charset="-127"/>
              <a:ea typeface="신세계 Regular" panose="02000300000000000000" pitchFamily="50" charset="-127"/>
            </a:endParaRPr>
          </a:p>
        </p:txBody>
      </p:sp>
      <p:sp>
        <p:nvSpPr>
          <p:cNvPr id="16" name="Text 13"/>
          <p:cNvSpPr/>
          <p:nvPr/>
        </p:nvSpPr>
        <p:spPr>
          <a:xfrm>
            <a:off x="7324645" y="3572489"/>
            <a:ext cx="2550329" cy="263114"/>
          </a:xfrm>
          <a:prstGeom prst="rect">
            <a:avLst/>
          </a:prstGeom>
          <a:noFill/>
          <a:ln/>
        </p:spPr>
        <p:txBody>
          <a:bodyPr wrap="square" lIns="21079" tIns="21079" rIns="21079" bIns="21079" rtlCol="0" anchor="t">
            <a:normAutofit fontScale="92500" lnSpcReduction="20000"/>
          </a:bodyPr>
          <a:lstStyle/>
          <a:p>
            <a:r>
              <a:rPr lang="ja-JP" sz="1462" b="1" dirty="0">
                <a:solidFill>
                  <a:srgbClr val="1A1A1A"/>
                </a:solidFill>
                <a:latin typeface="Noto Serif JP SemiBold"/>
                <a:ea typeface="Noto Serif JP SemiBold"/>
                <a:cs typeface="Sinsegye" pitchFamily="34" charset="-120"/>
              </a:rPr>
              <a:t>ウルセラピープライム</a:t>
            </a:r>
            <a:endParaRPr lang="en-US" sz="1681" dirty="0">
              <a:latin typeface="신세계 Regular" panose="02000300000000000000" pitchFamily="50" charset="-127"/>
              <a:ea typeface="신세계 Regular" panose="02000300000000000000" pitchFamily="50" charset="-127"/>
            </a:endParaRPr>
          </a:p>
        </p:txBody>
      </p:sp>
      <p:sp>
        <p:nvSpPr>
          <p:cNvPr id="17" name="Text 14"/>
          <p:cNvSpPr/>
          <p:nvPr/>
        </p:nvSpPr>
        <p:spPr>
          <a:xfrm>
            <a:off x="7324646" y="3867152"/>
            <a:ext cx="2388035" cy="1120334"/>
          </a:xfrm>
          <a:prstGeom prst="rect">
            <a:avLst/>
          </a:prstGeom>
          <a:noFill/>
          <a:ln/>
        </p:spPr>
        <p:txBody>
          <a:bodyPr wrap="square" lIns="21079" tIns="21079" rIns="21079" bIns="21079" rtlCol="0" anchor="t">
            <a:normAutofit/>
          </a:bodyPr>
          <a:lstStyle/>
          <a:p>
            <a:pPr>
              <a:lnSpc>
                <a:spcPct val="143375"/>
              </a:lnSpc>
            </a:pPr>
            <a:r>
              <a:rPr lang="ja-JP" sz="1152" dirty="0">
                <a:solidFill>
                  <a:srgbClr val="555555"/>
                </a:solidFill>
                <a:latin typeface="Noto Serif JP SemiBold"/>
                <a:ea typeface="Noto Serif JP SemiBold"/>
                <a:cs typeface="Sinsegye" pitchFamily="34" charset="-120"/>
              </a:rPr>
              <a:t xml:space="preserve">ゆるんだSMAS筋膜まで </a:t>
            </a:r>
          </a:p>
          <a:p>
            <a:pPr>
              <a:lnSpc>
                <a:spcPct val="143375"/>
              </a:lnSpc>
            </a:pPr>
            <a:r>
              <a:rPr lang="ja-JP" sz="1152" dirty="0">
                <a:solidFill>
                  <a:srgbClr val="555555"/>
                </a:solidFill>
                <a:latin typeface="Noto Serif JP SemiBold"/>
                <a:ea typeface="Noto Serif JP SemiBold"/>
                <a:cs typeface="Sinsegye" pitchFamily="34" charset="-120"/>
              </a:rPr>
              <a:t xml:space="preserve">届く高密度集束超音波。 </a:t>
            </a:r>
          </a:p>
          <a:p>
            <a:pPr>
              <a:lnSpc>
                <a:spcPct val="143375"/>
              </a:lnSpc>
            </a:pPr>
            <a:r>
              <a:rPr lang="ja-JP" sz="1152" dirty="0">
                <a:solidFill>
                  <a:srgbClr val="555555"/>
                </a:solidFill>
                <a:latin typeface="Noto Serif JP SemiBold"/>
                <a:ea typeface="Noto Serif JP SemiBold"/>
                <a:cs typeface="Sinsegye" pitchFamily="34" charset="-120"/>
              </a:rPr>
              <a:t xml:space="preserve">1年以上持続する強力な </a:t>
            </a:r>
          </a:p>
          <a:p>
            <a:pPr>
              <a:lnSpc>
                <a:spcPct val="143375"/>
              </a:lnSpc>
            </a:pPr>
            <a:r>
              <a:rPr lang="ja-JP" sz="1152" dirty="0">
                <a:solidFill>
                  <a:srgbClr val="555555"/>
                </a:solidFill>
                <a:latin typeface="Noto Serif JP SemiBold"/>
                <a:ea typeface="Noto Serif JP SemiBold"/>
                <a:cs typeface="Sinsegye" pitchFamily="34" charset="-120"/>
              </a:rPr>
              <a:t>輪郭改善とリフティング。</a:t>
            </a:r>
            <a:endParaRPr lang="en-US" sz="1152" dirty="0">
              <a:latin typeface="신세계 Regular" panose="02000300000000000000" pitchFamily="50" charset="-127"/>
              <a:ea typeface="신세계 Regular" panose="02000300000000000000" pitchFamily="50" charset="-127"/>
            </a:endParaRPr>
          </a:p>
        </p:txBody>
      </p:sp>
      <p:sp>
        <p:nvSpPr>
          <p:cNvPr id="18" name="Shape 15"/>
          <p:cNvSpPr/>
          <p:nvPr/>
        </p:nvSpPr>
        <p:spPr>
          <a:xfrm>
            <a:off x="945043" y="8110020"/>
            <a:ext cx="4010055" cy="7905"/>
          </a:xfrm>
          <a:prstGeom prst="rect">
            <a:avLst/>
          </a:prstGeom>
          <a:solidFill>
            <a:srgbClr val="555555">
              <a:alpha val="12000"/>
            </a:srgbClr>
          </a:solidFill>
          <a:ln/>
        </p:spPr>
      </p:sp>
      <p:sp>
        <p:nvSpPr>
          <p:cNvPr id="19" name="Text 16"/>
          <p:cNvSpPr/>
          <p:nvPr/>
        </p:nvSpPr>
        <p:spPr>
          <a:xfrm>
            <a:off x="2874291" y="6299734"/>
            <a:ext cx="2550329" cy="172774"/>
          </a:xfrm>
          <a:prstGeom prst="rect">
            <a:avLst/>
          </a:prstGeom>
          <a:noFill/>
          <a:ln/>
        </p:spPr>
        <p:txBody>
          <a:bodyPr wrap="square" lIns="21079" tIns="21079" rIns="21079" bIns="21079" rtlCol="0" anchor="t">
            <a:normAutofit fontScale="92500" lnSpcReduction="10000"/>
          </a:bodyPr>
          <a:lstStyle/>
          <a:p>
            <a:r>
              <a:rPr lang="en-US" sz="934" kern="0" spc="187" dirty="0">
                <a:solidFill>
                  <a:srgbClr val="C99A1F"/>
                </a:solidFill>
                <a:latin typeface="신세계 Regular" panose="02000300000000000000" pitchFamily="50" charset="-127"/>
                <a:ea typeface="신세계 Regular" panose="02000300000000000000" pitchFamily="50" charset="-127"/>
                <a:cs typeface="GC 16 Mono" pitchFamily="34" charset="-120"/>
              </a:rPr>
              <a:t>THERMAGE FLX</a:t>
            </a:r>
            <a:endParaRPr lang="en-US" sz="934" dirty="0">
              <a:latin typeface="신세계 Regular" panose="02000300000000000000" pitchFamily="50" charset="-127"/>
              <a:ea typeface="신세계 Regular" panose="02000300000000000000" pitchFamily="50" charset="-127"/>
            </a:endParaRPr>
          </a:p>
        </p:txBody>
      </p:sp>
      <p:sp>
        <p:nvSpPr>
          <p:cNvPr id="20" name="Text 17"/>
          <p:cNvSpPr/>
          <p:nvPr/>
        </p:nvSpPr>
        <p:spPr>
          <a:xfrm>
            <a:off x="2874291" y="6504057"/>
            <a:ext cx="2550329" cy="263114"/>
          </a:xfrm>
          <a:prstGeom prst="rect">
            <a:avLst/>
          </a:prstGeom>
          <a:noFill/>
          <a:ln/>
        </p:spPr>
        <p:txBody>
          <a:bodyPr wrap="square" lIns="21079" tIns="21079" rIns="21079" bIns="21079" rtlCol="0" anchor="t">
            <a:normAutofit fontScale="92500" lnSpcReduction="20000"/>
          </a:bodyPr>
          <a:lstStyle/>
          <a:p>
            <a:r>
              <a:rPr lang="ja-JP" sz="1362" b="1" dirty="0">
                <a:solidFill>
                  <a:srgbClr val="1A1A1A"/>
                </a:solidFill>
                <a:latin typeface="Noto Serif JP SemiBold"/>
                <a:ea typeface="Noto Serif JP SemiBold"/>
                <a:cs typeface="Sinsegye" pitchFamily="34" charset="-120"/>
              </a:rPr>
              <a:t>サーマクール FLX</a:t>
            </a:r>
            <a:endParaRPr lang="en-US" sz="1681" dirty="0">
              <a:latin typeface="신세계 Regular" panose="02000300000000000000" pitchFamily="50" charset="-127"/>
              <a:ea typeface="신세계 Regular" panose="02000300000000000000" pitchFamily="50" charset="-127"/>
            </a:endParaRPr>
          </a:p>
        </p:txBody>
      </p:sp>
      <p:sp>
        <p:nvSpPr>
          <p:cNvPr id="21" name="Text 18"/>
          <p:cNvSpPr/>
          <p:nvPr/>
        </p:nvSpPr>
        <p:spPr>
          <a:xfrm>
            <a:off x="2874291" y="6798718"/>
            <a:ext cx="2388035" cy="1436945"/>
          </a:xfrm>
          <a:prstGeom prst="rect">
            <a:avLst/>
          </a:prstGeom>
          <a:noFill/>
          <a:ln/>
        </p:spPr>
        <p:txBody>
          <a:bodyPr wrap="square" lIns="21079" tIns="21079" rIns="21079" bIns="21079" rtlCol="0" anchor="t">
            <a:normAutofit/>
          </a:bodyPr>
          <a:lstStyle/>
          <a:p>
            <a:pPr>
              <a:lnSpc>
                <a:spcPct val="143375"/>
              </a:lnSpc>
            </a:pPr>
            <a:r>
              <a:rPr lang="ja-JP" sz="1152" dirty="0">
                <a:solidFill>
                  <a:srgbClr val="555555"/>
                </a:solidFill>
                <a:latin typeface="Noto Serif JP SemiBold"/>
                <a:ea typeface="Noto Serif JP SemiBold"/>
                <a:cs typeface="Sinsegye" pitchFamily="34" charset="-120"/>
              </a:rPr>
              <a:t xml:space="preserve">モノポーラ高周波で </a:t>
            </a:r>
          </a:p>
          <a:p>
            <a:pPr>
              <a:lnSpc>
                <a:spcPct val="143375"/>
              </a:lnSpc>
            </a:pPr>
            <a:r>
              <a:rPr lang="ja-JP" sz="1152" dirty="0">
                <a:solidFill>
                  <a:srgbClr val="555555"/>
                </a:solidFill>
                <a:latin typeface="Noto Serif JP SemiBold"/>
                <a:ea typeface="Noto Serif JP SemiBold"/>
                <a:cs typeface="Sinsegye" pitchFamily="34" charset="-120"/>
              </a:rPr>
              <a:t xml:space="preserve">真皮層全体をタイトニング、 </a:t>
            </a:r>
          </a:p>
          <a:p>
            <a:pPr>
              <a:lnSpc>
                <a:spcPct val="143375"/>
              </a:lnSpc>
            </a:pPr>
            <a:r>
              <a:rPr lang="ja-JP" sz="1152" dirty="0">
                <a:solidFill>
                  <a:srgbClr val="555555"/>
                </a:solidFill>
                <a:latin typeface="Noto Serif JP SemiBold"/>
                <a:ea typeface="Noto Serif JP SemiBold"/>
                <a:cs typeface="Sinsegye" pitchFamily="34" charset="-120"/>
              </a:rPr>
              <a:t xml:space="preserve">ハリ・弾力と小ジワの改善に </a:t>
            </a:r>
          </a:p>
          <a:p>
            <a:pPr>
              <a:lnSpc>
                <a:spcPct val="143375"/>
              </a:lnSpc>
            </a:pPr>
            <a:r>
              <a:rPr lang="ja-JP" sz="1152" dirty="0">
                <a:solidFill>
                  <a:srgbClr val="555555"/>
                </a:solidFill>
                <a:latin typeface="Noto Serif JP SemiBold"/>
                <a:ea typeface="Noto Serif JP SemiBold"/>
                <a:cs typeface="Sinsegye" pitchFamily="34" charset="-120"/>
              </a:rPr>
              <a:t>効果的です。</a:t>
            </a:r>
            <a:endParaRPr lang="en-US" sz="1152" dirty="0">
              <a:latin typeface="신세계 Regular" panose="02000300000000000000" pitchFamily="50" charset="-127"/>
              <a:ea typeface="신세계 Regular" panose="02000300000000000000" pitchFamily="50" charset="-127"/>
            </a:endParaRPr>
          </a:p>
        </p:txBody>
      </p:sp>
      <p:sp>
        <p:nvSpPr>
          <p:cNvPr id="22" name="Shape 19"/>
          <p:cNvSpPr/>
          <p:nvPr/>
        </p:nvSpPr>
        <p:spPr>
          <a:xfrm>
            <a:off x="5317386" y="8110020"/>
            <a:ext cx="4010055" cy="7905"/>
          </a:xfrm>
          <a:prstGeom prst="rect">
            <a:avLst/>
          </a:prstGeom>
          <a:solidFill>
            <a:srgbClr val="555555">
              <a:alpha val="12000"/>
            </a:srgbClr>
          </a:solidFill>
          <a:ln/>
        </p:spPr>
      </p:sp>
      <p:sp>
        <p:nvSpPr>
          <p:cNvPr id="23" name="Text 20"/>
          <p:cNvSpPr/>
          <p:nvPr/>
        </p:nvSpPr>
        <p:spPr>
          <a:xfrm>
            <a:off x="7353868" y="6319138"/>
            <a:ext cx="2550329" cy="172774"/>
          </a:xfrm>
          <a:prstGeom prst="rect">
            <a:avLst/>
          </a:prstGeom>
          <a:noFill/>
          <a:ln/>
        </p:spPr>
        <p:txBody>
          <a:bodyPr wrap="square" lIns="21079" tIns="21079" rIns="21079" bIns="21079" rtlCol="0" anchor="t">
            <a:normAutofit fontScale="92500" lnSpcReduction="10000"/>
          </a:bodyPr>
          <a:lstStyle/>
          <a:p>
            <a:r>
              <a:rPr lang="en-US" sz="934" kern="0" spc="187" dirty="0">
                <a:solidFill>
                  <a:srgbClr val="C99A1F"/>
                </a:solidFill>
                <a:latin typeface="신세계 Regular" panose="02000300000000000000" pitchFamily="50" charset="-127"/>
                <a:ea typeface="신세계 Regular" panose="02000300000000000000" pitchFamily="50" charset="-127"/>
                <a:cs typeface="GC 16 Mono" pitchFamily="34" charset="-120"/>
              </a:rPr>
              <a:t>TITANIUM</a:t>
            </a:r>
            <a:endParaRPr lang="en-US" sz="934" dirty="0">
              <a:latin typeface="신세계 Regular" panose="02000300000000000000" pitchFamily="50" charset="-127"/>
              <a:ea typeface="신세계 Regular" panose="02000300000000000000" pitchFamily="50" charset="-127"/>
            </a:endParaRPr>
          </a:p>
        </p:txBody>
      </p:sp>
      <p:sp>
        <p:nvSpPr>
          <p:cNvPr id="24" name="Text 21"/>
          <p:cNvSpPr/>
          <p:nvPr/>
        </p:nvSpPr>
        <p:spPr>
          <a:xfrm>
            <a:off x="7353868" y="6523461"/>
            <a:ext cx="2550329" cy="263114"/>
          </a:xfrm>
          <a:prstGeom prst="rect">
            <a:avLst/>
          </a:prstGeom>
          <a:noFill/>
          <a:ln/>
        </p:spPr>
        <p:txBody>
          <a:bodyPr wrap="square" lIns="21079" tIns="21079" rIns="21079" bIns="21079" rtlCol="0" anchor="t">
            <a:normAutofit fontScale="92500" lnSpcReduction="20000"/>
          </a:bodyPr>
          <a:lstStyle/>
          <a:p>
            <a:r>
              <a:rPr lang="ja-JP" sz="1328" b="1" dirty="0">
                <a:solidFill>
                  <a:srgbClr val="1A1A1A"/>
                </a:solidFill>
                <a:latin typeface="Noto Serif JP SemiBold"/>
                <a:ea typeface="Noto Serif JP SemiBold"/>
                <a:cs typeface="Sinsegye" pitchFamily="34" charset="-120"/>
              </a:rPr>
              <a:t>チタニウム</a:t>
            </a:r>
            <a:endParaRPr lang="en-US" sz="1681" dirty="0">
              <a:latin typeface="신세계 Regular" panose="02000300000000000000" pitchFamily="50" charset="-127"/>
              <a:ea typeface="신세계 Regular" panose="02000300000000000000" pitchFamily="50" charset="-127"/>
            </a:endParaRPr>
          </a:p>
        </p:txBody>
      </p:sp>
      <p:sp>
        <p:nvSpPr>
          <p:cNvPr id="25" name="Text 22"/>
          <p:cNvSpPr/>
          <p:nvPr/>
        </p:nvSpPr>
        <p:spPr>
          <a:xfrm>
            <a:off x="7353869" y="6818122"/>
            <a:ext cx="2388035" cy="1260349"/>
          </a:xfrm>
          <a:prstGeom prst="rect">
            <a:avLst/>
          </a:prstGeom>
          <a:noFill/>
          <a:ln/>
        </p:spPr>
        <p:txBody>
          <a:bodyPr wrap="square" lIns="21079" tIns="21079" rIns="21079" bIns="21079" rtlCol="0" anchor="t">
            <a:normAutofit/>
          </a:bodyPr>
          <a:lstStyle/>
          <a:p>
            <a:pPr>
              <a:lnSpc>
                <a:spcPct val="143375"/>
              </a:lnSpc>
            </a:pPr>
            <a:r>
              <a:rPr lang="ja-JP" sz="1152" dirty="0">
                <a:solidFill>
                  <a:srgbClr val="555555"/>
                </a:solidFill>
                <a:latin typeface="Noto Serif JP SemiBold"/>
                <a:ea typeface="Noto Serif JP SemiBold"/>
                <a:cs typeface="Sinsegye" pitchFamily="34" charset="-120"/>
              </a:rPr>
              <a:t>精密なエネルギー伝達で</a:t>
            </a:r>
          </a:p>
          <a:p>
            <a:pPr>
              <a:lnSpc>
                <a:spcPct val="143375"/>
              </a:lnSpc>
            </a:pPr>
            <a:r>
              <a:rPr lang="ja-JP" sz="1152" dirty="0">
                <a:solidFill>
                  <a:srgbClr val="555555"/>
                </a:solidFill>
                <a:latin typeface="Noto Serif JP SemiBold"/>
                <a:ea typeface="Noto Serif JP SemiBold"/>
                <a:cs typeface="Sinsegye" pitchFamily="34" charset="-120"/>
              </a:rPr>
              <a:t>コラーゲンを活性化し、内側から</a:t>
            </a:r>
          </a:p>
          <a:p>
            <a:pPr>
              <a:lnSpc>
                <a:spcPct val="143375"/>
              </a:lnSpc>
            </a:pPr>
            <a:r>
              <a:rPr lang="ja-JP" sz="1152" dirty="0">
                <a:solidFill>
                  <a:srgbClr val="555555"/>
                </a:solidFill>
                <a:latin typeface="Noto Serif JP SemiBold"/>
                <a:ea typeface="Noto Serif JP SemiBold"/>
                <a:cs typeface="Sinsegye" pitchFamily="34" charset="-120"/>
              </a:rPr>
              <a:t>満ちあふれる深いハリと</a:t>
            </a:r>
          </a:p>
          <a:p>
            <a:pPr>
              <a:lnSpc>
                <a:spcPct val="143375"/>
              </a:lnSpc>
            </a:pPr>
            <a:r>
              <a:rPr lang="ja-JP" sz="1152" dirty="0">
                <a:solidFill>
                  <a:srgbClr val="555555"/>
                </a:solidFill>
                <a:latin typeface="Noto Serif JP SemiBold"/>
                <a:ea typeface="Noto Serif JP SemiBold"/>
                <a:cs typeface="Sinsegye" pitchFamily="34" charset="-120"/>
              </a:rPr>
              <a:t>長く続くリフティング効果。</a:t>
            </a:r>
          </a:p>
        </p:txBody>
      </p:sp>
      <p:sp>
        <p:nvSpPr>
          <p:cNvPr id="26" name="Shape 23"/>
          <p:cNvSpPr/>
          <p:nvPr/>
        </p:nvSpPr>
        <p:spPr>
          <a:xfrm>
            <a:off x="945043" y="11030028"/>
            <a:ext cx="4010055" cy="7905"/>
          </a:xfrm>
          <a:prstGeom prst="rect">
            <a:avLst/>
          </a:prstGeom>
          <a:solidFill>
            <a:srgbClr val="555555">
              <a:alpha val="12000"/>
            </a:srgbClr>
          </a:solidFill>
          <a:ln/>
        </p:spPr>
      </p:sp>
      <p:sp>
        <p:nvSpPr>
          <p:cNvPr id="27" name="Text 24"/>
          <p:cNvSpPr/>
          <p:nvPr/>
        </p:nvSpPr>
        <p:spPr>
          <a:xfrm>
            <a:off x="2874291" y="9198453"/>
            <a:ext cx="2550329" cy="172774"/>
          </a:xfrm>
          <a:prstGeom prst="rect">
            <a:avLst/>
          </a:prstGeom>
          <a:noFill/>
          <a:ln/>
        </p:spPr>
        <p:txBody>
          <a:bodyPr wrap="square" lIns="21079" tIns="21079" rIns="21079" bIns="21079" rtlCol="0" anchor="t">
            <a:normAutofit fontScale="92500" lnSpcReduction="10000"/>
          </a:bodyPr>
          <a:lstStyle/>
          <a:p>
            <a:r>
              <a:rPr lang="en-US" sz="934" kern="0" spc="187" dirty="0">
                <a:solidFill>
                  <a:srgbClr val="C99A1F"/>
                </a:solidFill>
                <a:latin typeface="신세계 Regular" panose="02000300000000000000" pitchFamily="50" charset="-127"/>
                <a:ea typeface="신세계 Regular" panose="02000300000000000000" pitchFamily="50" charset="-127"/>
                <a:cs typeface="GC 16 Mono" pitchFamily="34" charset="-120"/>
              </a:rPr>
              <a:t>ONDA</a:t>
            </a:r>
            <a:endParaRPr lang="en-US" sz="934" dirty="0">
              <a:latin typeface="신세계 Regular" panose="02000300000000000000" pitchFamily="50" charset="-127"/>
              <a:ea typeface="신세계 Regular" panose="02000300000000000000" pitchFamily="50" charset="-127"/>
            </a:endParaRPr>
          </a:p>
        </p:txBody>
      </p:sp>
      <p:sp>
        <p:nvSpPr>
          <p:cNvPr id="28" name="Text 25"/>
          <p:cNvSpPr/>
          <p:nvPr/>
        </p:nvSpPr>
        <p:spPr>
          <a:xfrm>
            <a:off x="2874291" y="9402776"/>
            <a:ext cx="2550329" cy="263114"/>
          </a:xfrm>
          <a:prstGeom prst="rect">
            <a:avLst/>
          </a:prstGeom>
          <a:noFill/>
          <a:ln/>
        </p:spPr>
        <p:txBody>
          <a:bodyPr wrap="square" lIns="21079" tIns="21079" rIns="21079" bIns="21079" rtlCol="0" anchor="t">
            <a:normAutofit fontScale="92500" lnSpcReduction="20000"/>
          </a:bodyPr>
          <a:lstStyle/>
          <a:p>
            <a:r>
              <a:rPr lang="ja-JP" sz="1399" b="1" dirty="0">
                <a:solidFill>
                  <a:srgbClr val="1A1A1A"/>
                </a:solidFill>
                <a:latin typeface="Noto Serif JP SemiBold"/>
                <a:ea typeface="Noto Serif JP SemiBold"/>
                <a:cs typeface="Sinsegye" pitchFamily="34" charset="-120"/>
              </a:rPr>
              <a:t>オンダ</a:t>
            </a:r>
            <a:endParaRPr lang="en-US" sz="1681" dirty="0">
              <a:latin typeface="신세계 Regular" panose="02000300000000000000" pitchFamily="50" charset="-127"/>
              <a:ea typeface="신세계 Regular" panose="02000300000000000000" pitchFamily="50" charset="-127"/>
            </a:endParaRPr>
          </a:p>
        </p:txBody>
      </p:sp>
      <p:sp>
        <p:nvSpPr>
          <p:cNvPr id="29" name="Text 26"/>
          <p:cNvSpPr/>
          <p:nvPr/>
        </p:nvSpPr>
        <p:spPr>
          <a:xfrm>
            <a:off x="2874291" y="9697438"/>
            <a:ext cx="2388035" cy="1245211"/>
          </a:xfrm>
          <a:prstGeom prst="rect">
            <a:avLst/>
          </a:prstGeom>
          <a:noFill/>
          <a:ln/>
        </p:spPr>
        <p:txBody>
          <a:bodyPr wrap="square" lIns="21079" tIns="21079" rIns="21079" bIns="21079" rtlCol="0" anchor="t">
            <a:normAutofit/>
          </a:bodyPr>
          <a:lstStyle/>
          <a:p>
            <a:pPr>
              <a:lnSpc>
                <a:spcPct val="143375"/>
              </a:lnSpc>
            </a:pPr>
            <a:r>
              <a:rPr lang="ja-JP" sz="1152" dirty="0">
                <a:solidFill>
                  <a:srgbClr val="555555"/>
                </a:solidFill>
                <a:latin typeface="Noto Serif JP SemiBold"/>
                <a:ea typeface="Noto Serif JP SemiBold"/>
                <a:cs typeface="Sinsegye" pitchFamily="34" charset="-120"/>
              </a:rPr>
              <a:t>マイクロ波で</a:t>
            </a:r>
            <a:endParaRPr lang="en-US" sz="1152" dirty="0">
              <a:solidFill>
                <a:srgbClr val="555555"/>
              </a:solidFill>
              <a:latin typeface="신세계 Regular" panose="02000300000000000000" pitchFamily="50" charset="-127"/>
              <a:ea typeface="신세계 Regular" panose="02000300000000000000" pitchFamily="50" charset="-127"/>
              <a:cs typeface="Sinsegye" pitchFamily="34" charset="-120"/>
            </a:endParaRPr>
          </a:p>
          <a:p>
            <a:pPr>
              <a:lnSpc>
                <a:spcPct val="143375"/>
              </a:lnSpc>
            </a:pPr>
            <a:r>
              <a:rPr lang="ja-JP" sz="1152" dirty="0">
                <a:solidFill>
                  <a:srgbClr val="555555"/>
                </a:solidFill>
                <a:latin typeface="Noto Serif JP SemiBold"/>
                <a:ea typeface="Noto Serif JP SemiBold"/>
                <a:cs typeface="Sinsegye" pitchFamily="34" charset="-120"/>
              </a:rPr>
              <a:t xml:space="preserve">脂肪分解とセルライトケア。 </a:t>
            </a:r>
          </a:p>
          <a:p>
            <a:pPr>
              <a:lnSpc>
                <a:spcPct val="143375"/>
              </a:lnSpc>
            </a:pPr>
            <a:r>
              <a:rPr lang="ja-JP" sz="1152" dirty="0">
                <a:solidFill>
                  <a:srgbClr val="555555"/>
                </a:solidFill>
                <a:latin typeface="Noto Serif JP SemiBold"/>
                <a:ea typeface="Noto Serif JP SemiBold"/>
                <a:cs typeface="Sinsegye" pitchFamily="34" charset="-120"/>
              </a:rPr>
              <a:t xml:space="preserve">痛みの負担が少なく FACE · BODY </a:t>
            </a:r>
          </a:p>
          <a:p>
            <a:pPr>
              <a:lnSpc>
                <a:spcPct val="143375"/>
              </a:lnSpc>
            </a:pPr>
            <a:r>
              <a:rPr lang="ja-JP" sz="1152" dirty="0">
                <a:solidFill>
                  <a:srgbClr val="555555"/>
                </a:solidFill>
                <a:latin typeface="Noto Serif JP SemiBold"/>
                <a:ea typeface="Noto Serif JP SemiBold"/>
                <a:cs typeface="Sinsegye" pitchFamily="34" charset="-120"/>
              </a:rPr>
              <a:t>どちらもケアします。</a:t>
            </a:r>
            <a:endParaRPr lang="en-US" sz="1152" dirty="0">
              <a:latin typeface="신세계 Regular" panose="02000300000000000000" pitchFamily="50" charset="-127"/>
              <a:ea typeface="신세계 Regular" panose="02000300000000000000" pitchFamily="50" charset="-127"/>
            </a:endParaRPr>
          </a:p>
        </p:txBody>
      </p:sp>
      <p:sp>
        <p:nvSpPr>
          <p:cNvPr id="30" name="Shape 27"/>
          <p:cNvSpPr/>
          <p:nvPr/>
        </p:nvSpPr>
        <p:spPr>
          <a:xfrm>
            <a:off x="5317386" y="11030028"/>
            <a:ext cx="4010055" cy="7905"/>
          </a:xfrm>
          <a:prstGeom prst="rect">
            <a:avLst/>
          </a:prstGeom>
          <a:solidFill>
            <a:srgbClr val="555555">
              <a:alpha val="12000"/>
            </a:srgbClr>
          </a:solidFill>
          <a:ln/>
        </p:spPr>
      </p:sp>
      <p:sp>
        <p:nvSpPr>
          <p:cNvPr id="31" name="Text 28"/>
          <p:cNvSpPr/>
          <p:nvPr/>
        </p:nvSpPr>
        <p:spPr>
          <a:xfrm>
            <a:off x="7353869" y="9186111"/>
            <a:ext cx="2550329" cy="172774"/>
          </a:xfrm>
          <a:prstGeom prst="rect">
            <a:avLst/>
          </a:prstGeom>
          <a:noFill/>
          <a:ln/>
        </p:spPr>
        <p:txBody>
          <a:bodyPr wrap="square" lIns="21079" tIns="21079" rIns="21079" bIns="21079" rtlCol="0" anchor="t">
            <a:normAutofit fontScale="92500" lnSpcReduction="10000"/>
          </a:bodyPr>
          <a:lstStyle/>
          <a:p>
            <a:r>
              <a:rPr lang="en-US" sz="934" kern="0" spc="187" dirty="0">
                <a:solidFill>
                  <a:srgbClr val="C99A1F"/>
                </a:solidFill>
                <a:latin typeface="신세계 Regular" panose="02000300000000000000" pitchFamily="50" charset="-127"/>
                <a:ea typeface="신세계 Regular" panose="02000300000000000000" pitchFamily="50" charset="-127"/>
                <a:cs typeface="GC 16 Mono" pitchFamily="34" charset="-120"/>
              </a:rPr>
              <a:t>SHURINK UNIVERSE</a:t>
            </a:r>
            <a:endParaRPr lang="en-US" sz="934" dirty="0">
              <a:latin typeface="신세계 Regular" panose="02000300000000000000" pitchFamily="50" charset="-127"/>
              <a:ea typeface="신세계 Regular" panose="02000300000000000000" pitchFamily="50" charset="-127"/>
            </a:endParaRPr>
          </a:p>
        </p:txBody>
      </p:sp>
      <p:sp>
        <p:nvSpPr>
          <p:cNvPr id="32" name="Text 29"/>
          <p:cNvSpPr/>
          <p:nvPr/>
        </p:nvSpPr>
        <p:spPr>
          <a:xfrm>
            <a:off x="7353869" y="9390434"/>
            <a:ext cx="2550329" cy="263114"/>
          </a:xfrm>
          <a:prstGeom prst="rect">
            <a:avLst/>
          </a:prstGeom>
          <a:noFill/>
          <a:ln/>
        </p:spPr>
        <p:txBody>
          <a:bodyPr wrap="square" lIns="21079" tIns="21079" rIns="21079" bIns="21079" rtlCol="0" anchor="t">
            <a:normAutofit fontScale="92500" lnSpcReduction="20000"/>
          </a:bodyPr>
          <a:lstStyle/>
          <a:p>
            <a:r>
              <a:rPr lang="ja-JP" sz="1462" b="1" dirty="0">
                <a:solidFill>
                  <a:srgbClr val="1A1A1A"/>
                </a:solidFill>
                <a:latin typeface="Noto Serif JP SemiBold"/>
                <a:ea typeface="Noto Serif JP SemiBold"/>
                <a:cs typeface="Sinsegye" pitchFamily="34" charset="-120"/>
              </a:rPr>
              <a:t>シュリンクユニバース</a:t>
            </a:r>
            <a:endParaRPr lang="en-US" sz="1681" dirty="0">
              <a:latin typeface="신세계 Regular" panose="02000300000000000000" pitchFamily="50" charset="-127"/>
              <a:ea typeface="신세계 Regular" panose="02000300000000000000" pitchFamily="50" charset="-127"/>
            </a:endParaRPr>
          </a:p>
        </p:txBody>
      </p:sp>
      <p:sp>
        <p:nvSpPr>
          <p:cNvPr id="33" name="Text 30"/>
          <p:cNvSpPr/>
          <p:nvPr/>
        </p:nvSpPr>
        <p:spPr>
          <a:xfrm>
            <a:off x="7353870" y="9685097"/>
            <a:ext cx="2388035" cy="1120334"/>
          </a:xfrm>
          <a:prstGeom prst="rect">
            <a:avLst/>
          </a:prstGeom>
          <a:noFill/>
          <a:ln/>
        </p:spPr>
        <p:txBody>
          <a:bodyPr wrap="square" lIns="21079" tIns="21079" rIns="21079" bIns="21079" rtlCol="0" anchor="t">
            <a:normAutofit/>
          </a:bodyPr>
          <a:lstStyle/>
          <a:p>
            <a:pPr>
              <a:lnSpc>
                <a:spcPct val="143375"/>
              </a:lnSpc>
            </a:pPr>
            <a:r>
              <a:rPr lang="ja-JP" sz="1049" dirty="0">
                <a:solidFill>
                  <a:srgbClr val="555555"/>
                </a:solidFill>
                <a:latin typeface="Noto Serif JP SemiBold"/>
                <a:ea typeface="Noto Serif JP SemiBold"/>
                <a:cs typeface="Sinsegye" pitchFamily="34" charset="-120"/>
              </a:rPr>
              <a:t xml:space="preserve">SMAS層から真皮層まで </a:t>
            </a:r>
          </a:p>
          <a:p>
            <a:pPr>
              <a:lnSpc>
                <a:spcPct val="143375"/>
              </a:lnSpc>
            </a:pPr>
            <a:r>
              <a:rPr lang="ja-JP" sz="1049" dirty="0">
                <a:solidFill>
                  <a:srgbClr val="555555"/>
                </a:solidFill>
                <a:latin typeface="Noto Serif JP SemiBold"/>
                <a:ea typeface="Noto Serif JP SemiBold"/>
                <a:cs typeface="Sinsegye" pitchFamily="34" charset="-120"/>
              </a:rPr>
              <a:t xml:space="preserve">エネルギーを届ける第2世代HIFU。 </a:t>
            </a:r>
          </a:p>
          <a:p>
            <a:pPr>
              <a:lnSpc>
                <a:spcPct val="143375"/>
              </a:lnSpc>
            </a:pPr>
            <a:r>
              <a:rPr lang="ja-JP" sz="1049" dirty="0">
                <a:solidFill>
                  <a:srgbClr val="555555"/>
                </a:solidFill>
                <a:latin typeface="Noto Serif JP SemiBold"/>
                <a:ea typeface="Noto Serif JP SemiBold"/>
                <a:cs typeface="Sinsegye" pitchFamily="34" charset="-120"/>
              </a:rPr>
              <a:t xml:space="preserve">2.5倍速くなったスピードと </a:t>
            </a:r>
          </a:p>
          <a:p>
            <a:pPr>
              <a:lnSpc>
                <a:spcPct val="143375"/>
              </a:lnSpc>
            </a:pPr>
            <a:r>
              <a:rPr lang="ja-JP" sz="1049" dirty="0">
                <a:solidFill>
                  <a:srgbClr val="555555"/>
                </a:solidFill>
                <a:latin typeface="Noto Serif JP SemiBold"/>
                <a:ea typeface="Noto Serif JP SemiBold"/>
                <a:cs typeface="Sinsegye" pitchFamily="34" charset="-120"/>
              </a:rPr>
              <a:t>7種類のカスタムカートリッジ。</a:t>
            </a:r>
            <a:endParaRPr lang="en-US" sz="1152" dirty="0">
              <a:latin typeface="신세계 Regular" panose="02000300000000000000" pitchFamily="50" charset="-127"/>
              <a:ea typeface="신세계 Regular" panose="02000300000000000000" pitchFamily="50" charset="-127"/>
            </a:endParaRPr>
          </a:p>
        </p:txBody>
      </p:sp>
      <p:sp>
        <p:nvSpPr>
          <p:cNvPr id="34" name="Text 31"/>
          <p:cNvSpPr/>
          <p:nvPr/>
        </p:nvSpPr>
        <p:spPr>
          <a:xfrm>
            <a:off x="2874291" y="12168901"/>
            <a:ext cx="2550329" cy="172774"/>
          </a:xfrm>
          <a:prstGeom prst="rect">
            <a:avLst/>
          </a:prstGeom>
          <a:noFill/>
          <a:ln/>
        </p:spPr>
        <p:txBody>
          <a:bodyPr wrap="square" lIns="21079" tIns="21079" rIns="21079" bIns="21079" rtlCol="0" anchor="t">
            <a:normAutofit fontScale="92500" lnSpcReduction="10000"/>
          </a:bodyPr>
          <a:lstStyle/>
          <a:p>
            <a:r>
              <a:rPr lang="en-US" sz="934" kern="0" spc="187" dirty="0">
                <a:solidFill>
                  <a:srgbClr val="C99A1F"/>
                </a:solidFill>
                <a:latin typeface="신세계 Regular" panose="02000300000000000000" pitchFamily="50" charset="-127"/>
                <a:ea typeface="신세계 Regular" panose="02000300000000000000" pitchFamily="50" charset="-127"/>
                <a:cs typeface="GC 16 Mono" pitchFamily="34" charset="-120"/>
              </a:rPr>
              <a:t>VOLNEWMER</a:t>
            </a:r>
            <a:endParaRPr lang="en-US" sz="934" dirty="0">
              <a:latin typeface="신세계 Regular" panose="02000300000000000000" pitchFamily="50" charset="-127"/>
              <a:ea typeface="신세계 Regular" panose="02000300000000000000" pitchFamily="50" charset="-127"/>
            </a:endParaRPr>
          </a:p>
        </p:txBody>
      </p:sp>
      <p:sp>
        <p:nvSpPr>
          <p:cNvPr id="35" name="Text 32"/>
          <p:cNvSpPr/>
          <p:nvPr/>
        </p:nvSpPr>
        <p:spPr>
          <a:xfrm>
            <a:off x="2874291" y="12373223"/>
            <a:ext cx="2550329" cy="263114"/>
          </a:xfrm>
          <a:prstGeom prst="rect">
            <a:avLst/>
          </a:prstGeom>
          <a:noFill/>
          <a:ln/>
        </p:spPr>
        <p:txBody>
          <a:bodyPr wrap="square" lIns="21079" tIns="21079" rIns="21079" bIns="21079" rtlCol="0" anchor="t">
            <a:normAutofit fontScale="92500" lnSpcReduction="20000"/>
          </a:bodyPr>
          <a:lstStyle/>
          <a:p>
            <a:r>
              <a:rPr lang="ja-JP" sz="1212" b="1" dirty="0">
                <a:solidFill>
                  <a:srgbClr val="1A1A1A"/>
                </a:solidFill>
                <a:latin typeface="Noto Serif JP SemiBold"/>
                <a:ea typeface="Noto Serif JP SemiBold"/>
                <a:cs typeface="Sinsegye" pitchFamily="34" charset="-120"/>
              </a:rPr>
              <a:t>ボルニューマ</a:t>
            </a:r>
            <a:endParaRPr lang="en-US" sz="1681" dirty="0">
              <a:latin typeface="신세계 Regular" panose="02000300000000000000" pitchFamily="50" charset="-127"/>
              <a:ea typeface="신세계 Regular" panose="02000300000000000000" pitchFamily="50" charset="-127"/>
            </a:endParaRPr>
          </a:p>
        </p:txBody>
      </p:sp>
      <p:sp>
        <p:nvSpPr>
          <p:cNvPr id="36" name="Text 33"/>
          <p:cNvSpPr/>
          <p:nvPr/>
        </p:nvSpPr>
        <p:spPr>
          <a:xfrm>
            <a:off x="2874291" y="12667886"/>
            <a:ext cx="2388035" cy="1323980"/>
          </a:xfrm>
          <a:prstGeom prst="rect">
            <a:avLst/>
          </a:prstGeom>
          <a:noFill/>
          <a:ln/>
        </p:spPr>
        <p:txBody>
          <a:bodyPr wrap="square" lIns="21079" tIns="21079" rIns="21079" bIns="21079" rtlCol="0" anchor="t">
            <a:normAutofit/>
          </a:bodyPr>
          <a:lstStyle/>
          <a:p>
            <a:pPr>
              <a:lnSpc>
                <a:spcPct val="143375"/>
              </a:lnSpc>
            </a:pPr>
            <a:r>
              <a:rPr lang="ja-JP" sz="1085" dirty="0">
                <a:solidFill>
                  <a:srgbClr val="555555"/>
                </a:solidFill>
                <a:latin typeface="Noto Serif JP SemiBold"/>
                <a:ea typeface="Noto Serif JP SemiBold"/>
                <a:cs typeface="Sinsegye" pitchFamily="34" charset="-120"/>
              </a:rPr>
              <a:t xml:space="preserve">6.78MHzモノポーラ高周波を </a:t>
            </a:r>
          </a:p>
          <a:p>
            <a:pPr>
              <a:lnSpc>
                <a:spcPct val="143375"/>
              </a:lnSpc>
            </a:pPr>
            <a:r>
              <a:rPr lang="ja-JP" sz="1085" dirty="0">
                <a:solidFill>
                  <a:srgbClr val="555555"/>
                </a:solidFill>
                <a:latin typeface="Noto Serif JP SemiBold"/>
                <a:ea typeface="Noto Serif JP SemiBold"/>
                <a:cs typeface="Sinsegye" pitchFamily="34" charset="-120"/>
              </a:rPr>
              <a:t xml:space="preserve">肌の深部まで伝達。 </a:t>
            </a:r>
          </a:p>
          <a:p>
            <a:pPr>
              <a:lnSpc>
                <a:spcPct val="143375"/>
              </a:lnSpc>
            </a:pPr>
            <a:r>
              <a:rPr lang="ja-JP" sz="1085" dirty="0">
                <a:solidFill>
                  <a:srgbClr val="555555"/>
                </a:solidFill>
                <a:latin typeface="Noto Serif JP SemiBold"/>
                <a:ea typeface="Noto Serif JP SemiBold"/>
                <a:cs typeface="Sinsegye" pitchFamily="34" charset="-120"/>
              </a:rPr>
              <a:t xml:space="preserve">真皮層のコラーゲン再生で </a:t>
            </a:r>
          </a:p>
          <a:p>
            <a:pPr>
              <a:lnSpc>
                <a:spcPct val="143375"/>
              </a:lnSpc>
            </a:pPr>
            <a:r>
              <a:rPr lang="ja-JP" sz="1085" dirty="0">
                <a:solidFill>
                  <a:srgbClr val="555555"/>
                </a:solidFill>
                <a:latin typeface="Noto Serif JP SemiBold"/>
                <a:ea typeface="Noto Serif JP SemiBold"/>
                <a:cs typeface="Sinsegye" pitchFamily="34" charset="-120"/>
              </a:rPr>
              <a:t>リフティングとハリ・弾力アップ。</a:t>
            </a:r>
            <a:endParaRPr lang="en-US" sz="1152" dirty="0">
              <a:latin typeface="신세계 Regular" panose="02000300000000000000" pitchFamily="50" charset="-127"/>
              <a:ea typeface="신세계 Regular" panose="02000300000000000000" pitchFamily="50" charset="-127"/>
            </a:endParaRPr>
          </a:p>
        </p:txBody>
      </p:sp>
      <p:sp>
        <p:nvSpPr>
          <p:cNvPr id="54" name="Text 3">
            <a:extLst>
              <a:ext uri="{FF2B5EF4-FFF2-40B4-BE49-F238E27FC236}">
                <a16:creationId xmlns:a16="http://schemas.microsoft.com/office/drawing/2014/main" id="{9553D465-CCF8-67E0-F52C-C8D62FF14AF9}"/>
              </a:ext>
            </a:extLst>
          </p:cNvPr>
          <p:cNvSpPr/>
          <p:nvPr/>
        </p:nvSpPr>
        <p:spPr>
          <a:xfrm>
            <a:off x="-514350" y="869363"/>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LIFTING DEVICE</a:t>
            </a:r>
            <a:endParaRPr lang="en-US" sz="1050" dirty="0">
              <a:latin typeface="신세계 Regular" panose="02000300000000000000" pitchFamily="50" charset="-127"/>
              <a:ea typeface="신세계 Regular" panose="02000300000000000000" pitchFamily="50" charset="-127"/>
            </a:endParaRPr>
          </a:p>
        </p:txBody>
      </p:sp>
      <p:sp>
        <p:nvSpPr>
          <p:cNvPr id="56" name="Text 4">
            <a:extLst>
              <a:ext uri="{FF2B5EF4-FFF2-40B4-BE49-F238E27FC236}">
                <a16:creationId xmlns:a16="http://schemas.microsoft.com/office/drawing/2014/main" id="{6BC3CC80-5B62-9639-6525-E44B770D98C1}"/>
              </a:ext>
            </a:extLst>
          </p:cNvPr>
          <p:cNvSpPr/>
          <p:nvPr/>
        </p:nvSpPr>
        <p:spPr>
          <a:xfrm>
            <a:off x="-514350" y="1070706"/>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2610" b="1" kern="0" spc="-63" dirty="0">
                <a:solidFill>
                  <a:srgbClr val="2498BD"/>
                </a:solidFill>
                <a:latin typeface="Noto Serif JP SemiBold"/>
                <a:ea typeface="Noto Serif JP SemiBold"/>
                <a:cs typeface="Sinsegye" pitchFamily="34" charset="-120"/>
              </a:rPr>
              <a:t>リフティング機器</a:t>
            </a:r>
            <a:endParaRPr lang="en-US" sz="3150" dirty="0">
              <a:latin typeface="신세계 Regular" panose="02000300000000000000" pitchFamily="50" charset="-127"/>
              <a:ea typeface="신세계 Regular" panose="02000300000000000000" pitchFamily="50" charset="-127"/>
            </a:endParaRPr>
          </a:p>
        </p:txBody>
      </p:sp>
      <p:sp>
        <p:nvSpPr>
          <p:cNvPr id="58" name="Text 5">
            <a:extLst>
              <a:ext uri="{FF2B5EF4-FFF2-40B4-BE49-F238E27FC236}">
                <a16:creationId xmlns:a16="http://schemas.microsoft.com/office/drawing/2014/main" id="{29656B43-A3F5-08E5-103C-EEE3EA00A63D}"/>
              </a:ext>
            </a:extLst>
          </p:cNvPr>
          <p:cNvSpPr/>
          <p:nvPr/>
        </p:nvSpPr>
        <p:spPr>
          <a:xfrm>
            <a:off x="-514350" y="1544192"/>
            <a:ext cx="11315700" cy="276225"/>
          </a:xfrm>
          <a:prstGeom prst="rect">
            <a:avLst/>
          </a:prstGeom>
          <a:noFill/>
          <a:ln/>
        </p:spPr>
        <p:txBody>
          <a:bodyPr wrap="square" lIns="25400" tIns="25400" rIns="25400" bIns="25400" rtlCol="0" anchor="t">
            <a:normAutofit/>
          </a:bodyPr>
          <a:lstStyle/>
          <a:p>
            <a:pPr marL="0" indent="0" algn="ctr">
              <a:buNone/>
            </a:pPr>
            <a:r>
              <a:rPr lang="ja-JP" sz="1180" dirty="0">
                <a:solidFill>
                  <a:srgbClr val="6E6E6E"/>
                </a:solidFill>
                <a:latin typeface="Noto Serif JP SemiBold"/>
                <a:ea typeface="Noto Serif JP SemiBold"/>
                <a:cs typeface="Arial" pitchFamily="34" charset="-120"/>
              </a:rPr>
              <a:t>アンチエイジングに最適なプランニング</a:t>
            </a:r>
            <a:endParaRPr lang="en-US" sz="1275" dirty="0">
              <a:latin typeface="신세계 Regular" panose="02000300000000000000" pitchFamily="50" charset="-127"/>
              <a:ea typeface="신세계 Regular" panose="02000300000000000000" pitchFamily="50" charset="-127"/>
            </a:endParaRPr>
          </a:p>
        </p:txBody>
      </p:sp>
      <p:sp>
        <p:nvSpPr>
          <p:cNvPr id="71" name="직사각형 70">
            <a:extLst>
              <a:ext uri="{FF2B5EF4-FFF2-40B4-BE49-F238E27FC236}">
                <a16:creationId xmlns:a16="http://schemas.microsoft.com/office/drawing/2014/main" id="{D689248E-18A4-6F5F-F7D1-246897A93B12}"/>
              </a:ext>
            </a:extLst>
          </p:cNvPr>
          <p:cNvSpPr/>
          <p:nvPr/>
        </p:nvSpPr>
        <p:spPr>
          <a:xfrm>
            <a:off x="945043" y="2570497"/>
            <a:ext cx="1663708" cy="2329192"/>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직사각형 72">
            <a:extLst>
              <a:ext uri="{FF2B5EF4-FFF2-40B4-BE49-F238E27FC236}">
                <a16:creationId xmlns:a16="http://schemas.microsoft.com/office/drawing/2014/main" id="{AC50483F-B92B-ACB1-9245-0CF3DF91166C}"/>
              </a:ext>
            </a:extLst>
          </p:cNvPr>
          <p:cNvSpPr/>
          <p:nvPr/>
        </p:nvSpPr>
        <p:spPr>
          <a:xfrm>
            <a:off x="5424620" y="2570497"/>
            <a:ext cx="1663708" cy="2329192"/>
          </a:xfrm>
          <a:prstGeom prst="rect">
            <a:avLst/>
          </a:prstGeom>
          <a:blipFill dpi="0" rotWithShape="1">
            <a:blip r:embed="rId4"/>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직사각형 74">
            <a:extLst>
              <a:ext uri="{FF2B5EF4-FFF2-40B4-BE49-F238E27FC236}">
                <a16:creationId xmlns:a16="http://schemas.microsoft.com/office/drawing/2014/main" id="{88E1DBC2-78FE-CD30-8809-C006D468FA41}"/>
              </a:ext>
            </a:extLst>
          </p:cNvPr>
          <p:cNvSpPr/>
          <p:nvPr/>
        </p:nvSpPr>
        <p:spPr>
          <a:xfrm>
            <a:off x="945043" y="5466323"/>
            <a:ext cx="1663708" cy="2329192"/>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직사각형 76">
            <a:extLst>
              <a:ext uri="{FF2B5EF4-FFF2-40B4-BE49-F238E27FC236}">
                <a16:creationId xmlns:a16="http://schemas.microsoft.com/office/drawing/2014/main" id="{D9E5842A-5291-E9BC-F5A2-4C6859AA2642}"/>
              </a:ext>
            </a:extLst>
          </p:cNvPr>
          <p:cNvSpPr/>
          <p:nvPr/>
        </p:nvSpPr>
        <p:spPr>
          <a:xfrm>
            <a:off x="5424620" y="5466323"/>
            <a:ext cx="1663708" cy="2329192"/>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직사각형 78">
            <a:extLst>
              <a:ext uri="{FF2B5EF4-FFF2-40B4-BE49-F238E27FC236}">
                <a16:creationId xmlns:a16="http://schemas.microsoft.com/office/drawing/2014/main" id="{7300192A-C033-2EB7-2847-83D391428870}"/>
              </a:ext>
            </a:extLst>
          </p:cNvPr>
          <p:cNvSpPr/>
          <p:nvPr/>
        </p:nvSpPr>
        <p:spPr>
          <a:xfrm>
            <a:off x="945043" y="8390316"/>
            <a:ext cx="1663708" cy="2329192"/>
          </a:xfrm>
          <a:prstGeom prst="rect">
            <a:avLst/>
          </a:prstGeom>
          <a:blipFill dpi="0" rotWithShape="1">
            <a:blip r:embed="rId7">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a:extLst>
              <a:ext uri="{FF2B5EF4-FFF2-40B4-BE49-F238E27FC236}">
                <a16:creationId xmlns:a16="http://schemas.microsoft.com/office/drawing/2014/main" id="{FF8828A9-9349-87F6-92A6-9FAB811571EC}"/>
              </a:ext>
            </a:extLst>
          </p:cNvPr>
          <p:cNvSpPr/>
          <p:nvPr/>
        </p:nvSpPr>
        <p:spPr>
          <a:xfrm>
            <a:off x="5424620" y="8390316"/>
            <a:ext cx="1663708" cy="2329192"/>
          </a:xfrm>
          <a:prstGeom prst="rect">
            <a:avLst/>
          </a:prstGeom>
          <a:blipFill dpi="0" rotWithShape="1">
            <a:blip r:embed="rId8">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3" name="직사각형 82">
            <a:extLst>
              <a:ext uri="{FF2B5EF4-FFF2-40B4-BE49-F238E27FC236}">
                <a16:creationId xmlns:a16="http://schemas.microsoft.com/office/drawing/2014/main" id="{527E0C15-636A-BD01-5701-FD05C14C22FC}"/>
              </a:ext>
            </a:extLst>
          </p:cNvPr>
          <p:cNvSpPr/>
          <p:nvPr/>
        </p:nvSpPr>
        <p:spPr>
          <a:xfrm>
            <a:off x="945043" y="11346120"/>
            <a:ext cx="1663708" cy="2329192"/>
          </a:xfrm>
          <a:prstGeom prst="rect">
            <a:avLst/>
          </a:prstGeom>
          <a:blipFill dpi="0" rotWithShape="1">
            <a:blip r:embed="rId9">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 31">
            <a:extLst>
              <a:ext uri="{FF2B5EF4-FFF2-40B4-BE49-F238E27FC236}">
                <a16:creationId xmlns:a16="http://schemas.microsoft.com/office/drawing/2014/main" id="{71C97DCB-3442-B99A-112C-A084B336D2D1}"/>
              </a:ext>
            </a:extLst>
          </p:cNvPr>
          <p:cNvSpPr/>
          <p:nvPr/>
        </p:nvSpPr>
        <p:spPr>
          <a:xfrm>
            <a:off x="7353869" y="12168901"/>
            <a:ext cx="2550329" cy="172774"/>
          </a:xfrm>
          <a:prstGeom prst="rect">
            <a:avLst/>
          </a:prstGeom>
          <a:noFill/>
          <a:ln/>
        </p:spPr>
        <p:txBody>
          <a:bodyPr wrap="square" lIns="21079" tIns="21079" rIns="21079" bIns="21079" rtlCol="0" anchor="t">
            <a:normAutofit fontScale="92500" lnSpcReduction="10000"/>
          </a:bodyPr>
          <a:lstStyle/>
          <a:p>
            <a:r>
              <a:rPr lang="en-US" sz="934" kern="0" spc="187" dirty="0">
                <a:solidFill>
                  <a:srgbClr val="C99A1F"/>
                </a:solidFill>
                <a:latin typeface="신세계 Regular" panose="02000300000000000000" pitchFamily="50" charset="-127"/>
                <a:ea typeface="신세계 Regular" panose="02000300000000000000" pitchFamily="50" charset="-127"/>
                <a:cs typeface="GC 16 Mono" pitchFamily="34" charset="-120"/>
              </a:rPr>
              <a:t>FORTRA</a:t>
            </a:r>
            <a:endParaRPr lang="en-US" sz="934" dirty="0">
              <a:latin typeface="신세계 Regular" panose="02000300000000000000" pitchFamily="50" charset="-127"/>
              <a:ea typeface="신세계 Regular" panose="02000300000000000000" pitchFamily="50" charset="-127"/>
            </a:endParaRPr>
          </a:p>
        </p:txBody>
      </p:sp>
      <p:sp>
        <p:nvSpPr>
          <p:cNvPr id="5" name="Text 32">
            <a:extLst>
              <a:ext uri="{FF2B5EF4-FFF2-40B4-BE49-F238E27FC236}">
                <a16:creationId xmlns:a16="http://schemas.microsoft.com/office/drawing/2014/main" id="{D5401861-B558-7F53-42EC-63D82092DD91}"/>
              </a:ext>
            </a:extLst>
          </p:cNvPr>
          <p:cNvSpPr/>
          <p:nvPr/>
        </p:nvSpPr>
        <p:spPr>
          <a:xfrm>
            <a:off x="7353869" y="12373223"/>
            <a:ext cx="2550329" cy="263114"/>
          </a:xfrm>
          <a:prstGeom prst="rect">
            <a:avLst/>
          </a:prstGeom>
          <a:noFill/>
          <a:ln/>
        </p:spPr>
        <p:txBody>
          <a:bodyPr wrap="square" lIns="21079" tIns="21079" rIns="21079" bIns="21079" rtlCol="0" anchor="t">
            <a:normAutofit fontScale="92500" lnSpcReduction="20000"/>
          </a:bodyPr>
          <a:lstStyle/>
          <a:p>
            <a:r>
              <a:rPr lang="ja-JP" sz="1328" b="1" dirty="0">
                <a:solidFill>
                  <a:srgbClr val="1A1A1A"/>
                </a:solidFill>
                <a:latin typeface="Noto Serif JP SemiBold"/>
                <a:ea typeface="Noto Serif JP SemiBold"/>
                <a:cs typeface="Sinsegye" pitchFamily="34" charset="-120"/>
              </a:rPr>
              <a:t>フォートラ</a:t>
            </a:r>
            <a:endParaRPr lang="en-US" sz="1681" dirty="0">
              <a:latin typeface="신세계 Regular" panose="02000300000000000000" pitchFamily="50" charset="-127"/>
              <a:ea typeface="신세계 Regular" panose="02000300000000000000" pitchFamily="50" charset="-127"/>
            </a:endParaRPr>
          </a:p>
        </p:txBody>
      </p:sp>
      <p:sp>
        <p:nvSpPr>
          <p:cNvPr id="7" name="Text 33">
            <a:extLst>
              <a:ext uri="{FF2B5EF4-FFF2-40B4-BE49-F238E27FC236}">
                <a16:creationId xmlns:a16="http://schemas.microsoft.com/office/drawing/2014/main" id="{1F2CA6EE-881B-7489-045B-DC259213A2AE}"/>
              </a:ext>
            </a:extLst>
          </p:cNvPr>
          <p:cNvSpPr/>
          <p:nvPr/>
        </p:nvSpPr>
        <p:spPr>
          <a:xfrm>
            <a:off x="7353869" y="12667886"/>
            <a:ext cx="2388035" cy="1323980"/>
          </a:xfrm>
          <a:prstGeom prst="rect">
            <a:avLst/>
          </a:prstGeom>
          <a:noFill/>
          <a:ln/>
        </p:spPr>
        <p:txBody>
          <a:bodyPr wrap="square" lIns="21079" tIns="21079" rIns="21079" bIns="21079" rtlCol="0" anchor="t">
            <a:normAutofit/>
          </a:bodyPr>
          <a:lstStyle/>
          <a:p>
            <a:pPr>
              <a:lnSpc>
                <a:spcPct val="100000"/>
              </a:lnSpc>
            </a:pPr>
            <a:r>
              <a:rPr lang="en-US" altLang="ko-KR" sz="1152" dirty="0">
                <a:solidFill>
                  <a:srgbClr val="555555"/>
                </a:solidFill>
                <a:latin typeface="신세계 Regular" panose="02000300000000000000" pitchFamily="50" charset="-127"/>
                <a:ea typeface="신세계 Regular" panose="02000300000000000000" pitchFamily="50" charset="-127"/>
                <a:cs typeface="Sinsegye" pitchFamily="34" charset="-120"/>
              </a:rPr>
              <a:t>755·808·940·1064nm</a:t>
            </a:r>
          </a:p>
          <a:p>
            <a:pPr>
              <a:lnSpc>
                <a:spcPct val="143375"/>
              </a:lnSpc>
            </a:pPr>
            <a:r>
              <a:rPr lang="ja-JP" sz="1152" dirty="0">
                <a:solidFill>
                  <a:srgbClr val="555555"/>
                </a:solidFill>
                <a:latin typeface="Noto Serif JP SemiBold"/>
                <a:ea typeface="Noto Serif JP SemiBold"/>
                <a:cs typeface="Sinsegye" pitchFamily="34" charset="-120"/>
              </a:rPr>
              <a:t>4つの波長と強力な冷却で痛みを抑え、脂肪収縮・支持靭帯強化・コラーゲンリモデリングを促進。</a:t>
            </a:r>
            <a:endParaRPr lang="en-US" sz="1152" dirty="0">
              <a:latin typeface="신세계 Regular" panose="02000300000000000000" pitchFamily="50" charset="-127"/>
              <a:ea typeface="신세계 Regular" panose="02000300000000000000" pitchFamily="50" charset="-127"/>
            </a:endParaRPr>
          </a:p>
        </p:txBody>
      </p:sp>
      <p:pic>
        <p:nvPicPr>
          <p:cNvPr id="38" name="그림 37">
            <a:extLst>
              <a:ext uri="{FF2B5EF4-FFF2-40B4-BE49-F238E27FC236}">
                <a16:creationId xmlns:a16="http://schemas.microsoft.com/office/drawing/2014/main" id="{DACABAC7-5937-B4B4-1562-0C18CCD74CA7}"/>
              </a:ext>
            </a:extLst>
          </p:cNvPr>
          <p:cNvPicPr>
            <a:picLocks noChangeAspect="1"/>
          </p:cNvPicPr>
          <p:nvPr/>
        </p:nvPicPr>
        <p:blipFill>
          <a:blip r:embed="rId10"/>
          <a:stretch>
            <a:fillRect/>
          </a:stretch>
        </p:blipFill>
        <p:spPr>
          <a:xfrm>
            <a:off x="5424621" y="11357325"/>
            <a:ext cx="1663707" cy="2329190"/>
          </a:xfrm>
          <a:prstGeom prst="rect">
            <a:avLst/>
          </a:prstGeom>
          <a:ln>
            <a:solidFill>
              <a:schemeClr val="bg2"/>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31399-DF42-6566-3D95-FB0DD5870225}"/>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07D082F0-96DE-92BB-5CED-DD202590AC4A}"/>
              </a:ext>
            </a:extLst>
          </p:cNvPr>
          <p:cNvSpPr/>
          <p:nvPr/>
        </p:nvSpPr>
        <p:spPr>
          <a:xfrm>
            <a:off x="-514350" y="856844"/>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LIFTING</a:t>
            </a:r>
            <a:endParaRPr lang="en-US" sz="1050" dirty="0">
              <a:latin typeface="신세계 Regular" panose="02000300000000000000" pitchFamily="50" charset="-127"/>
              <a:ea typeface="신세계 Regular" panose="02000300000000000000" pitchFamily="50" charset="-127"/>
            </a:endParaRPr>
          </a:p>
        </p:txBody>
      </p:sp>
      <p:sp>
        <p:nvSpPr>
          <p:cNvPr id="7" name="Text 4">
            <a:extLst>
              <a:ext uri="{FF2B5EF4-FFF2-40B4-BE49-F238E27FC236}">
                <a16:creationId xmlns:a16="http://schemas.microsoft.com/office/drawing/2014/main" id="{0A1EE3F0-805B-61D7-B34E-9ACD158894FB}"/>
              </a:ext>
            </a:extLst>
          </p:cNvPr>
          <p:cNvSpPr/>
          <p:nvPr/>
        </p:nvSpPr>
        <p:spPr>
          <a:xfrm>
            <a:off x="-514350" y="1058187"/>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2271" b="1" kern="0" spc="-63" dirty="0">
                <a:solidFill>
                  <a:srgbClr val="2498BD"/>
                </a:solidFill>
                <a:latin typeface="Noto Serif JP SemiBold"/>
                <a:ea typeface="Noto Serif JP SemiBold"/>
                <a:cs typeface="Sinsegye" pitchFamily="34" charset="-120"/>
              </a:rPr>
              <a:t>リフティング</a:t>
            </a:r>
            <a:endParaRPr lang="en-US" sz="3150" dirty="0">
              <a:latin typeface="신세계 Regular" panose="02000300000000000000" pitchFamily="50" charset="-127"/>
              <a:ea typeface="신세계 Regular" panose="02000300000000000000" pitchFamily="50" charset="-127"/>
            </a:endParaRPr>
          </a:p>
        </p:txBody>
      </p:sp>
      <p:sp>
        <p:nvSpPr>
          <p:cNvPr id="8" name="Text 5">
            <a:extLst>
              <a:ext uri="{FF2B5EF4-FFF2-40B4-BE49-F238E27FC236}">
                <a16:creationId xmlns:a16="http://schemas.microsoft.com/office/drawing/2014/main" id="{0CD7E084-7678-E826-00CF-B3CE4F6288A5}"/>
              </a:ext>
            </a:extLst>
          </p:cNvPr>
          <p:cNvSpPr/>
          <p:nvPr/>
        </p:nvSpPr>
        <p:spPr>
          <a:xfrm>
            <a:off x="-514350" y="1531673"/>
            <a:ext cx="11315700" cy="276225"/>
          </a:xfrm>
          <a:prstGeom prst="rect">
            <a:avLst/>
          </a:prstGeom>
          <a:noFill/>
          <a:ln/>
        </p:spPr>
        <p:txBody>
          <a:bodyPr wrap="square" lIns="25400" tIns="25400" rIns="25400" bIns="25400" rtlCol="0" anchor="t">
            <a:normAutofit/>
          </a:bodyPr>
          <a:lstStyle/>
          <a:p>
            <a:pPr marL="0" indent="0" algn="ctr">
              <a:buNone/>
            </a:pPr>
            <a:r>
              <a:rPr lang="ja-JP" sz="1180" dirty="0">
                <a:solidFill>
                  <a:srgbClr val="6E6E6E"/>
                </a:solidFill>
                <a:latin typeface="Noto Serif JP SemiBold"/>
                <a:ea typeface="Noto Serif JP SemiBold"/>
                <a:cs typeface="Arial" pitchFamily="34" charset="-120"/>
              </a:rPr>
              <a:t>アンチエイジングに最適なプランニング</a:t>
            </a:r>
            <a:endParaRPr lang="en-US" sz="1275" dirty="0">
              <a:latin typeface="신세계 Regular" panose="02000300000000000000" pitchFamily="50" charset="-127"/>
              <a:ea typeface="신세계 Regular" panose="02000300000000000000" pitchFamily="50" charset="-127"/>
            </a:endParaRPr>
          </a:p>
        </p:txBody>
      </p:sp>
      <p:grpSp>
        <p:nvGrpSpPr>
          <p:cNvPr id="407" name="그룹 406">
            <a:extLst>
              <a:ext uri="{FF2B5EF4-FFF2-40B4-BE49-F238E27FC236}">
                <a16:creationId xmlns:a16="http://schemas.microsoft.com/office/drawing/2014/main" id="{7F30518A-240A-4E4B-F33A-69A24FA2055F}"/>
              </a:ext>
            </a:extLst>
          </p:cNvPr>
          <p:cNvGrpSpPr/>
          <p:nvPr/>
        </p:nvGrpSpPr>
        <p:grpSpPr>
          <a:xfrm>
            <a:off x="930580" y="2501630"/>
            <a:ext cx="8316077" cy="728123"/>
            <a:chOff x="930580" y="2720019"/>
            <a:chExt cx="8316077" cy="728123"/>
          </a:xfrm>
        </p:grpSpPr>
        <p:sp>
          <p:nvSpPr>
            <p:cNvPr id="252" name="TextBox 251">
              <a:extLst>
                <a:ext uri="{FF2B5EF4-FFF2-40B4-BE49-F238E27FC236}">
                  <a16:creationId xmlns:a16="http://schemas.microsoft.com/office/drawing/2014/main" id="{8DA01E9F-A1B4-868E-FBDF-592F835229C2}"/>
                </a:ext>
              </a:extLst>
            </p:cNvPr>
            <p:cNvSpPr txBox="1"/>
            <p:nvPr/>
          </p:nvSpPr>
          <p:spPr>
            <a:xfrm>
              <a:off x="930580" y="2720019"/>
              <a:ext cx="1606593"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ソフウェーブ</a:t>
              </a:r>
              <a:endParaRPr lang="ko-KR" altLang="en-US" dirty="0">
                <a:latin typeface="신세계 SemiBold" panose="02000300000000000000" pitchFamily="50" charset="-127"/>
                <a:ea typeface="신세계 SemiBold" panose="02000300000000000000" pitchFamily="50" charset="-127"/>
                <a:cs typeface="Sinsegye" pitchFamily="34" charset="-120"/>
              </a:endParaRPr>
            </a:p>
          </p:txBody>
        </p:sp>
        <p:grpSp>
          <p:nvGrpSpPr>
            <p:cNvPr id="253" name="그룹 252">
              <a:extLst>
                <a:ext uri="{FF2B5EF4-FFF2-40B4-BE49-F238E27FC236}">
                  <a16:creationId xmlns:a16="http://schemas.microsoft.com/office/drawing/2014/main" id="{4FFEE9A2-8173-98CE-F30F-0890B8A22E08}"/>
                </a:ext>
              </a:extLst>
            </p:cNvPr>
            <p:cNvGrpSpPr/>
            <p:nvPr/>
          </p:nvGrpSpPr>
          <p:grpSpPr>
            <a:xfrm>
              <a:off x="1041515" y="3046774"/>
              <a:ext cx="8205142" cy="401368"/>
              <a:chOff x="1041515" y="3046774"/>
              <a:chExt cx="8205142" cy="401368"/>
            </a:xfrm>
          </p:grpSpPr>
          <p:sp>
            <p:nvSpPr>
              <p:cNvPr id="254" name="Shape 7">
                <a:extLst>
                  <a:ext uri="{FF2B5EF4-FFF2-40B4-BE49-F238E27FC236}">
                    <a16:creationId xmlns:a16="http://schemas.microsoft.com/office/drawing/2014/main" id="{EDF12578-D341-D8EB-43DD-F6BCDBA41D68}"/>
                  </a:ext>
                </a:extLst>
              </p:cNvPr>
              <p:cNvSpPr/>
              <p:nvPr/>
            </p:nvSpPr>
            <p:spPr>
              <a:xfrm>
                <a:off x="1041515" y="3046774"/>
                <a:ext cx="8205142" cy="13607"/>
              </a:xfrm>
              <a:prstGeom prst="rect">
                <a:avLst/>
              </a:prstGeom>
              <a:solidFill>
                <a:srgbClr val="2498BD"/>
              </a:solidFill>
              <a:ln/>
            </p:spPr>
          </p:sp>
          <p:sp>
            <p:nvSpPr>
              <p:cNvPr id="255" name="Shape 7">
                <a:extLst>
                  <a:ext uri="{FF2B5EF4-FFF2-40B4-BE49-F238E27FC236}">
                    <a16:creationId xmlns:a16="http://schemas.microsoft.com/office/drawing/2014/main" id="{64127FB2-31D8-1A56-FE3F-A142E6D63B7F}"/>
                  </a:ext>
                </a:extLst>
              </p:cNvPr>
              <p:cNvSpPr/>
              <p:nvPr/>
            </p:nvSpPr>
            <p:spPr>
              <a:xfrm>
                <a:off x="1041515" y="3434535"/>
                <a:ext cx="8205142" cy="13607"/>
              </a:xfrm>
              <a:prstGeom prst="rect">
                <a:avLst/>
              </a:prstGeom>
              <a:solidFill>
                <a:srgbClr val="CCCCCC"/>
              </a:solidFill>
              <a:ln/>
            </p:spPr>
          </p:sp>
        </p:grpSp>
        <p:sp>
          <p:nvSpPr>
            <p:cNvPr id="256" name="Text 11">
              <a:extLst>
                <a:ext uri="{FF2B5EF4-FFF2-40B4-BE49-F238E27FC236}">
                  <a16:creationId xmlns:a16="http://schemas.microsoft.com/office/drawing/2014/main" id="{A3E3B819-E0D2-5245-F783-B7C3665FF436}"/>
                </a:ext>
              </a:extLst>
            </p:cNvPr>
            <p:cNvSpPr/>
            <p:nvPr/>
          </p:nvSpPr>
          <p:spPr>
            <a:xfrm>
              <a:off x="1044691" y="3057439"/>
              <a:ext cx="453314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ソフウェーブ</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257" name="Text 15">
              <a:extLst>
                <a:ext uri="{FF2B5EF4-FFF2-40B4-BE49-F238E27FC236}">
                  <a16:creationId xmlns:a16="http://schemas.microsoft.com/office/drawing/2014/main" id="{BE58BB34-C113-C828-EA10-A41183697BC1}"/>
                </a:ext>
              </a:extLst>
            </p:cNvPr>
            <p:cNvSpPr/>
            <p:nvPr/>
          </p:nvSpPr>
          <p:spPr>
            <a:xfrm>
              <a:off x="7405292" y="3137457"/>
              <a:ext cx="1841364"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300パルス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2,700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a:t>
              </a:r>
            </a:p>
          </p:txBody>
        </p:sp>
        <p:sp>
          <p:nvSpPr>
            <p:cNvPr id="258" name="Text 15">
              <a:extLst>
                <a:ext uri="{FF2B5EF4-FFF2-40B4-BE49-F238E27FC236}">
                  <a16:creationId xmlns:a16="http://schemas.microsoft.com/office/drawing/2014/main" id="{73630F27-E2BD-8DFD-C0C9-ACE453AB800B}"/>
                </a:ext>
              </a:extLst>
            </p:cNvPr>
            <p:cNvSpPr/>
            <p:nvPr/>
          </p:nvSpPr>
          <p:spPr>
            <a:xfrm>
              <a:off x="5538900" y="3137457"/>
              <a:ext cx="1765808" cy="215444"/>
            </a:xfrm>
            <a:prstGeom prst="rect">
              <a:avLst/>
            </a:prstGeom>
            <a:noFill/>
            <a:ln/>
          </p:spPr>
          <p:txBody>
            <a:bodyPr wrap="none" lIns="0" tIns="0" rIns="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200パルス</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1,90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59" name="Text 15">
              <a:extLst>
                <a:ext uri="{FF2B5EF4-FFF2-40B4-BE49-F238E27FC236}">
                  <a16:creationId xmlns:a16="http://schemas.microsoft.com/office/drawing/2014/main" id="{3D61D61B-03BF-968A-C93D-FA9DA0B54934}"/>
                </a:ext>
              </a:extLst>
            </p:cNvPr>
            <p:cNvSpPr/>
            <p:nvPr/>
          </p:nvSpPr>
          <p:spPr>
            <a:xfrm>
              <a:off x="3243169" y="3137457"/>
              <a:ext cx="1765808"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100パルス</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1,10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grpSp>
      <p:grpSp>
        <p:nvGrpSpPr>
          <p:cNvPr id="408" name="그룹 407">
            <a:extLst>
              <a:ext uri="{FF2B5EF4-FFF2-40B4-BE49-F238E27FC236}">
                <a16:creationId xmlns:a16="http://schemas.microsoft.com/office/drawing/2014/main" id="{A467D01C-825D-BAD5-AFAB-97DB09A3968C}"/>
              </a:ext>
            </a:extLst>
          </p:cNvPr>
          <p:cNvGrpSpPr/>
          <p:nvPr/>
        </p:nvGrpSpPr>
        <p:grpSpPr>
          <a:xfrm>
            <a:off x="930580" y="3413169"/>
            <a:ext cx="8316077" cy="1119552"/>
            <a:chOff x="930580" y="3713153"/>
            <a:chExt cx="8316077" cy="1119552"/>
          </a:xfrm>
        </p:grpSpPr>
        <p:sp>
          <p:nvSpPr>
            <p:cNvPr id="263" name="TextBox 262">
              <a:extLst>
                <a:ext uri="{FF2B5EF4-FFF2-40B4-BE49-F238E27FC236}">
                  <a16:creationId xmlns:a16="http://schemas.microsoft.com/office/drawing/2014/main" id="{24350834-563E-C035-AAEF-20E033954618}"/>
                </a:ext>
              </a:extLst>
            </p:cNvPr>
            <p:cNvSpPr txBox="1"/>
            <p:nvPr/>
          </p:nvSpPr>
          <p:spPr>
            <a:xfrm>
              <a:off x="930580" y="3713153"/>
              <a:ext cx="2527328"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ウルセラピープライム</a:t>
              </a:r>
            </a:p>
          </p:txBody>
        </p:sp>
        <p:grpSp>
          <p:nvGrpSpPr>
            <p:cNvPr id="264" name="그룹 263">
              <a:extLst>
                <a:ext uri="{FF2B5EF4-FFF2-40B4-BE49-F238E27FC236}">
                  <a16:creationId xmlns:a16="http://schemas.microsoft.com/office/drawing/2014/main" id="{6AE10D28-24E2-FDB8-3D7A-4114A8F0213C}"/>
                </a:ext>
              </a:extLst>
            </p:cNvPr>
            <p:cNvGrpSpPr/>
            <p:nvPr/>
          </p:nvGrpSpPr>
          <p:grpSpPr>
            <a:xfrm>
              <a:off x="1041515" y="4044493"/>
              <a:ext cx="8205142" cy="788212"/>
              <a:chOff x="1041515" y="4036831"/>
              <a:chExt cx="8205142" cy="788212"/>
            </a:xfrm>
          </p:grpSpPr>
          <p:sp>
            <p:nvSpPr>
              <p:cNvPr id="265" name="Shape 7">
                <a:extLst>
                  <a:ext uri="{FF2B5EF4-FFF2-40B4-BE49-F238E27FC236}">
                    <a16:creationId xmlns:a16="http://schemas.microsoft.com/office/drawing/2014/main" id="{8199D808-51C2-4368-42F9-92B59CAE7C74}"/>
                  </a:ext>
                </a:extLst>
              </p:cNvPr>
              <p:cNvSpPr/>
              <p:nvPr/>
            </p:nvSpPr>
            <p:spPr>
              <a:xfrm>
                <a:off x="1041515" y="4036831"/>
                <a:ext cx="8205142" cy="13607"/>
              </a:xfrm>
              <a:prstGeom prst="rect">
                <a:avLst/>
              </a:prstGeom>
              <a:solidFill>
                <a:srgbClr val="2498BD"/>
              </a:solidFill>
              <a:ln/>
            </p:spPr>
          </p:sp>
          <p:sp>
            <p:nvSpPr>
              <p:cNvPr id="266" name="Shape 7">
                <a:extLst>
                  <a:ext uri="{FF2B5EF4-FFF2-40B4-BE49-F238E27FC236}">
                    <a16:creationId xmlns:a16="http://schemas.microsoft.com/office/drawing/2014/main" id="{636D7534-B71B-67F9-0C02-FDE67BD40551}"/>
                  </a:ext>
                </a:extLst>
              </p:cNvPr>
              <p:cNvSpPr/>
              <p:nvPr/>
            </p:nvSpPr>
            <p:spPr>
              <a:xfrm>
                <a:off x="1041515" y="4424592"/>
                <a:ext cx="8205142" cy="13607"/>
              </a:xfrm>
              <a:prstGeom prst="rect">
                <a:avLst/>
              </a:prstGeom>
              <a:solidFill>
                <a:srgbClr val="CCCCCC"/>
              </a:solidFill>
              <a:ln/>
            </p:spPr>
          </p:sp>
          <p:sp>
            <p:nvSpPr>
              <p:cNvPr id="267" name="Shape 7">
                <a:extLst>
                  <a:ext uri="{FF2B5EF4-FFF2-40B4-BE49-F238E27FC236}">
                    <a16:creationId xmlns:a16="http://schemas.microsoft.com/office/drawing/2014/main" id="{93F11E70-9E67-DBDF-871B-31CAE9B6B618}"/>
                  </a:ext>
                </a:extLst>
              </p:cNvPr>
              <p:cNvSpPr/>
              <p:nvPr/>
            </p:nvSpPr>
            <p:spPr>
              <a:xfrm>
                <a:off x="1041515" y="4811436"/>
                <a:ext cx="8205142" cy="13607"/>
              </a:xfrm>
              <a:prstGeom prst="rect">
                <a:avLst/>
              </a:prstGeom>
              <a:solidFill>
                <a:srgbClr val="CCCCCC"/>
              </a:solidFill>
              <a:ln/>
            </p:spPr>
          </p:sp>
        </p:grpSp>
        <p:sp>
          <p:nvSpPr>
            <p:cNvPr id="268" name="Text 11">
              <a:extLst>
                <a:ext uri="{FF2B5EF4-FFF2-40B4-BE49-F238E27FC236}">
                  <a16:creationId xmlns:a16="http://schemas.microsoft.com/office/drawing/2014/main" id="{22F0A32A-8D4B-AEEB-E454-591DA5121A05}"/>
                </a:ext>
              </a:extLst>
            </p:cNvPr>
            <p:cNvSpPr/>
            <p:nvPr/>
          </p:nvSpPr>
          <p:spPr>
            <a:xfrm>
              <a:off x="1044691" y="4055158"/>
              <a:ext cx="38575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ウルセラピープライム</a:t>
              </a:r>
            </a:p>
          </p:txBody>
        </p:sp>
        <p:sp>
          <p:nvSpPr>
            <p:cNvPr id="269" name="Text 15">
              <a:extLst>
                <a:ext uri="{FF2B5EF4-FFF2-40B4-BE49-F238E27FC236}">
                  <a16:creationId xmlns:a16="http://schemas.microsoft.com/office/drawing/2014/main" id="{E1F9666A-A929-08C7-CB00-B24D0A54DD74}"/>
                </a:ext>
              </a:extLst>
            </p:cNvPr>
            <p:cNvSpPr/>
            <p:nvPr/>
          </p:nvSpPr>
          <p:spPr>
            <a:xfrm>
              <a:off x="7252892" y="4135176"/>
              <a:ext cx="1993764"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900ショット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3,40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70" name="Text 15">
              <a:extLst>
                <a:ext uri="{FF2B5EF4-FFF2-40B4-BE49-F238E27FC236}">
                  <a16:creationId xmlns:a16="http://schemas.microsoft.com/office/drawing/2014/main" id="{EAE95153-2FB6-F2B4-1E9B-FD67914E0434}"/>
                </a:ext>
              </a:extLst>
            </p:cNvPr>
            <p:cNvSpPr/>
            <p:nvPr/>
          </p:nvSpPr>
          <p:spPr>
            <a:xfrm>
              <a:off x="5230544" y="4135176"/>
              <a:ext cx="1921764" cy="215444"/>
            </a:xfrm>
            <a:prstGeom prst="rect">
              <a:avLst/>
            </a:prstGeom>
            <a:noFill/>
            <a:ln/>
          </p:spPr>
          <p:txBody>
            <a:bodyPr wrap="none" lIns="0" tIns="0" rIns="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600ショット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2,30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71" name="Text 15">
              <a:extLst>
                <a:ext uri="{FF2B5EF4-FFF2-40B4-BE49-F238E27FC236}">
                  <a16:creationId xmlns:a16="http://schemas.microsoft.com/office/drawing/2014/main" id="{60B13E2C-F7E4-1F5E-ABEA-CA09A6826889}"/>
                </a:ext>
              </a:extLst>
            </p:cNvPr>
            <p:cNvSpPr/>
            <p:nvPr/>
          </p:nvSpPr>
          <p:spPr>
            <a:xfrm>
              <a:off x="3243169" y="4135176"/>
              <a:ext cx="1921764"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 xml:space="preserve">300ショット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1,30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72" name="Text 11">
              <a:extLst>
                <a:ext uri="{FF2B5EF4-FFF2-40B4-BE49-F238E27FC236}">
                  <a16:creationId xmlns:a16="http://schemas.microsoft.com/office/drawing/2014/main" id="{987F0E45-8658-49AA-7DB5-FA67CE0B83E6}"/>
                </a:ext>
              </a:extLst>
            </p:cNvPr>
            <p:cNvSpPr/>
            <p:nvPr/>
          </p:nvSpPr>
          <p:spPr>
            <a:xfrm>
              <a:off x="1044691" y="4442810"/>
              <a:ext cx="38575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100ショット追加  </a:t>
              </a:r>
              <a:r>
                <a:rPr lang="ja-JP" sz="1000" dirty="0">
                  <a:solidFill>
                    <a:srgbClr val="555555"/>
                  </a:solidFill>
                  <a:latin typeface="Noto Serif JP SemiBold"/>
                  <a:ea typeface="Noto Serif JP SemiBold"/>
                  <a:cs typeface="Arial" pitchFamily="34" charset="-120"/>
                </a:rPr>
                <a:t>単独不可</a:t>
              </a:r>
            </a:p>
          </p:txBody>
        </p:sp>
        <p:sp>
          <p:nvSpPr>
            <p:cNvPr id="273" name="Text 15">
              <a:extLst>
                <a:ext uri="{FF2B5EF4-FFF2-40B4-BE49-F238E27FC236}">
                  <a16:creationId xmlns:a16="http://schemas.microsoft.com/office/drawing/2014/main" id="{AD2FD1F0-FC71-2D70-5066-54102EF9BCAD}"/>
                </a:ext>
              </a:extLst>
            </p:cNvPr>
            <p:cNvSpPr/>
            <p:nvPr/>
          </p:nvSpPr>
          <p:spPr>
            <a:xfrm>
              <a:off x="8468632" y="4522828"/>
              <a:ext cx="778024" cy="215444"/>
            </a:xfrm>
            <a:prstGeom prst="rect">
              <a:avLst/>
            </a:prstGeom>
            <a:noFill/>
            <a:ln/>
          </p:spPr>
          <p:txBody>
            <a:bodyPr wrap="none" lIns="0" tIns="0" rIns="72000" bIns="0" rtlCol="0" anchor="ctr" anchorCtr="0">
              <a:sp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450,000</a:t>
              </a:r>
            </a:p>
          </p:txBody>
        </p:sp>
      </p:grpSp>
      <p:grpSp>
        <p:nvGrpSpPr>
          <p:cNvPr id="409" name="그룹 408">
            <a:extLst>
              <a:ext uri="{FF2B5EF4-FFF2-40B4-BE49-F238E27FC236}">
                <a16:creationId xmlns:a16="http://schemas.microsoft.com/office/drawing/2014/main" id="{8E9A3294-6ADC-57A2-27C4-E7E8914AE877}"/>
              </a:ext>
            </a:extLst>
          </p:cNvPr>
          <p:cNvGrpSpPr/>
          <p:nvPr/>
        </p:nvGrpSpPr>
        <p:grpSpPr>
          <a:xfrm>
            <a:off x="930580" y="4639850"/>
            <a:ext cx="8316077" cy="1119552"/>
            <a:chOff x="930580" y="5104573"/>
            <a:chExt cx="8316077" cy="1119552"/>
          </a:xfrm>
        </p:grpSpPr>
        <p:sp>
          <p:nvSpPr>
            <p:cNvPr id="279" name="TextBox 278">
              <a:extLst>
                <a:ext uri="{FF2B5EF4-FFF2-40B4-BE49-F238E27FC236}">
                  <a16:creationId xmlns:a16="http://schemas.microsoft.com/office/drawing/2014/main" id="{B0FA39E2-A5D7-7FA7-A224-5F19B50018C4}"/>
                </a:ext>
              </a:extLst>
            </p:cNvPr>
            <p:cNvSpPr txBox="1"/>
            <p:nvPr/>
          </p:nvSpPr>
          <p:spPr>
            <a:xfrm>
              <a:off x="930580" y="5104573"/>
              <a:ext cx="2131317"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サーマクール FLX</a:t>
              </a:r>
            </a:p>
          </p:txBody>
        </p:sp>
        <p:grpSp>
          <p:nvGrpSpPr>
            <p:cNvPr id="280" name="그룹 279">
              <a:extLst>
                <a:ext uri="{FF2B5EF4-FFF2-40B4-BE49-F238E27FC236}">
                  <a16:creationId xmlns:a16="http://schemas.microsoft.com/office/drawing/2014/main" id="{15FB02C6-4F0E-580E-B3AE-D8BBF2590143}"/>
                </a:ext>
              </a:extLst>
            </p:cNvPr>
            <p:cNvGrpSpPr/>
            <p:nvPr/>
          </p:nvGrpSpPr>
          <p:grpSpPr>
            <a:xfrm>
              <a:off x="1041515" y="5435913"/>
              <a:ext cx="8205142" cy="788212"/>
              <a:chOff x="1041515" y="4036831"/>
              <a:chExt cx="8205142" cy="788212"/>
            </a:xfrm>
          </p:grpSpPr>
          <p:sp>
            <p:nvSpPr>
              <p:cNvPr id="281" name="Shape 7">
                <a:extLst>
                  <a:ext uri="{FF2B5EF4-FFF2-40B4-BE49-F238E27FC236}">
                    <a16:creationId xmlns:a16="http://schemas.microsoft.com/office/drawing/2014/main" id="{A538C9DC-57F0-E5CA-6B74-C78D8EEDBFE7}"/>
                  </a:ext>
                </a:extLst>
              </p:cNvPr>
              <p:cNvSpPr/>
              <p:nvPr/>
            </p:nvSpPr>
            <p:spPr>
              <a:xfrm>
                <a:off x="1041515" y="4036831"/>
                <a:ext cx="8205142" cy="13607"/>
              </a:xfrm>
              <a:prstGeom prst="rect">
                <a:avLst/>
              </a:prstGeom>
              <a:solidFill>
                <a:srgbClr val="2498BD"/>
              </a:solidFill>
              <a:ln/>
            </p:spPr>
          </p:sp>
          <p:sp>
            <p:nvSpPr>
              <p:cNvPr id="282" name="Shape 7">
                <a:extLst>
                  <a:ext uri="{FF2B5EF4-FFF2-40B4-BE49-F238E27FC236}">
                    <a16:creationId xmlns:a16="http://schemas.microsoft.com/office/drawing/2014/main" id="{E3F6206E-C4B4-433B-8D68-4E1AABEE25A2}"/>
                  </a:ext>
                </a:extLst>
              </p:cNvPr>
              <p:cNvSpPr/>
              <p:nvPr/>
            </p:nvSpPr>
            <p:spPr>
              <a:xfrm>
                <a:off x="1041515" y="4424592"/>
                <a:ext cx="8205142" cy="13607"/>
              </a:xfrm>
              <a:prstGeom prst="rect">
                <a:avLst/>
              </a:prstGeom>
              <a:solidFill>
                <a:srgbClr val="CCCCCC"/>
              </a:solidFill>
              <a:ln/>
            </p:spPr>
          </p:sp>
          <p:sp>
            <p:nvSpPr>
              <p:cNvPr id="283" name="Shape 7">
                <a:extLst>
                  <a:ext uri="{FF2B5EF4-FFF2-40B4-BE49-F238E27FC236}">
                    <a16:creationId xmlns:a16="http://schemas.microsoft.com/office/drawing/2014/main" id="{13CF50CC-2B89-A6F9-9A74-9CD0319881A5}"/>
                  </a:ext>
                </a:extLst>
              </p:cNvPr>
              <p:cNvSpPr/>
              <p:nvPr/>
            </p:nvSpPr>
            <p:spPr>
              <a:xfrm>
                <a:off x="1041515" y="4811436"/>
                <a:ext cx="8205142" cy="13607"/>
              </a:xfrm>
              <a:prstGeom prst="rect">
                <a:avLst/>
              </a:prstGeom>
              <a:solidFill>
                <a:srgbClr val="CCCCCC"/>
              </a:solidFill>
              <a:ln/>
            </p:spPr>
          </p:sp>
        </p:grpSp>
        <p:sp>
          <p:nvSpPr>
            <p:cNvPr id="284" name="Text 11">
              <a:extLst>
                <a:ext uri="{FF2B5EF4-FFF2-40B4-BE49-F238E27FC236}">
                  <a16:creationId xmlns:a16="http://schemas.microsoft.com/office/drawing/2014/main" id="{506F17A7-39A0-EC47-8D6E-E6D1B54C6CFD}"/>
                </a:ext>
              </a:extLst>
            </p:cNvPr>
            <p:cNvSpPr/>
            <p:nvPr/>
          </p:nvSpPr>
          <p:spPr>
            <a:xfrm>
              <a:off x="1044691" y="5446578"/>
              <a:ext cx="38575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アイサーマクール</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285" name="Text 15">
              <a:extLst>
                <a:ext uri="{FF2B5EF4-FFF2-40B4-BE49-F238E27FC236}">
                  <a16:creationId xmlns:a16="http://schemas.microsoft.com/office/drawing/2014/main" id="{6102AD7D-B35E-776B-09C5-9EA150FAEA46}"/>
                </a:ext>
              </a:extLst>
            </p:cNvPr>
            <p:cNvSpPr/>
            <p:nvPr/>
          </p:nvSpPr>
          <p:spPr>
            <a:xfrm>
              <a:off x="7252892" y="5526596"/>
              <a:ext cx="1993764"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450ショット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86" name="Text 15">
              <a:extLst>
                <a:ext uri="{FF2B5EF4-FFF2-40B4-BE49-F238E27FC236}">
                  <a16:creationId xmlns:a16="http://schemas.microsoft.com/office/drawing/2014/main" id="{1549756E-3097-9816-12C2-EFBC3B1F9ECE}"/>
                </a:ext>
              </a:extLst>
            </p:cNvPr>
            <p:cNvSpPr/>
            <p:nvPr/>
          </p:nvSpPr>
          <p:spPr>
            <a:xfrm>
              <a:off x="5197683" y="5526596"/>
              <a:ext cx="1921764" cy="215444"/>
            </a:xfrm>
            <a:prstGeom prst="rect">
              <a:avLst/>
            </a:prstGeom>
            <a:noFill/>
            <a:ln/>
          </p:spPr>
          <p:txBody>
            <a:bodyPr wrap="none" lIns="0" tIns="0" rIns="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225ショット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1,30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88" name="Text 11">
              <a:extLst>
                <a:ext uri="{FF2B5EF4-FFF2-40B4-BE49-F238E27FC236}">
                  <a16:creationId xmlns:a16="http://schemas.microsoft.com/office/drawing/2014/main" id="{B3FD0BF4-E160-2BB4-6843-A04EF4B04B59}"/>
                </a:ext>
              </a:extLst>
            </p:cNvPr>
            <p:cNvSpPr/>
            <p:nvPr/>
          </p:nvSpPr>
          <p:spPr>
            <a:xfrm>
              <a:off x="1044691" y="5834230"/>
              <a:ext cx="38575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サーマクール FLX</a:t>
              </a:r>
            </a:p>
          </p:txBody>
        </p:sp>
        <p:sp>
          <p:nvSpPr>
            <p:cNvPr id="289" name="Text 15">
              <a:extLst>
                <a:ext uri="{FF2B5EF4-FFF2-40B4-BE49-F238E27FC236}">
                  <a16:creationId xmlns:a16="http://schemas.microsoft.com/office/drawing/2014/main" id="{A0374023-2519-70DE-75BC-CAE3DD21D0F5}"/>
                </a:ext>
              </a:extLst>
            </p:cNvPr>
            <p:cNvSpPr/>
            <p:nvPr/>
          </p:nvSpPr>
          <p:spPr>
            <a:xfrm>
              <a:off x="7252892" y="5914248"/>
              <a:ext cx="1993764"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900ショット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3,000,000</a:t>
              </a:r>
            </a:p>
          </p:txBody>
        </p:sp>
        <p:sp>
          <p:nvSpPr>
            <p:cNvPr id="291" name="Text 15">
              <a:extLst>
                <a:ext uri="{FF2B5EF4-FFF2-40B4-BE49-F238E27FC236}">
                  <a16:creationId xmlns:a16="http://schemas.microsoft.com/office/drawing/2014/main" id="{6428E6C1-54BC-80DF-C60E-110526729531}"/>
                </a:ext>
              </a:extLst>
            </p:cNvPr>
            <p:cNvSpPr/>
            <p:nvPr/>
          </p:nvSpPr>
          <p:spPr>
            <a:xfrm>
              <a:off x="5228941" y="5914248"/>
              <a:ext cx="1921764" cy="215444"/>
            </a:xfrm>
            <a:prstGeom prst="rect">
              <a:avLst/>
            </a:prstGeom>
            <a:noFill/>
            <a:ln/>
          </p:spPr>
          <p:txBody>
            <a:bodyPr wrap="none" lIns="0" tIns="0" rIns="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600ショット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2,20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92" name="Text 15">
              <a:extLst>
                <a:ext uri="{FF2B5EF4-FFF2-40B4-BE49-F238E27FC236}">
                  <a16:creationId xmlns:a16="http://schemas.microsoft.com/office/drawing/2014/main" id="{728EA739-4971-C4B7-3EB6-E61ED4A18C18}"/>
                </a:ext>
              </a:extLst>
            </p:cNvPr>
            <p:cNvSpPr/>
            <p:nvPr/>
          </p:nvSpPr>
          <p:spPr>
            <a:xfrm>
              <a:off x="3243169" y="5914248"/>
              <a:ext cx="1921764"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 xml:space="preserve">300ショット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1,50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grpSp>
      <p:grpSp>
        <p:nvGrpSpPr>
          <p:cNvPr id="410" name="그룹 409">
            <a:extLst>
              <a:ext uri="{FF2B5EF4-FFF2-40B4-BE49-F238E27FC236}">
                <a16:creationId xmlns:a16="http://schemas.microsoft.com/office/drawing/2014/main" id="{E2294037-9E72-9212-D5F6-E3371305EA36}"/>
              </a:ext>
            </a:extLst>
          </p:cNvPr>
          <p:cNvGrpSpPr/>
          <p:nvPr/>
        </p:nvGrpSpPr>
        <p:grpSpPr>
          <a:xfrm>
            <a:off x="930580" y="7228976"/>
            <a:ext cx="8316077" cy="1119552"/>
            <a:chOff x="930580" y="6495674"/>
            <a:chExt cx="8316077" cy="1119552"/>
          </a:xfrm>
        </p:grpSpPr>
        <p:sp>
          <p:nvSpPr>
            <p:cNvPr id="294" name="TextBox 293">
              <a:extLst>
                <a:ext uri="{FF2B5EF4-FFF2-40B4-BE49-F238E27FC236}">
                  <a16:creationId xmlns:a16="http://schemas.microsoft.com/office/drawing/2014/main" id="{91AA99A9-A620-BB28-8A2B-A4F03F4FECFE}"/>
                </a:ext>
              </a:extLst>
            </p:cNvPr>
            <p:cNvSpPr txBox="1"/>
            <p:nvPr/>
          </p:nvSpPr>
          <p:spPr>
            <a:xfrm>
              <a:off x="930580" y="6495674"/>
              <a:ext cx="1376594"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チタニウム</a:t>
              </a:r>
            </a:p>
          </p:txBody>
        </p:sp>
        <p:grpSp>
          <p:nvGrpSpPr>
            <p:cNvPr id="295" name="그룹 294">
              <a:extLst>
                <a:ext uri="{FF2B5EF4-FFF2-40B4-BE49-F238E27FC236}">
                  <a16:creationId xmlns:a16="http://schemas.microsoft.com/office/drawing/2014/main" id="{99042B02-6DA4-17EC-E699-10F7C3B46936}"/>
                </a:ext>
              </a:extLst>
            </p:cNvPr>
            <p:cNvGrpSpPr/>
            <p:nvPr/>
          </p:nvGrpSpPr>
          <p:grpSpPr>
            <a:xfrm>
              <a:off x="1041515" y="6827014"/>
              <a:ext cx="8205142" cy="788212"/>
              <a:chOff x="1041515" y="4036831"/>
              <a:chExt cx="8205142" cy="788212"/>
            </a:xfrm>
          </p:grpSpPr>
          <p:sp>
            <p:nvSpPr>
              <p:cNvPr id="296" name="Shape 7">
                <a:extLst>
                  <a:ext uri="{FF2B5EF4-FFF2-40B4-BE49-F238E27FC236}">
                    <a16:creationId xmlns:a16="http://schemas.microsoft.com/office/drawing/2014/main" id="{2758B90A-45AB-6EF8-1F59-F1AA7B28656F}"/>
                  </a:ext>
                </a:extLst>
              </p:cNvPr>
              <p:cNvSpPr/>
              <p:nvPr/>
            </p:nvSpPr>
            <p:spPr>
              <a:xfrm>
                <a:off x="1041515" y="4036831"/>
                <a:ext cx="8205142" cy="13607"/>
              </a:xfrm>
              <a:prstGeom prst="rect">
                <a:avLst/>
              </a:prstGeom>
              <a:solidFill>
                <a:srgbClr val="2498BD"/>
              </a:solidFill>
              <a:ln/>
            </p:spPr>
          </p:sp>
          <p:sp>
            <p:nvSpPr>
              <p:cNvPr id="297" name="Shape 7">
                <a:extLst>
                  <a:ext uri="{FF2B5EF4-FFF2-40B4-BE49-F238E27FC236}">
                    <a16:creationId xmlns:a16="http://schemas.microsoft.com/office/drawing/2014/main" id="{A1750EB6-A679-8FB3-9059-8CEEDBE8F48C}"/>
                  </a:ext>
                </a:extLst>
              </p:cNvPr>
              <p:cNvSpPr/>
              <p:nvPr/>
            </p:nvSpPr>
            <p:spPr>
              <a:xfrm>
                <a:off x="1041515" y="4424592"/>
                <a:ext cx="8205142" cy="13607"/>
              </a:xfrm>
              <a:prstGeom prst="rect">
                <a:avLst/>
              </a:prstGeom>
              <a:solidFill>
                <a:srgbClr val="CCCCCC"/>
              </a:solidFill>
              <a:ln/>
            </p:spPr>
          </p:sp>
          <p:sp>
            <p:nvSpPr>
              <p:cNvPr id="298" name="Shape 7">
                <a:extLst>
                  <a:ext uri="{FF2B5EF4-FFF2-40B4-BE49-F238E27FC236}">
                    <a16:creationId xmlns:a16="http://schemas.microsoft.com/office/drawing/2014/main" id="{1F992ED4-B7E3-50F8-3731-EBBD9AD57FC3}"/>
                  </a:ext>
                </a:extLst>
              </p:cNvPr>
              <p:cNvSpPr/>
              <p:nvPr/>
            </p:nvSpPr>
            <p:spPr>
              <a:xfrm>
                <a:off x="1041515" y="4811436"/>
                <a:ext cx="8205142" cy="13607"/>
              </a:xfrm>
              <a:prstGeom prst="rect">
                <a:avLst/>
              </a:prstGeom>
              <a:solidFill>
                <a:srgbClr val="CCCCCC"/>
              </a:solidFill>
              <a:ln/>
            </p:spPr>
          </p:sp>
        </p:grpSp>
        <p:sp>
          <p:nvSpPr>
            <p:cNvPr id="299" name="Text 11">
              <a:extLst>
                <a:ext uri="{FF2B5EF4-FFF2-40B4-BE49-F238E27FC236}">
                  <a16:creationId xmlns:a16="http://schemas.microsoft.com/office/drawing/2014/main" id="{945F4294-0BA8-67E1-763E-D2DC57DA56F1}"/>
                </a:ext>
              </a:extLst>
            </p:cNvPr>
            <p:cNvSpPr/>
            <p:nvPr/>
          </p:nvSpPr>
          <p:spPr>
            <a:xfrm>
              <a:off x="1044691" y="6837679"/>
              <a:ext cx="38575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チタニウム</a:t>
              </a:r>
            </a:p>
          </p:txBody>
        </p:sp>
        <p:sp>
          <p:nvSpPr>
            <p:cNvPr id="300" name="Text 15">
              <a:extLst>
                <a:ext uri="{FF2B5EF4-FFF2-40B4-BE49-F238E27FC236}">
                  <a16:creationId xmlns:a16="http://schemas.microsoft.com/office/drawing/2014/main" id="{43C46973-9356-626A-924C-1AEF8EBE5042}"/>
                </a:ext>
              </a:extLst>
            </p:cNvPr>
            <p:cNvSpPr/>
            <p:nvPr/>
          </p:nvSpPr>
          <p:spPr>
            <a:xfrm>
              <a:off x="7902771" y="6917697"/>
              <a:ext cx="1343885" cy="215444"/>
            </a:xfrm>
            <a:prstGeom prst="rect">
              <a:avLst/>
            </a:prstGeom>
            <a:noFill/>
            <a:ln/>
          </p:spPr>
          <p:txBody>
            <a:bodyPr wrap="none" lIns="0" tIns="0" rIns="72000" bIns="0" rtlCol="0" anchor="ctr" anchorCtr="0">
              <a:spAutoFit/>
            </a:bodyPr>
            <a:lstStyle/>
            <a:p>
              <a:pPr algn="r"/>
              <a:r>
                <a:rPr lang="en-US" altLang="ko-KR" sz="1200" dirty="0">
                  <a:solidFill>
                    <a:srgbClr val="2498BD"/>
                  </a:solidFill>
                  <a:latin typeface="신세계 Regular" panose="02000300000000000000" pitchFamily="50" charset="-127"/>
                  <a:ea typeface="신세계 Regular" panose="02000300000000000000" pitchFamily="50" charset="-127"/>
                  <a:cs typeface="GC 16 Mono" pitchFamily="34" charset="-120"/>
                </a:rPr>
                <a:t>100KJ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1,30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301" name="Text 15">
              <a:extLst>
                <a:ext uri="{FF2B5EF4-FFF2-40B4-BE49-F238E27FC236}">
                  <a16:creationId xmlns:a16="http://schemas.microsoft.com/office/drawing/2014/main" id="{C7DF73BB-CB5B-3FFA-D037-8F53271A5460}"/>
                </a:ext>
              </a:extLst>
            </p:cNvPr>
            <p:cNvSpPr/>
            <p:nvPr/>
          </p:nvSpPr>
          <p:spPr>
            <a:xfrm>
              <a:off x="6223704" y="6917697"/>
              <a:ext cx="1067600" cy="215444"/>
            </a:xfrm>
            <a:prstGeom prst="rect">
              <a:avLst/>
            </a:prstGeom>
            <a:noFill/>
            <a:ln/>
          </p:spPr>
          <p:txBody>
            <a:bodyPr wrap="none" lIns="0" tIns="0" rIns="0" bIns="0" rtlCol="0" anchor="ctr" anchorCtr="0">
              <a:spAutoFit/>
            </a:bodyPr>
            <a:lstStyle/>
            <a:p>
              <a:pPr algn="r"/>
              <a:r>
                <a:rPr lang="en-US" altLang="ko-KR" sz="1200" dirty="0">
                  <a:solidFill>
                    <a:srgbClr val="2498BD"/>
                  </a:solidFill>
                  <a:latin typeface="신세계 Regular" panose="02000300000000000000" pitchFamily="50" charset="-127"/>
                  <a:ea typeface="신세계 Regular" panose="02000300000000000000" pitchFamily="50" charset="-127"/>
                  <a:cs typeface="GC 16 Mono" pitchFamily="34" charset="-120"/>
                </a:rPr>
                <a:t>50KJ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80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302" name="Text 11">
              <a:extLst>
                <a:ext uri="{FF2B5EF4-FFF2-40B4-BE49-F238E27FC236}">
                  <a16:creationId xmlns:a16="http://schemas.microsoft.com/office/drawing/2014/main" id="{27CDD484-7781-65BB-B590-E42DE45205D4}"/>
                </a:ext>
              </a:extLst>
            </p:cNvPr>
            <p:cNvSpPr/>
            <p:nvPr/>
          </p:nvSpPr>
          <p:spPr>
            <a:xfrm>
              <a:off x="1044691" y="7225331"/>
              <a:ext cx="38575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10KJ 追加  </a:t>
              </a:r>
              <a:r>
                <a:rPr lang="ja-JP" sz="1000" dirty="0">
                  <a:solidFill>
                    <a:srgbClr val="6E6E6E"/>
                  </a:solidFill>
                  <a:latin typeface="Noto Serif JP SemiBold"/>
                  <a:ea typeface="Noto Serif JP SemiBold"/>
                  <a:cs typeface="Arial" pitchFamily="34" charset="-120"/>
                </a:rPr>
                <a:t>単独不可</a:t>
              </a:r>
              <a:endParaRPr lang="en-US" altLang="ko-KR" sz="1000" dirty="0">
                <a:latin typeface="신세계 Regular" panose="02000300000000000000" pitchFamily="50" charset="-127"/>
                <a:ea typeface="신세계 Regular" panose="02000300000000000000" pitchFamily="50" charset="-127"/>
              </a:endParaRPr>
            </a:p>
          </p:txBody>
        </p:sp>
        <p:sp>
          <p:nvSpPr>
            <p:cNvPr id="303" name="Text 15">
              <a:extLst>
                <a:ext uri="{FF2B5EF4-FFF2-40B4-BE49-F238E27FC236}">
                  <a16:creationId xmlns:a16="http://schemas.microsoft.com/office/drawing/2014/main" id="{A4A29E3D-7E1F-50D5-E6D1-53107D2108CC}"/>
                </a:ext>
              </a:extLst>
            </p:cNvPr>
            <p:cNvSpPr/>
            <p:nvPr/>
          </p:nvSpPr>
          <p:spPr>
            <a:xfrm>
              <a:off x="8468632" y="7305349"/>
              <a:ext cx="778024" cy="215444"/>
            </a:xfrm>
            <a:prstGeom prst="rect">
              <a:avLst/>
            </a:prstGeom>
            <a:noFill/>
            <a:ln/>
          </p:spPr>
          <p:txBody>
            <a:bodyPr wrap="none" lIns="0" tIns="0" rIns="72000" bIns="0" rtlCol="0" anchor="ctr" anchorCtr="0">
              <a:spAutoFit/>
            </a:bodyPr>
            <a:lstStyle/>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p>
          </p:txBody>
        </p:sp>
        <p:sp>
          <p:nvSpPr>
            <p:cNvPr id="307" name="Text 15">
              <a:extLst>
                <a:ext uri="{FF2B5EF4-FFF2-40B4-BE49-F238E27FC236}">
                  <a16:creationId xmlns:a16="http://schemas.microsoft.com/office/drawing/2014/main" id="{055F6127-C3CC-645E-CB66-6C0D66E25FD6}"/>
                </a:ext>
              </a:extLst>
            </p:cNvPr>
            <p:cNvSpPr/>
            <p:nvPr/>
          </p:nvSpPr>
          <p:spPr>
            <a:xfrm>
              <a:off x="3671492" y="6917697"/>
              <a:ext cx="1065997" cy="215444"/>
            </a:xfrm>
            <a:prstGeom prst="rect">
              <a:avLst/>
            </a:prstGeom>
            <a:noFill/>
            <a:ln/>
          </p:spPr>
          <p:txBody>
            <a:bodyPr wrap="none" lIns="0" tIns="0" rIns="0" bIns="0" rtlCol="0" anchor="ctr" anchorCtr="0">
              <a:spAutoFit/>
            </a:bodyPr>
            <a:lstStyle/>
            <a:p>
              <a:r>
                <a:rPr lang="en-US" altLang="ko-KR" sz="1200" dirty="0">
                  <a:solidFill>
                    <a:srgbClr val="2498BD"/>
                  </a:solidFill>
                  <a:latin typeface="신세계 Regular" panose="02000300000000000000" pitchFamily="50" charset="-127"/>
                  <a:ea typeface="신세계 Regular" panose="02000300000000000000" pitchFamily="50" charset="-127"/>
                  <a:cs typeface="GC 16 Mono" pitchFamily="34" charset="-120"/>
                </a:rPr>
                <a:t>30KJ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grpSp>
      <p:grpSp>
        <p:nvGrpSpPr>
          <p:cNvPr id="411" name="그룹 410">
            <a:extLst>
              <a:ext uri="{FF2B5EF4-FFF2-40B4-BE49-F238E27FC236}">
                <a16:creationId xmlns:a16="http://schemas.microsoft.com/office/drawing/2014/main" id="{DA8911E5-5552-5EA1-92A6-3E367443352A}"/>
              </a:ext>
            </a:extLst>
          </p:cNvPr>
          <p:cNvGrpSpPr/>
          <p:nvPr/>
        </p:nvGrpSpPr>
        <p:grpSpPr>
          <a:xfrm>
            <a:off x="930580" y="8530968"/>
            <a:ext cx="8316077" cy="1988959"/>
            <a:chOff x="930580" y="7888167"/>
            <a:chExt cx="8316077" cy="1988959"/>
          </a:xfrm>
        </p:grpSpPr>
        <p:sp>
          <p:nvSpPr>
            <p:cNvPr id="357" name="Shape 7">
              <a:extLst>
                <a:ext uri="{FF2B5EF4-FFF2-40B4-BE49-F238E27FC236}">
                  <a16:creationId xmlns:a16="http://schemas.microsoft.com/office/drawing/2014/main" id="{E607798E-B0E9-8267-6480-2620851711F5}"/>
                </a:ext>
              </a:extLst>
            </p:cNvPr>
            <p:cNvSpPr/>
            <p:nvPr/>
          </p:nvSpPr>
          <p:spPr>
            <a:xfrm>
              <a:off x="1041515" y="8215748"/>
              <a:ext cx="8205142" cy="13607"/>
            </a:xfrm>
            <a:prstGeom prst="rect">
              <a:avLst/>
            </a:prstGeom>
            <a:solidFill>
              <a:srgbClr val="CCCCCC"/>
            </a:solidFill>
            <a:ln/>
          </p:spPr>
        </p:sp>
        <p:sp>
          <p:nvSpPr>
            <p:cNvPr id="358" name="Shape 7">
              <a:extLst>
                <a:ext uri="{FF2B5EF4-FFF2-40B4-BE49-F238E27FC236}">
                  <a16:creationId xmlns:a16="http://schemas.microsoft.com/office/drawing/2014/main" id="{8E939770-BA6D-024F-CE6A-038DDD4D8C10}"/>
                </a:ext>
              </a:extLst>
            </p:cNvPr>
            <p:cNvSpPr/>
            <p:nvPr/>
          </p:nvSpPr>
          <p:spPr>
            <a:xfrm>
              <a:off x="1041515" y="8846186"/>
              <a:ext cx="8205142" cy="13607"/>
            </a:xfrm>
            <a:prstGeom prst="rect">
              <a:avLst/>
            </a:prstGeom>
            <a:solidFill>
              <a:srgbClr val="CCCCCC"/>
            </a:solidFill>
            <a:ln/>
          </p:spPr>
        </p:sp>
        <p:sp>
          <p:nvSpPr>
            <p:cNvPr id="359" name="Text 11">
              <a:extLst>
                <a:ext uri="{FF2B5EF4-FFF2-40B4-BE49-F238E27FC236}">
                  <a16:creationId xmlns:a16="http://schemas.microsoft.com/office/drawing/2014/main" id="{09F0A2BC-67C2-41E8-F3B1-5C29C2C1C454}"/>
                </a:ext>
              </a:extLst>
            </p:cNvPr>
            <p:cNvSpPr/>
            <p:nvPr/>
          </p:nvSpPr>
          <p:spPr>
            <a:xfrm>
              <a:off x="1044692" y="8226034"/>
              <a:ext cx="2801771"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オンダ FACE</a:t>
              </a:r>
            </a:p>
          </p:txBody>
        </p:sp>
        <p:sp>
          <p:nvSpPr>
            <p:cNvPr id="361" name="Text 15">
              <a:extLst>
                <a:ext uri="{FF2B5EF4-FFF2-40B4-BE49-F238E27FC236}">
                  <a16:creationId xmlns:a16="http://schemas.microsoft.com/office/drawing/2014/main" id="{16297137-69C1-8D96-3646-A624F5B89804}"/>
                </a:ext>
              </a:extLst>
            </p:cNvPr>
            <p:cNvSpPr/>
            <p:nvPr/>
          </p:nvSpPr>
          <p:spPr>
            <a:xfrm>
              <a:off x="6894244" y="8320666"/>
              <a:ext cx="2352412" cy="430887"/>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8万J 二重顎＋下顔面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600,000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10万J 顔全体</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800,000</a:t>
              </a:r>
              <a:endParaRPr lang="en-US" altLang="ko-KR" sz="1400" dirty="0">
                <a:latin typeface="신세계 Bold" panose="02000300000000000000" pitchFamily="50" charset="-127"/>
                <a:ea typeface="신세계 Bold" panose="02000300000000000000" pitchFamily="50" charset="-127"/>
              </a:endParaRPr>
            </a:p>
          </p:txBody>
        </p:sp>
        <p:sp>
          <p:nvSpPr>
            <p:cNvPr id="362" name="Text 15">
              <a:extLst>
                <a:ext uri="{FF2B5EF4-FFF2-40B4-BE49-F238E27FC236}">
                  <a16:creationId xmlns:a16="http://schemas.microsoft.com/office/drawing/2014/main" id="{67D9AF22-C1BD-A055-F45B-2E79AB7CEBB4}"/>
                </a:ext>
              </a:extLst>
            </p:cNvPr>
            <p:cNvSpPr/>
            <p:nvPr/>
          </p:nvSpPr>
          <p:spPr>
            <a:xfrm>
              <a:off x="4546240" y="8428387"/>
              <a:ext cx="1665478"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5万J 二重顎</a:t>
              </a:r>
              <a:r>
                <a:rPr lang="en-US" altLang="ko-KR" sz="105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400,000</a:t>
              </a:r>
              <a:endParaRPr lang="en-US" altLang="ko-KR" sz="1200" dirty="0">
                <a:solidFill>
                  <a:srgbClr val="1A1A1A"/>
                </a:solidFill>
                <a:latin typeface="신세계 Bold" panose="02000300000000000000" pitchFamily="50" charset="-127"/>
                <a:ea typeface="신세계 Bold" panose="02000300000000000000" pitchFamily="50" charset="-127"/>
                <a:cs typeface="Arial" pitchFamily="34" charset="-120"/>
              </a:endParaRPr>
            </a:p>
          </p:txBody>
        </p:sp>
        <p:sp>
          <p:nvSpPr>
            <p:cNvPr id="310" name="TextBox 309">
              <a:extLst>
                <a:ext uri="{FF2B5EF4-FFF2-40B4-BE49-F238E27FC236}">
                  <a16:creationId xmlns:a16="http://schemas.microsoft.com/office/drawing/2014/main" id="{CC1D7ABF-4E5F-FDAA-4C9D-6E39E29DE00F}"/>
                </a:ext>
              </a:extLst>
            </p:cNvPr>
            <p:cNvSpPr txBox="1"/>
            <p:nvPr/>
          </p:nvSpPr>
          <p:spPr>
            <a:xfrm>
              <a:off x="930580" y="7888167"/>
              <a:ext cx="914632"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オンダ</a:t>
              </a:r>
            </a:p>
          </p:txBody>
        </p:sp>
        <p:sp>
          <p:nvSpPr>
            <p:cNvPr id="313" name="Shape 7">
              <a:extLst>
                <a:ext uri="{FF2B5EF4-FFF2-40B4-BE49-F238E27FC236}">
                  <a16:creationId xmlns:a16="http://schemas.microsoft.com/office/drawing/2014/main" id="{BA4C4492-A536-70F5-CA03-C0EDBCDDBE45}"/>
                </a:ext>
              </a:extLst>
            </p:cNvPr>
            <p:cNvSpPr/>
            <p:nvPr/>
          </p:nvSpPr>
          <p:spPr>
            <a:xfrm>
              <a:off x="1041515" y="8214922"/>
              <a:ext cx="8205142" cy="13607"/>
            </a:xfrm>
            <a:prstGeom prst="rect">
              <a:avLst/>
            </a:prstGeom>
            <a:solidFill>
              <a:srgbClr val="2498BD"/>
            </a:solidFill>
            <a:ln/>
          </p:spPr>
        </p:sp>
        <p:sp>
          <p:nvSpPr>
            <p:cNvPr id="317" name="Text 11">
              <a:extLst>
                <a:ext uri="{FF2B5EF4-FFF2-40B4-BE49-F238E27FC236}">
                  <a16:creationId xmlns:a16="http://schemas.microsoft.com/office/drawing/2014/main" id="{ED501A07-CBFF-3612-559B-BB987ADFEA7D}"/>
                </a:ext>
              </a:extLst>
            </p:cNvPr>
            <p:cNvSpPr/>
            <p:nvPr/>
          </p:nvSpPr>
          <p:spPr>
            <a:xfrm>
              <a:off x="1044691" y="8854658"/>
              <a:ext cx="2877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オンダ FACE 1万J 追加  </a:t>
              </a:r>
              <a:r>
                <a:rPr lang="ja-JP" sz="1000" dirty="0">
                  <a:solidFill>
                    <a:srgbClr val="6E6E6E"/>
                  </a:solidFill>
                  <a:latin typeface="Noto Serif JP SemiBold"/>
                  <a:ea typeface="Noto Serif JP SemiBold"/>
                  <a:cs typeface="Arial" pitchFamily="34" charset="-120"/>
                </a:rPr>
                <a:t>単独不可</a:t>
              </a:r>
              <a:endParaRPr lang="en-US" altLang="ko-KR" sz="1000" dirty="0">
                <a:latin typeface="신세계 Regular" panose="02000300000000000000" pitchFamily="50" charset="-127"/>
                <a:ea typeface="신세계 Regular" panose="02000300000000000000" pitchFamily="50" charset="-127"/>
              </a:endParaRPr>
            </a:p>
          </p:txBody>
        </p:sp>
        <p:sp>
          <p:nvSpPr>
            <p:cNvPr id="331" name="Text 15">
              <a:extLst>
                <a:ext uri="{FF2B5EF4-FFF2-40B4-BE49-F238E27FC236}">
                  <a16:creationId xmlns:a16="http://schemas.microsoft.com/office/drawing/2014/main" id="{64F32DE2-E293-5533-860B-832219910D95}"/>
                </a:ext>
              </a:extLst>
            </p:cNvPr>
            <p:cNvSpPr/>
            <p:nvPr/>
          </p:nvSpPr>
          <p:spPr>
            <a:xfrm>
              <a:off x="8304506" y="8934676"/>
              <a:ext cx="942150" cy="215444"/>
            </a:xfrm>
            <a:prstGeom prst="rect">
              <a:avLst/>
            </a:prstGeom>
            <a:noFill/>
            <a:ln/>
          </p:spPr>
          <p:txBody>
            <a:bodyPr wrap="none" lIns="180000" tIns="0" rIns="72000" bIns="0" rtlCol="0" anchor="ctr" anchorCtr="0">
              <a:spAutoFit/>
            </a:bodyPr>
            <a:lstStyle/>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100,000</a:t>
              </a:r>
            </a:p>
          </p:txBody>
        </p:sp>
        <p:sp>
          <p:nvSpPr>
            <p:cNvPr id="314" name="Shape 7">
              <a:extLst>
                <a:ext uri="{FF2B5EF4-FFF2-40B4-BE49-F238E27FC236}">
                  <a16:creationId xmlns:a16="http://schemas.microsoft.com/office/drawing/2014/main" id="{28E8B48E-0F4C-E20A-7E9A-1145292DC5E0}"/>
                </a:ext>
              </a:extLst>
            </p:cNvPr>
            <p:cNvSpPr/>
            <p:nvPr/>
          </p:nvSpPr>
          <p:spPr>
            <a:xfrm>
              <a:off x="1041515" y="9233081"/>
              <a:ext cx="8205142" cy="13607"/>
            </a:xfrm>
            <a:prstGeom prst="rect">
              <a:avLst/>
            </a:prstGeom>
            <a:solidFill>
              <a:srgbClr val="CCCCCC"/>
            </a:solidFill>
            <a:ln/>
          </p:spPr>
        </p:sp>
        <p:sp>
          <p:nvSpPr>
            <p:cNvPr id="353" name="Shape 7">
              <a:extLst>
                <a:ext uri="{FF2B5EF4-FFF2-40B4-BE49-F238E27FC236}">
                  <a16:creationId xmlns:a16="http://schemas.microsoft.com/office/drawing/2014/main" id="{6B3829C8-8FF7-CD37-96C8-2A7650762AAC}"/>
                </a:ext>
              </a:extLst>
            </p:cNvPr>
            <p:cNvSpPr/>
            <p:nvPr/>
          </p:nvSpPr>
          <p:spPr>
            <a:xfrm>
              <a:off x="1041515" y="9863519"/>
              <a:ext cx="8205142" cy="13607"/>
            </a:xfrm>
            <a:prstGeom prst="rect">
              <a:avLst/>
            </a:prstGeom>
            <a:solidFill>
              <a:srgbClr val="CCCCCC"/>
            </a:solidFill>
            <a:ln/>
          </p:spPr>
        </p:sp>
        <p:sp>
          <p:nvSpPr>
            <p:cNvPr id="348" name="Text 11">
              <a:extLst>
                <a:ext uri="{FF2B5EF4-FFF2-40B4-BE49-F238E27FC236}">
                  <a16:creationId xmlns:a16="http://schemas.microsoft.com/office/drawing/2014/main" id="{5345A837-E11D-B09C-06EC-DA62CF556951}"/>
                </a:ext>
              </a:extLst>
            </p:cNvPr>
            <p:cNvSpPr/>
            <p:nvPr/>
          </p:nvSpPr>
          <p:spPr>
            <a:xfrm>
              <a:off x="1044692" y="9243367"/>
              <a:ext cx="3413008"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オンダ BODY</a:t>
              </a:r>
            </a:p>
          </p:txBody>
        </p:sp>
        <p:sp>
          <p:nvSpPr>
            <p:cNvPr id="350" name="Text 15">
              <a:extLst>
                <a:ext uri="{FF2B5EF4-FFF2-40B4-BE49-F238E27FC236}">
                  <a16:creationId xmlns:a16="http://schemas.microsoft.com/office/drawing/2014/main" id="{42EAB791-C49E-183A-5997-17FD7FF60BCC}"/>
                </a:ext>
              </a:extLst>
            </p:cNvPr>
            <p:cNvSpPr/>
            <p:nvPr/>
          </p:nvSpPr>
          <p:spPr>
            <a:xfrm>
              <a:off x="7702980" y="9337999"/>
              <a:ext cx="1543676" cy="430887"/>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30万J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2,200,000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50万J</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3,000,000</a:t>
              </a:r>
              <a:endParaRPr lang="en-US" altLang="ko-KR" sz="1400" dirty="0">
                <a:latin typeface="신세계 Bold" panose="02000300000000000000" pitchFamily="50" charset="-127"/>
                <a:ea typeface="신세계 Bold" panose="02000300000000000000" pitchFamily="50" charset="-127"/>
              </a:endParaRPr>
            </a:p>
          </p:txBody>
        </p:sp>
        <p:sp>
          <p:nvSpPr>
            <p:cNvPr id="351" name="Text 15">
              <a:extLst>
                <a:ext uri="{FF2B5EF4-FFF2-40B4-BE49-F238E27FC236}">
                  <a16:creationId xmlns:a16="http://schemas.microsoft.com/office/drawing/2014/main" id="{5835B752-ED29-607C-A954-0339FF3E3952}"/>
                </a:ext>
              </a:extLst>
            </p:cNvPr>
            <p:cNvSpPr/>
            <p:nvPr/>
          </p:nvSpPr>
          <p:spPr>
            <a:xfrm>
              <a:off x="3243169" y="9337999"/>
              <a:ext cx="1459230" cy="430887"/>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10万J</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900,000</a:t>
              </a:r>
            </a:p>
            <a:p>
              <a:r>
                <a:rPr lang="ja-JP" sz="1200" dirty="0">
                  <a:solidFill>
                    <a:srgbClr val="2498BD"/>
                  </a:solidFill>
                  <a:latin typeface="Noto Serif JP SemiBold"/>
                  <a:ea typeface="Noto Serif JP SemiBold"/>
                  <a:cs typeface="GC 16 Mono" pitchFamily="34" charset="-120"/>
                </a:rPr>
                <a:t>20万J</a:t>
              </a:r>
              <a:r>
                <a:rPr lang="en-US" altLang="ko-KR" sz="105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1,500,000</a:t>
              </a:r>
              <a:endParaRPr lang="en-US" altLang="ko-KR" sz="1200" dirty="0">
                <a:solidFill>
                  <a:srgbClr val="1A1A1A"/>
                </a:solidFill>
                <a:latin typeface="신세계 Bold" panose="02000300000000000000" pitchFamily="50" charset="-127"/>
                <a:ea typeface="신세계 Bold" panose="02000300000000000000" pitchFamily="50" charset="-127"/>
                <a:cs typeface="Arial" pitchFamily="34" charset="-120"/>
              </a:endParaRPr>
            </a:p>
          </p:txBody>
        </p:sp>
      </p:grpSp>
      <p:grpSp>
        <p:nvGrpSpPr>
          <p:cNvPr id="412" name="그룹 411">
            <a:extLst>
              <a:ext uri="{FF2B5EF4-FFF2-40B4-BE49-F238E27FC236}">
                <a16:creationId xmlns:a16="http://schemas.microsoft.com/office/drawing/2014/main" id="{8348CF45-8DEC-984C-8DF9-ACCAB7A2BBFA}"/>
              </a:ext>
            </a:extLst>
          </p:cNvPr>
          <p:cNvGrpSpPr/>
          <p:nvPr/>
        </p:nvGrpSpPr>
        <p:grpSpPr>
          <a:xfrm>
            <a:off x="930580" y="10658636"/>
            <a:ext cx="8316077" cy="1496252"/>
            <a:chOff x="930580" y="10148941"/>
            <a:chExt cx="8316077" cy="1496252"/>
          </a:xfrm>
        </p:grpSpPr>
        <p:sp>
          <p:nvSpPr>
            <p:cNvPr id="363" name="TextBox 362">
              <a:extLst>
                <a:ext uri="{FF2B5EF4-FFF2-40B4-BE49-F238E27FC236}">
                  <a16:creationId xmlns:a16="http://schemas.microsoft.com/office/drawing/2014/main" id="{1043C129-D908-BF2D-37A2-A9E958BB3D0B}"/>
                </a:ext>
              </a:extLst>
            </p:cNvPr>
            <p:cNvSpPr txBox="1"/>
            <p:nvPr/>
          </p:nvSpPr>
          <p:spPr>
            <a:xfrm>
              <a:off x="930580" y="10148941"/>
              <a:ext cx="2527328"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シュリンクユニバース</a:t>
              </a:r>
            </a:p>
          </p:txBody>
        </p:sp>
        <p:grpSp>
          <p:nvGrpSpPr>
            <p:cNvPr id="364" name="그룹 363">
              <a:extLst>
                <a:ext uri="{FF2B5EF4-FFF2-40B4-BE49-F238E27FC236}">
                  <a16:creationId xmlns:a16="http://schemas.microsoft.com/office/drawing/2014/main" id="{E893E0F1-61F4-0556-7EBD-D9CA138B3F2F}"/>
                </a:ext>
              </a:extLst>
            </p:cNvPr>
            <p:cNvGrpSpPr/>
            <p:nvPr/>
          </p:nvGrpSpPr>
          <p:grpSpPr>
            <a:xfrm>
              <a:off x="1041515" y="10475696"/>
              <a:ext cx="8205142" cy="1169497"/>
              <a:chOff x="1041515" y="5446644"/>
              <a:chExt cx="8205142" cy="1169497"/>
            </a:xfrm>
          </p:grpSpPr>
          <p:sp>
            <p:nvSpPr>
              <p:cNvPr id="365" name="Shape 7">
                <a:extLst>
                  <a:ext uri="{FF2B5EF4-FFF2-40B4-BE49-F238E27FC236}">
                    <a16:creationId xmlns:a16="http://schemas.microsoft.com/office/drawing/2014/main" id="{C60E4055-7ABC-D722-6498-F2E0CE4E7FD3}"/>
                  </a:ext>
                </a:extLst>
              </p:cNvPr>
              <p:cNvSpPr/>
              <p:nvPr/>
            </p:nvSpPr>
            <p:spPr>
              <a:xfrm>
                <a:off x="1041515" y="5834612"/>
                <a:ext cx="8205142" cy="13607"/>
              </a:xfrm>
              <a:prstGeom prst="rect">
                <a:avLst/>
              </a:prstGeom>
              <a:solidFill>
                <a:srgbClr val="CCCCCC"/>
              </a:solidFill>
              <a:ln/>
            </p:spPr>
          </p:sp>
          <p:sp>
            <p:nvSpPr>
              <p:cNvPr id="366" name="Shape 7">
                <a:extLst>
                  <a:ext uri="{FF2B5EF4-FFF2-40B4-BE49-F238E27FC236}">
                    <a16:creationId xmlns:a16="http://schemas.microsoft.com/office/drawing/2014/main" id="{3E795A9A-0C98-7946-B6FC-BD0FAEA59873}"/>
                  </a:ext>
                </a:extLst>
              </p:cNvPr>
              <p:cNvSpPr/>
              <p:nvPr/>
            </p:nvSpPr>
            <p:spPr>
              <a:xfrm>
                <a:off x="1041515" y="5446644"/>
                <a:ext cx="8205142" cy="13607"/>
              </a:xfrm>
              <a:prstGeom prst="rect">
                <a:avLst/>
              </a:prstGeom>
              <a:solidFill>
                <a:srgbClr val="2498BD"/>
              </a:solidFill>
              <a:ln/>
            </p:spPr>
          </p:sp>
          <p:sp>
            <p:nvSpPr>
              <p:cNvPr id="367" name="Shape 7">
                <a:extLst>
                  <a:ext uri="{FF2B5EF4-FFF2-40B4-BE49-F238E27FC236}">
                    <a16:creationId xmlns:a16="http://schemas.microsoft.com/office/drawing/2014/main" id="{B7BBBD70-C804-EF43-CB75-A1353799D8E7}"/>
                  </a:ext>
                </a:extLst>
              </p:cNvPr>
              <p:cNvSpPr/>
              <p:nvPr/>
            </p:nvSpPr>
            <p:spPr>
              <a:xfrm>
                <a:off x="1041515" y="6220306"/>
                <a:ext cx="8205142" cy="13607"/>
              </a:xfrm>
              <a:prstGeom prst="rect">
                <a:avLst/>
              </a:prstGeom>
              <a:solidFill>
                <a:srgbClr val="CCCCCC"/>
              </a:solidFill>
              <a:ln/>
            </p:spPr>
          </p:sp>
          <p:sp>
            <p:nvSpPr>
              <p:cNvPr id="368" name="Shape 7">
                <a:extLst>
                  <a:ext uri="{FF2B5EF4-FFF2-40B4-BE49-F238E27FC236}">
                    <a16:creationId xmlns:a16="http://schemas.microsoft.com/office/drawing/2014/main" id="{9C63C51D-7F39-17B3-E8EC-277D0151B0AA}"/>
                  </a:ext>
                </a:extLst>
              </p:cNvPr>
              <p:cNvSpPr/>
              <p:nvPr/>
            </p:nvSpPr>
            <p:spPr>
              <a:xfrm>
                <a:off x="1041515" y="6602534"/>
                <a:ext cx="8205142" cy="13607"/>
              </a:xfrm>
              <a:prstGeom prst="rect">
                <a:avLst/>
              </a:prstGeom>
              <a:solidFill>
                <a:srgbClr val="CCCCCC"/>
              </a:solidFill>
              <a:ln/>
            </p:spPr>
          </p:sp>
        </p:grpSp>
        <p:sp>
          <p:nvSpPr>
            <p:cNvPr id="369" name="Text 11">
              <a:extLst>
                <a:ext uri="{FF2B5EF4-FFF2-40B4-BE49-F238E27FC236}">
                  <a16:creationId xmlns:a16="http://schemas.microsoft.com/office/drawing/2014/main" id="{79CA8AE1-D78E-D17F-2DC5-3B58D1715766}"/>
                </a:ext>
              </a:extLst>
            </p:cNvPr>
            <p:cNvSpPr/>
            <p:nvPr/>
          </p:nvSpPr>
          <p:spPr>
            <a:xfrm>
              <a:off x="1044691" y="10477570"/>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アイシュリンクユニバース</a:t>
              </a:r>
            </a:p>
          </p:txBody>
        </p:sp>
        <p:sp>
          <p:nvSpPr>
            <p:cNvPr id="370" name="Text 11">
              <a:extLst>
                <a:ext uri="{FF2B5EF4-FFF2-40B4-BE49-F238E27FC236}">
                  <a16:creationId xmlns:a16="http://schemas.microsoft.com/office/drawing/2014/main" id="{71F1F69F-8715-6099-7443-ECEE5AFD17BF}"/>
                </a:ext>
              </a:extLst>
            </p:cNvPr>
            <p:cNvSpPr/>
            <p:nvPr/>
          </p:nvSpPr>
          <p:spPr>
            <a:xfrm>
              <a:off x="1044691" y="10870935"/>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ダーマシュリンクユニバース</a:t>
              </a:r>
            </a:p>
          </p:txBody>
        </p:sp>
        <p:sp>
          <p:nvSpPr>
            <p:cNvPr id="371" name="Text 11">
              <a:extLst>
                <a:ext uri="{FF2B5EF4-FFF2-40B4-BE49-F238E27FC236}">
                  <a16:creationId xmlns:a16="http://schemas.microsoft.com/office/drawing/2014/main" id="{ED4DC2E3-9198-8441-3BAF-E0EF9C1595C0}"/>
                </a:ext>
              </a:extLst>
            </p:cNvPr>
            <p:cNvSpPr/>
            <p:nvPr/>
          </p:nvSpPr>
          <p:spPr>
            <a:xfrm>
              <a:off x="1044691" y="11253011"/>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シュリンクユニバース</a:t>
              </a:r>
            </a:p>
          </p:txBody>
        </p:sp>
        <p:sp>
          <p:nvSpPr>
            <p:cNvPr id="372" name="Text 15">
              <a:extLst>
                <a:ext uri="{FF2B5EF4-FFF2-40B4-BE49-F238E27FC236}">
                  <a16:creationId xmlns:a16="http://schemas.microsoft.com/office/drawing/2014/main" id="{A67BE19D-D2C0-AF86-ABC6-26549C89A644}"/>
                </a:ext>
              </a:extLst>
            </p:cNvPr>
            <p:cNvSpPr/>
            <p:nvPr/>
          </p:nvSpPr>
          <p:spPr>
            <a:xfrm>
              <a:off x="7452028" y="10557588"/>
              <a:ext cx="1794628"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200ショット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15</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375" name="Text 15">
              <a:extLst>
                <a:ext uri="{FF2B5EF4-FFF2-40B4-BE49-F238E27FC236}">
                  <a16:creationId xmlns:a16="http://schemas.microsoft.com/office/drawing/2014/main" id="{A60DEC72-B2A1-483C-5312-67C7015EA40D}"/>
                </a:ext>
              </a:extLst>
            </p:cNvPr>
            <p:cNvSpPr/>
            <p:nvPr/>
          </p:nvSpPr>
          <p:spPr>
            <a:xfrm>
              <a:off x="7452028" y="10950953"/>
              <a:ext cx="1794628"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300ショット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383" name="Text 15">
              <a:extLst>
                <a:ext uri="{FF2B5EF4-FFF2-40B4-BE49-F238E27FC236}">
                  <a16:creationId xmlns:a16="http://schemas.microsoft.com/office/drawing/2014/main" id="{F39FB48C-783C-CA52-6269-8AB45AEBA4D5}"/>
                </a:ext>
              </a:extLst>
            </p:cNvPr>
            <p:cNvSpPr/>
            <p:nvPr/>
          </p:nvSpPr>
          <p:spPr>
            <a:xfrm>
              <a:off x="7281340" y="11333029"/>
              <a:ext cx="1965316"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1,000ショット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384" name="Text 15">
              <a:extLst>
                <a:ext uri="{FF2B5EF4-FFF2-40B4-BE49-F238E27FC236}">
                  <a16:creationId xmlns:a16="http://schemas.microsoft.com/office/drawing/2014/main" id="{E36E31C5-D939-2FAE-3D44-5093E930C586}"/>
                </a:ext>
              </a:extLst>
            </p:cNvPr>
            <p:cNvSpPr/>
            <p:nvPr/>
          </p:nvSpPr>
          <p:spPr>
            <a:xfrm>
              <a:off x="5458128" y="11333029"/>
              <a:ext cx="1722628" cy="215444"/>
            </a:xfrm>
            <a:prstGeom prst="rect">
              <a:avLst/>
            </a:prstGeom>
            <a:noFill/>
            <a:ln/>
          </p:spPr>
          <p:txBody>
            <a:bodyPr wrap="none" lIns="0" tIns="0" rIns="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600ショット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35</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385" name="Text 15">
              <a:extLst>
                <a:ext uri="{FF2B5EF4-FFF2-40B4-BE49-F238E27FC236}">
                  <a16:creationId xmlns:a16="http://schemas.microsoft.com/office/drawing/2014/main" id="{DDD4180B-7B18-16C1-BF83-4E7D3EDEF6BB}"/>
                </a:ext>
              </a:extLst>
            </p:cNvPr>
            <p:cNvSpPr/>
            <p:nvPr/>
          </p:nvSpPr>
          <p:spPr>
            <a:xfrm>
              <a:off x="3671492" y="11333029"/>
              <a:ext cx="1722628"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 xml:space="preserve">300ショット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grpSp>
      <p:grpSp>
        <p:nvGrpSpPr>
          <p:cNvPr id="413" name="그룹 412">
            <a:extLst>
              <a:ext uri="{FF2B5EF4-FFF2-40B4-BE49-F238E27FC236}">
                <a16:creationId xmlns:a16="http://schemas.microsoft.com/office/drawing/2014/main" id="{C78D49EA-9A80-6727-AE1B-F8D0D3A23047}"/>
              </a:ext>
            </a:extLst>
          </p:cNvPr>
          <p:cNvGrpSpPr/>
          <p:nvPr/>
        </p:nvGrpSpPr>
        <p:grpSpPr>
          <a:xfrm>
            <a:off x="930580" y="12305972"/>
            <a:ext cx="8316077" cy="972827"/>
            <a:chOff x="930580" y="11913715"/>
            <a:chExt cx="8316077" cy="972827"/>
          </a:xfrm>
        </p:grpSpPr>
        <p:sp>
          <p:nvSpPr>
            <p:cNvPr id="395" name="Shape 7">
              <a:extLst>
                <a:ext uri="{FF2B5EF4-FFF2-40B4-BE49-F238E27FC236}">
                  <a16:creationId xmlns:a16="http://schemas.microsoft.com/office/drawing/2014/main" id="{D19738FC-4470-3197-B634-5342ED715F6F}"/>
                </a:ext>
              </a:extLst>
            </p:cNvPr>
            <p:cNvSpPr/>
            <p:nvPr/>
          </p:nvSpPr>
          <p:spPr>
            <a:xfrm>
              <a:off x="1041515" y="12241296"/>
              <a:ext cx="8205142" cy="13607"/>
            </a:xfrm>
            <a:prstGeom prst="rect">
              <a:avLst/>
            </a:prstGeom>
            <a:solidFill>
              <a:srgbClr val="CCCCCC"/>
            </a:solidFill>
            <a:ln/>
          </p:spPr>
        </p:sp>
        <p:sp>
          <p:nvSpPr>
            <p:cNvPr id="396" name="Shape 7">
              <a:extLst>
                <a:ext uri="{FF2B5EF4-FFF2-40B4-BE49-F238E27FC236}">
                  <a16:creationId xmlns:a16="http://schemas.microsoft.com/office/drawing/2014/main" id="{8720DE8C-EB3C-C8D4-C4B0-853A5D65E0B6}"/>
                </a:ext>
              </a:extLst>
            </p:cNvPr>
            <p:cNvSpPr/>
            <p:nvPr/>
          </p:nvSpPr>
          <p:spPr>
            <a:xfrm>
              <a:off x="1041515" y="12871734"/>
              <a:ext cx="8205142" cy="13607"/>
            </a:xfrm>
            <a:prstGeom prst="rect">
              <a:avLst/>
            </a:prstGeom>
            <a:solidFill>
              <a:srgbClr val="CCCCCC"/>
            </a:solidFill>
            <a:ln/>
          </p:spPr>
        </p:sp>
        <p:sp>
          <p:nvSpPr>
            <p:cNvPr id="397" name="Text 11">
              <a:extLst>
                <a:ext uri="{FF2B5EF4-FFF2-40B4-BE49-F238E27FC236}">
                  <a16:creationId xmlns:a16="http://schemas.microsoft.com/office/drawing/2014/main" id="{A13553AA-FAC2-CC50-099A-492A33329C59}"/>
                </a:ext>
              </a:extLst>
            </p:cNvPr>
            <p:cNvSpPr/>
            <p:nvPr/>
          </p:nvSpPr>
          <p:spPr>
            <a:xfrm>
              <a:off x="1044692" y="12251582"/>
              <a:ext cx="2801771"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ボルニューマ</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398" name="Text 15">
              <a:extLst>
                <a:ext uri="{FF2B5EF4-FFF2-40B4-BE49-F238E27FC236}">
                  <a16:creationId xmlns:a16="http://schemas.microsoft.com/office/drawing/2014/main" id="{A2B5BB9B-FEB1-C673-0F36-8F0831388886}"/>
                </a:ext>
              </a:extLst>
            </p:cNvPr>
            <p:cNvSpPr/>
            <p:nvPr/>
          </p:nvSpPr>
          <p:spPr>
            <a:xfrm>
              <a:off x="6342556" y="12346214"/>
              <a:ext cx="2904100" cy="430887"/>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フェイスライン 300ショット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550,000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 xml:space="preserve">顔全体 600ショット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990,000</a:t>
              </a:r>
              <a:endParaRPr lang="en-US" altLang="ko-KR" sz="1400" dirty="0">
                <a:latin typeface="신세계 Bold" panose="02000300000000000000" pitchFamily="50" charset="-127"/>
                <a:ea typeface="신세계 Bold" panose="02000300000000000000" pitchFamily="50" charset="-127"/>
              </a:endParaRPr>
            </a:p>
          </p:txBody>
        </p:sp>
        <p:sp>
          <p:nvSpPr>
            <p:cNvPr id="399" name="Text 15">
              <a:extLst>
                <a:ext uri="{FF2B5EF4-FFF2-40B4-BE49-F238E27FC236}">
                  <a16:creationId xmlns:a16="http://schemas.microsoft.com/office/drawing/2014/main" id="{1474FF96-AEC3-C25F-24E4-B5CD69C3D198}"/>
                </a:ext>
              </a:extLst>
            </p:cNvPr>
            <p:cNvSpPr/>
            <p:nvPr/>
          </p:nvSpPr>
          <p:spPr>
            <a:xfrm>
              <a:off x="3243169" y="12453935"/>
              <a:ext cx="2070100"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 xml:space="preserve">目元 200ショット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380,000</a:t>
              </a:r>
              <a:endParaRPr lang="en-US" altLang="ko-KR" sz="1200" dirty="0">
                <a:solidFill>
                  <a:srgbClr val="1A1A1A"/>
                </a:solidFill>
                <a:latin typeface="신세계 Bold" panose="02000300000000000000" pitchFamily="50" charset="-127"/>
                <a:ea typeface="신세계 Bold" panose="02000300000000000000" pitchFamily="50" charset="-127"/>
                <a:cs typeface="Arial" pitchFamily="34" charset="-120"/>
              </a:endParaRPr>
            </a:p>
          </p:txBody>
        </p:sp>
        <p:sp>
          <p:nvSpPr>
            <p:cNvPr id="400" name="TextBox 399">
              <a:extLst>
                <a:ext uri="{FF2B5EF4-FFF2-40B4-BE49-F238E27FC236}">
                  <a16:creationId xmlns:a16="http://schemas.microsoft.com/office/drawing/2014/main" id="{3DDF4493-0426-5D56-DC9C-A3E1AD3767DD}"/>
                </a:ext>
              </a:extLst>
            </p:cNvPr>
            <p:cNvSpPr txBox="1"/>
            <p:nvPr/>
          </p:nvSpPr>
          <p:spPr>
            <a:xfrm>
              <a:off x="930580" y="11913715"/>
              <a:ext cx="1608022"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ボルニューマ</a:t>
              </a:r>
              <a:endParaRPr lang="ko-KR" altLang="en-US" dirty="0">
                <a:latin typeface="신세계 SemiBold" panose="02000300000000000000" pitchFamily="50" charset="-127"/>
                <a:ea typeface="신세계 SemiBold" panose="02000300000000000000" pitchFamily="50" charset="-127"/>
                <a:cs typeface="Sinsegye" pitchFamily="34" charset="-120"/>
              </a:endParaRPr>
            </a:p>
          </p:txBody>
        </p:sp>
        <p:sp>
          <p:nvSpPr>
            <p:cNvPr id="401" name="Shape 7">
              <a:extLst>
                <a:ext uri="{FF2B5EF4-FFF2-40B4-BE49-F238E27FC236}">
                  <a16:creationId xmlns:a16="http://schemas.microsoft.com/office/drawing/2014/main" id="{7F7101F6-7E2B-5441-84AE-B7B824B9390B}"/>
                </a:ext>
              </a:extLst>
            </p:cNvPr>
            <p:cNvSpPr/>
            <p:nvPr/>
          </p:nvSpPr>
          <p:spPr>
            <a:xfrm>
              <a:off x="1041515" y="12872935"/>
              <a:ext cx="8205142" cy="13607"/>
            </a:xfrm>
            <a:prstGeom prst="rect">
              <a:avLst/>
            </a:prstGeom>
            <a:solidFill>
              <a:srgbClr val="CCCCCC"/>
            </a:solidFill>
            <a:ln/>
          </p:spPr>
        </p:sp>
        <p:sp>
          <p:nvSpPr>
            <p:cNvPr id="402" name="Shape 7">
              <a:extLst>
                <a:ext uri="{FF2B5EF4-FFF2-40B4-BE49-F238E27FC236}">
                  <a16:creationId xmlns:a16="http://schemas.microsoft.com/office/drawing/2014/main" id="{49AF1EA1-F5BB-BB2E-7638-76D3E75E9CD8}"/>
                </a:ext>
              </a:extLst>
            </p:cNvPr>
            <p:cNvSpPr/>
            <p:nvPr/>
          </p:nvSpPr>
          <p:spPr>
            <a:xfrm>
              <a:off x="1041515" y="12240470"/>
              <a:ext cx="8205142" cy="13607"/>
            </a:xfrm>
            <a:prstGeom prst="rect">
              <a:avLst/>
            </a:prstGeom>
            <a:solidFill>
              <a:srgbClr val="2498BD"/>
            </a:solidFill>
            <a:ln/>
          </p:spPr>
        </p:sp>
      </p:grpSp>
      <p:sp>
        <p:nvSpPr>
          <p:cNvPr id="406" name="Text 96">
            <a:extLst>
              <a:ext uri="{FF2B5EF4-FFF2-40B4-BE49-F238E27FC236}">
                <a16:creationId xmlns:a16="http://schemas.microsoft.com/office/drawing/2014/main" id="{1213A560-35D6-A4E7-B37C-B4B2473A1C73}"/>
              </a:ext>
            </a:extLst>
          </p:cNvPr>
          <p:cNvSpPr/>
          <p:nvPr/>
        </p:nvSpPr>
        <p:spPr>
          <a:xfrm>
            <a:off x="529167" y="13503293"/>
            <a:ext cx="9237133" cy="187694"/>
          </a:xfrm>
          <a:prstGeom prst="rect">
            <a:avLst/>
          </a:prstGeom>
          <a:noFill/>
          <a:ln/>
        </p:spPr>
        <p:txBody>
          <a:bodyPr wrap="square" lIns="25400" tIns="25400" rIns="514800" bIns="25400" rtlCol="0" anchor="t">
            <a:normAutofit fontScale="92500" lnSpcReduction="10000"/>
          </a:bodyPr>
          <a:lstStyle/>
          <a:p>
            <a:pPr marL="0" indent="0" algn="r">
              <a:buNone/>
            </a:pPr>
            <a:r>
              <a:rPr lang="ja-JP" sz="906" dirty="0">
                <a:solidFill>
                  <a:srgbClr val="6E6E6E"/>
                </a:solidFill>
                <a:latin typeface="Noto Serif JP SemiBold"/>
                <a:ea typeface="Noto Serif JP SemiBold"/>
                <a:cs typeface="GC 16 Mono" pitchFamily="34" charset="-120"/>
              </a:rPr>
              <a:t>* 税別価格（10％）</a:t>
            </a:r>
            <a:endParaRPr lang="en-US" sz="1013" dirty="0">
              <a:latin typeface="신세계 Regular" panose="02000300000000000000" pitchFamily="50" charset="-127"/>
              <a:ea typeface="신세계 Regular" panose="02000300000000000000" pitchFamily="50" charset="-127"/>
            </a:endParaRPr>
          </a:p>
        </p:txBody>
      </p:sp>
      <p:grpSp>
        <p:nvGrpSpPr>
          <p:cNvPr id="17" name="그룹 16">
            <a:extLst>
              <a:ext uri="{FF2B5EF4-FFF2-40B4-BE49-F238E27FC236}">
                <a16:creationId xmlns:a16="http://schemas.microsoft.com/office/drawing/2014/main" id="{49530092-4C39-46C3-CB2C-6133E0C1CAE0}"/>
              </a:ext>
            </a:extLst>
          </p:cNvPr>
          <p:cNvGrpSpPr/>
          <p:nvPr/>
        </p:nvGrpSpPr>
        <p:grpSpPr>
          <a:xfrm>
            <a:off x="932624" y="5916826"/>
            <a:ext cx="8316077" cy="1119552"/>
            <a:chOff x="930580" y="3713153"/>
            <a:chExt cx="8316077" cy="1119552"/>
          </a:xfrm>
        </p:grpSpPr>
        <p:sp>
          <p:nvSpPr>
            <p:cNvPr id="18" name="TextBox 17">
              <a:extLst>
                <a:ext uri="{FF2B5EF4-FFF2-40B4-BE49-F238E27FC236}">
                  <a16:creationId xmlns:a16="http://schemas.microsoft.com/office/drawing/2014/main" id="{B5270D16-D4A6-6510-A929-4723FBDF7700}"/>
                </a:ext>
              </a:extLst>
            </p:cNvPr>
            <p:cNvSpPr txBox="1"/>
            <p:nvPr/>
          </p:nvSpPr>
          <p:spPr>
            <a:xfrm>
              <a:off x="930580" y="3713153"/>
              <a:ext cx="1376594"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フォートラ</a:t>
              </a:r>
            </a:p>
          </p:txBody>
        </p:sp>
        <p:grpSp>
          <p:nvGrpSpPr>
            <p:cNvPr id="19" name="그룹 18">
              <a:extLst>
                <a:ext uri="{FF2B5EF4-FFF2-40B4-BE49-F238E27FC236}">
                  <a16:creationId xmlns:a16="http://schemas.microsoft.com/office/drawing/2014/main" id="{759D7E7C-BBB3-3886-283D-725C14708DCC}"/>
                </a:ext>
              </a:extLst>
            </p:cNvPr>
            <p:cNvGrpSpPr/>
            <p:nvPr/>
          </p:nvGrpSpPr>
          <p:grpSpPr>
            <a:xfrm>
              <a:off x="1041515" y="4044493"/>
              <a:ext cx="8205142" cy="788212"/>
              <a:chOff x="1041515" y="4036831"/>
              <a:chExt cx="8205142" cy="788212"/>
            </a:xfrm>
          </p:grpSpPr>
          <p:sp>
            <p:nvSpPr>
              <p:cNvPr id="26" name="Shape 7">
                <a:extLst>
                  <a:ext uri="{FF2B5EF4-FFF2-40B4-BE49-F238E27FC236}">
                    <a16:creationId xmlns:a16="http://schemas.microsoft.com/office/drawing/2014/main" id="{79D24777-A5BD-105F-A711-B6C092DA5025}"/>
                  </a:ext>
                </a:extLst>
              </p:cNvPr>
              <p:cNvSpPr/>
              <p:nvPr/>
            </p:nvSpPr>
            <p:spPr>
              <a:xfrm>
                <a:off x="1041515" y="4036831"/>
                <a:ext cx="8205142" cy="13607"/>
              </a:xfrm>
              <a:prstGeom prst="rect">
                <a:avLst/>
              </a:prstGeom>
              <a:solidFill>
                <a:srgbClr val="2498BD"/>
              </a:solidFill>
              <a:ln/>
            </p:spPr>
          </p:sp>
          <p:sp>
            <p:nvSpPr>
              <p:cNvPr id="27" name="Shape 7">
                <a:extLst>
                  <a:ext uri="{FF2B5EF4-FFF2-40B4-BE49-F238E27FC236}">
                    <a16:creationId xmlns:a16="http://schemas.microsoft.com/office/drawing/2014/main" id="{89E8929A-80ED-04C5-B8D7-A0E465696B2A}"/>
                  </a:ext>
                </a:extLst>
              </p:cNvPr>
              <p:cNvSpPr/>
              <p:nvPr/>
            </p:nvSpPr>
            <p:spPr>
              <a:xfrm>
                <a:off x="1041515" y="4424592"/>
                <a:ext cx="8205142" cy="13607"/>
              </a:xfrm>
              <a:prstGeom prst="rect">
                <a:avLst/>
              </a:prstGeom>
              <a:solidFill>
                <a:srgbClr val="CCCCCC"/>
              </a:solidFill>
              <a:ln/>
            </p:spPr>
          </p:sp>
          <p:sp>
            <p:nvSpPr>
              <p:cNvPr id="28" name="Shape 7">
                <a:extLst>
                  <a:ext uri="{FF2B5EF4-FFF2-40B4-BE49-F238E27FC236}">
                    <a16:creationId xmlns:a16="http://schemas.microsoft.com/office/drawing/2014/main" id="{FCE7C927-A23E-0C5F-68A2-3EAEA3162EFF}"/>
                  </a:ext>
                </a:extLst>
              </p:cNvPr>
              <p:cNvSpPr/>
              <p:nvPr/>
            </p:nvSpPr>
            <p:spPr>
              <a:xfrm>
                <a:off x="1041515" y="4811436"/>
                <a:ext cx="8205142" cy="13607"/>
              </a:xfrm>
              <a:prstGeom prst="rect">
                <a:avLst/>
              </a:prstGeom>
              <a:solidFill>
                <a:srgbClr val="CCCCCC"/>
              </a:solidFill>
              <a:ln/>
            </p:spPr>
          </p:sp>
        </p:grpSp>
        <p:sp>
          <p:nvSpPr>
            <p:cNvPr id="20" name="Text 11">
              <a:extLst>
                <a:ext uri="{FF2B5EF4-FFF2-40B4-BE49-F238E27FC236}">
                  <a16:creationId xmlns:a16="http://schemas.microsoft.com/office/drawing/2014/main" id="{3E6D16DE-A783-7B44-7062-2A6C0B4FBE6C}"/>
                </a:ext>
              </a:extLst>
            </p:cNvPr>
            <p:cNvSpPr/>
            <p:nvPr/>
          </p:nvSpPr>
          <p:spPr>
            <a:xfrm>
              <a:off x="1044691" y="4055158"/>
              <a:ext cx="38575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フォートラ</a:t>
              </a:r>
            </a:p>
          </p:txBody>
        </p:sp>
        <p:sp>
          <p:nvSpPr>
            <p:cNvPr id="21" name="Text 15">
              <a:extLst>
                <a:ext uri="{FF2B5EF4-FFF2-40B4-BE49-F238E27FC236}">
                  <a16:creationId xmlns:a16="http://schemas.microsoft.com/office/drawing/2014/main" id="{7B6C8AEA-E5E2-E100-9543-F7E69BDE0003}"/>
                </a:ext>
              </a:extLst>
            </p:cNvPr>
            <p:cNvSpPr/>
            <p:nvPr/>
          </p:nvSpPr>
          <p:spPr>
            <a:xfrm>
              <a:off x="6412652" y="4135176"/>
              <a:ext cx="1140303" cy="215444"/>
            </a:xfrm>
            <a:prstGeom prst="rect">
              <a:avLst/>
            </a:prstGeom>
            <a:noFill/>
            <a:ln/>
          </p:spPr>
          <p:txBody>
            <a:bodyPr wrap="none" lIns="0" tIns="0" rIns="72000" bIns="0" rtlCol="0" anchor="ctr" anchorCtr="0">
              <a:spAutoFit/>
            </a:bodyPr>
            <a:lstStyle/>
            <a:p>
              <a:pPr algn="r"/>
              <a:r>
                <a:rPr lang="en-US" altLang="ko-KR" sz="1200" dirty="0">
                  <a:solidFill>
                    <a:srgbClr val="2498BD"/>
                  </a:solidFill>
                  <a:latin typeface="신세계 Regular" panose="02000300000000000000" pitchFamily="50" charset="-127"/>
                  <a:ea typeface="신세계 Regular" panose="02000300000000000000" pitchFamily="50" charset="-127"/>
                  <a:cs typeface="GC 16 Mono" pitchFamily="34" charset="-120"/>
                </a:rPr>
                <a:t>50KJ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800,000</a:t>
              </a:r>
            </a:p>
          </p:txBody>
        </p:sp>
        <p:sp>
          <p:nvSpPr>
            <p:cNvPr id="22" name="Text 15">
              <a:extLst>
                <a:ext uri="{FF2B5EF4-FFF2-40B4-BE49-F238E27FC236}">
                  <a16:creationId xmlns:a16="http://schemas.microsoft.com/office/drawing/2014/main" id="{DF06781B-4F07-C245-E15C-2E014A41FE4E}"/>
                </a:ext>
              </a:extLst>
            </p:cNvPr>
            <p:cNvSpPr/>
            <p:nvPr/>
          </p:nvSpPr>
          <p:spPr>
            <a:xfrm>
              <a:off x="4496340" y="4135176"/>
              <a:ext cx="1065997" cy="215444"/>
            </a:xfrm>
            <a:prstGeom prst="rect">
              <a:avLst/>
            </a:prstGeom>
            <a:noFill/>
            <a:ln/>
          </p:spPr>
          <p:txBody>
            <a:bodyPr wrap="non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2498BD"/>
                  </a:solidFill>
                  <a:effectLst/>
                  <a:uLnTx/>
                  <a:uFillTx/>
                  <a:latin typeface="신세계 Regular" panose="02000300000000000000" pitchFamily="50" charset="-127"/>
                  <a:ea typeface="신세계 Regular" panose="02000300000000000000" pitchFamily="50" charset="-127"/>
                  <a:cs typeface="GC 16 Mono" pitchFamily="34" charset="-120"/>
                </a:rPr>
                <a:t>30KJ </a:t>
              </a:r>
              <a:r>
                <a:rPr kumimoji="0" lang="en-US" altLang="ko-KR" sz="1400" b="0" i="0" u="none" strike="noStrike" kern="1200" cap="none" spc="0" normalizeH="0" baseline="0" noProof="0" dirty="0">
                  <a:ln>
                    <a:noFill/>
                  </a:ln>
                  <a:solidFill>
                    <a:srgbClr val="1A1A1A"/>
                  </a:solidFill>
                  <a:effectLst/>
                  <a:uLnTx/>
                  <a:uFillTx/>
                  <a:latin typeface="신세계 Bold" panose="02000300000000000000" pitchFamily="50" charset="-127"/>
                  <a:ea typeface="신세계 Bold" panose="02000300000000000000" pitchFamily="50" charset="-127"/>
                  <a:cs typeface="Arial" pitchFamily="34" charset="-120"/>
                </a:rPr>
                <a:t>500,000</a:t>
              </a:r>
            </a:p>
          </p:txBody>
        </p:sp>
        <p:sp>
          <p:nvSpPr>
            <p:cNvPr id="24" name="Text 11">
              <a:extLst>
                <a:ext uri="{FF2B5EF4-FFF2-40B4-BE49-F238E27FC236}">
                  <a16:creationId xmlns:a16="http://schemas.microsoft.com/office/drawing/2014/main" id="{71E75BE3-D7A8-F88A-61DB-B1E11CACA2F8}"/>
                </a:ext>
              </a:extLst>
            </p:cNvPr>
            <p:cNvSpPr/>
            <p:nvPr/>
          </p:nvSpPr>
          <p:spPr>
            <a:xfrm>
              <a:off x="1044691" y="4442810"/>
              <a:ext cx="38575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10KJ 追加  </a:t>
              </a:r>
              <a:r>
                <a:rPr lang="ja-JP" sz="1000" dirty="0">
                  <a:solidFill>
                    <a:srgbClr val="555555"/>
                  </a:solidFill>
                  <a:latin typeface="Noto Serif JP SemiBold"/>
                  <a:ea typeface="Noto Serif JP SemiBold"/>
                  <a:cs typeface="Arial" pitchFamily="34" charset="-120"/>
                </a:rPr>
                <a:t>単独不可</a:t>
              </a:r>
            </a:p>
          </p:txBody>
        </p:sp>
        <p:sp>
          <p:nvSpPr>
            <p:cNvPr id="25" name="Text 15">
              <a:extLst>
                <a:ext uri="{FF2B5EF4-FFF2-40B4-BE49-F238E27FC236}">
                  <a16:creationId xmlns:a16="http://schemas.microsoft.com/office/drawing/2014/main" id="{FDA1057B-4E76-7420-36B3-ADCC9026925E}"/>
                </a:ext>
              </a:extLst>
            </p:cNvPr>
            <p:cNvSpPr/>
            <p:nvPr/>
          </p:nvSpPr>
          <p:spPr>
            <a:xfrm>
              <a:off x="8468631" y="4522828"/>
              <a:ext cx="778025" cy="215444"/>
            </a:xfrm>
            <a:prstGeom prst="rect">
              <a:avLst/>
            </a:prstGeom>
            <a:noFill/>
            <a:ln/>
          </p:spPr>
          <p:txBody>
            <a:bodyPr wrap="none" lIns="0" tIns="0" rIns="72000" bIns="0" rtlCol="0" anchor="ctr" anchorCtr="0">
              <a:sp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p>
          </p:txBody>
        </p:sp>
      </p:grpSp>
      <p:sp>
        <p:nvSpPr>
          <p:cNvPr id="30" name="Text 15">
            <a:extLst>
              <a:ext uri="{FF2B5EF4-FFF2-40B4-BE49-F238E27FC236}">
                <a16:creationId xmlns:a16="http://schemas.microsoft.com/office/drawing/2014/main" id="{4D59A015-044D-3CA0-0E23-97296BB18EB2}"/>
              </a:ext>
            </a:extLst>
          </p:cNvPr>
          <p:cNvSpPr/>
          <p:nvPr/>
        </p:nvSpPr>
        <p:spPr>
          <a:xfrm>
            <a:off x="7848041" y="6347680"/>
            <a:ext cx="1393578" cy="215444"/>
          </a:xfrm>
          <a:prstGeom prst="rect">
            <a:avLst/>
          </a:prstGeom>
          <a:noFill/>
          <a:ln/>
        </p:spPr>
        <p:txBody>
          <a:bodyPr wrap="none" lIns="0" tIns="0" rIns="7200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2498BD"/>
                </a:solidFill>
                <a:effectLst/>
                <a:uLnTx/>
                <a:uFillTx/>
                <a:latin typeface="신세계 Regular" panose="02000300000000000000" pitchFamily="50" charset="-127"/>
                <a:ea typeface="신세계 Regular" panose="02000300000000000000" pitchFamily="50" charset="-127"/>
                <a:cs typeface="GC 16 Mono" pitchFamily="34" charset="-120"/>
              </a:rPr>
              <a:t>100KJ </a:t>
            </a:r>
            <a:r>
              <a:rPr kumimoji="0" lang="en-US" altLang="ko-KR" sz="1400" b="0" i="0" u="none" strike="noStrike" kern="1200" cap="none" spc="0" normalizeH="0" baseline="0" noProof="0" dirty="0">
                <a:ln>
                  <a:noFill/>
                </a:ln>
                <a:solidFill>
                  <a:srgbClr val="1A1A1A"/>
                </a:solidFill>
                <a:effectLst/>
                <a:uLnTx/>
                <a:uFillTx/>
                <a:latin typeface="신세계 Bold" panose="02000300000000000000" pitchFamily="50" charset="-127"/>
                <a:ea typeface="신세계 Bold" panose="02000300000000000000" pitchFamily="50" charset="-127"/>
                <a:cs typeface="Arial" pitchFamily="34" charset="-120"/>
              </a:rPr>
              <a:t>1,300,000</a:t>
            </a:r>
          </a:p>
        </p:txBody>
      </p:sp>
    </p:spTree>
    <p:extLst>
      <p:ext uri="{BB962C8B-B14F-4D97-AF65-F5344CB8AC3E}">
        <p14:creationId xmlns:p14="http://schemas.microsoft.com/office/powerpoint/2010/main" val="3661631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A78D4F5C-5968-895D-FA10-0EEB633C71AB}"/>
              </a:ext>
            </a:extLst>
          </p:cNvPr>
          <p:cNvPicPr>
            <a:picLocks noChangeAspect="1"/>
          </p:cNvPicPr>
          <p:nvPr/>
        </p:nvPicPr>
        <p:blipFill>
          <a:blip r:embed="rId3"/>
          <a:stretch>
            <a:fillRect/>
          </a:stretch>
        </p:blipFill>
        <p:spPr>
          <a:xfrm>
            <a:off x="1016176" y="4842000"/>
            <a:ext cx="1908000" cy="1908000"/>
          </a:xfrm>
          <a:prstGeom prst="rect">
            <a:avLst/>
          </a:prstGeom>
        </p:spPr>
      </p:pic>
      <p:sp>
        <p:nvSpPr>
          <p:cNvPr id="10" name="Shape 7"/>
          <p:cNvSpPr/>
          <p:nvPr/>
        </p:nvSpPr>
        <p:spPr>
          <a:xfrm>
            <a:off x="959560" y="4726800"/>
            <a:ext cx="8367881" cy="7905"/>
          </a:xfrm>
          <a:prstGeom prst="rect">
            <a:avLst/>
          </a:prstGeom>
          <a:solidFill>
            <a:srgbClr val="555555">
              <a:alpha val="12000"/>
            </a:srgbClr>
          </a:solidFill>
          <a:ln/>
        </p:spPr>
      </p:sp>
      <p:sp>
        <p:nvSpPr>
          <p:cNvPr id="11" name="Text 8"/>
          <p:cNvSpPr/>
          <p:nvPr/>
        </p:nvSpPr>
        <p:spPr>
          <a:xfrm>
            <a:off x="3696259" y="2880000"/>
            <a:ext cx="5900499" cy="184067"/>
          </a:xfrm>
          <a:prstGeom prst="rect">
            <a:avLst/>
          </a:prstGeom>
          <a:noFill/>
          <a:ln/>
        </p:spPr>
        <p:txBody>
          <a:bodyPr wrap="square" lIns="21079" tIns="21079" rIns="21079" bIns="21079" rtlCol="0" anchor="t">
            <a:normAutofit lnSpcReduction="10000"/>
          </a:bodyPr>
          <a:lstStyle/>
          <a:p>
            <a:r>
              <a:rPr lang="en-US" sz="996" kern="0" spc="219" dirty="0">
                <a:solidFill>
                  <a:srgbClr val="C99A1F"/>
                </a:solidFill>
                <a:latin typeface="신세계 Regular" panose="02000300000000000000" pitchFamily="50" charset="-127"/>
                <a:ea typeface="신세계 Regular" panose="02000300000000000000" pitchFamily="50" charset="-127"/>
                <a:cs typeface="GC 16 Mono" pitchFamily="34" charset="-120"/>
              </a:rPr>
              <a:t>PICOLITE BLACK</a:t>
            </a:r>
            <a:endParaRPr lang="en-US" sz="996" dirty="0">
              <a:latin typeface="신세계 Regular" panose="02000300000000000000" pitchFamily="50" charset="-127"/>
              <a:ea typeface="신세계 Regular" panose="02000300000000000000" pitchFamily="50" charset="-127"/>
            </a:endParaRPr>
          </a:p>
        </p:txBody>
      </p:sp>
      <p:sp>
        <p:nvSpPr>
          <p:cNvPr id="12" name="Text 9"/>
          <p:cNvSpPr/>
          <p:nvPr/>
        </p:nvSpPr>
        <p:spPr>
          <a:xfrm>
            <a:off x="3696259" y="3114000"/>
            <a:ext cx="5900499" cy="325223"/>
          </a:xfrm>
          <a:prstGeom prst="rect">
            <a:avLst/>
          </a:prstGeom>
          <a:noFill/>
          <a:ln/>
        </p:spPr>
        <p:txBody>
          <a:bodyPr wrap="square" lIns="21079" tIns="21079" rIns="21079" bIns="21079" rtlCol="0" anchor="t">
            <a:normAutofit fontScale="92500" lnSpcReduction="10000"/>
          </a:bodyPr>
          <a:lstStyle/>
          <a:p>
            <a:r>
              <a:rPr lang="ja-JP" sz="1911" b="1" dirty="0">
                <a:solidFill>
                  <a:srgbClr val="1A1A1A"/>
                </a:solidFill>
                <a:latin typeface="Noto Serif JP SemiBold"/>
                <a:ea typeface="Noto Serif JP SemiBold"/>
                <a:cs typeface="Sinsegye" pitchFamily="34" charset="-120"/>
              </a:rPr>
              <a:t>ピコライト ブラック</a:t>
            </a:r>
            <a:endParaRPr lang="en-US" sz="2116" dirty="0">
              <a:latin typeface="신세계 Regular" panose="02000300000000000000" pitchFamily="50" charset="-127"/>
              <a:ea typeface="신세계 Regular" panose="02000300000000000000" pitchFamily="50" charset="-127"/>
            </a:endParaRPr>
          </a:p>
        </p:txBody>
      </p:sp>
      <p:sp>
        <p:nvSpPr>
          <p:cNvPr id="13" name="Text 10"/>
          <p:cNvSpPr/>
          <p:nvPr/>
        </p:nvSpPr>
        <p:spPr>
          <a:xfrm>
            <a:off x="3696259" y="3491999"/>
            <a:ext cx="5525013" cy="790418"/>
          </a:xfrm>
          <a:prstGeom prst="rect">
            <a:avLst/>
          </a:prstGeom>
          <a:noFill/>
          <a:ln/>
        </p:spPr>
        <p:txBody>
          <a:bodyPr wrap="square" lIns="21079" tIns="21079" rIns="21079" bIns="21079" rtlCol="0" anchor="t">
            <a:normAutofit fontScale="92500" lnSpcReduction="10000"/>
          </a:bodyPr>
          <a:lstStyle/>
          <a:p>
            <a:pPr>
              <a:lnSpc>
                <a:spcPct val="149333"/>
              </a:lnSpc>
            </a:pPr>
            <a:r>
              <a:rPr lang="ja-JP" sz="1245" dirty="0">
                <a:solidFill>
                  <a:srgbClr val="555555"/>
                </a:solidFill>
                <a:latin typeface="Noto Serif JP SemiBold"/>
                <a:ea typeface="Noto Serif JP SemiBold"/>
                <a:cs typeface="Sinsegye" pitchFamily="34" charset="-120"/>
              </a:rPr>
              <a:t xml:space="preserve">1兆分の1秒単位の超短時間で瞬間エネルギーを照射するピコレーザー。 </a:t>
            </a:r>
          </a:p>
          <a:p>
            <a:pPr>
              <a:lnSpc>
                <a:spcPct val="149333"/>
              </a:lnSpc>
            </a:pPr>
            <a:r>
              <a:rPr lang="ja-JP" sz="1245" dirty="0">
                <a:solidFill>
                  <a:srgbClr val="555555"/>
                </a:solidFill>
                <a:latin typeface="Noto Serif JP SemiBold"/>
                <a:ea typeface="Noto Serif JP SemiBold"/>
                <a:cs typeface="Sinsegye" pitchFamily="34" charset="-120"/>
              </a:rPr>
              <a:t xml:space="preserve">従来のナノレーザーより少ない刺激で、色素疾患 · 毛穴 · ニキビ痕 · 肌トーンまで </a:t>
            </a:r>
          </a:p>
          <a:p>
            <a:pPr>
              <a:lnSpc>
                <a:spcPct val="149333"/>
              </a:lnSpc>
            </a:pPr>
            <a:r>
              <a:rPr lang="ja-JP" sz="1245" dirty="0">
                <a:solidFill>
                  <a:srgbClr val="555555"/>
                </a:solidFill>
                <a:latin typeface="Noto Serif JP SemiBold"/>
                <a:ea typeface="Noto Serif JP SemiBold"/>
                <a:cs typeface="Sinsegye" pitchFamily="34" charset="-120"/>
              </a:rPr>
              <a:t>精密かつ安全に改善します。</a:t>
            </a:r>
            <a:endParaRPr lang="en-US" sz="1245" dirty="0">
              <a:latin typeface="신세계 Regular" panose="02000300000000000000" pitchFamily="50" charset="-127"/>
              <a:ea typeface="신세계 Regular" panose="02000300000000000000" pitchFamily="50" charset="-127"/>
            </a:endParaRPr>
          </a:p>
        </p:txBody>
      </p:sp>
      <p:sp>
        <p:nvSpPr>
          <p:cNvPr id="14" name="Shape 11"/>
          <p:cNvSpPr/>
          <p:nvPr/>
        </p:nvSpPr>
        <p:spPr>
          <a:xfrm>
            <a:off x="3696259" y="4384800"/>
            <a:ext cx="1123188" cy="225849"/>
          </a:xfrm>
          <a:prstGeom prst="rect">
            <a:avLst/>
          </a:prstGeom>
          <a:ln w="6804">
            <a:solidFill>
              <a:srgbClr val="555555">
                <a:alpha val="22000"/>
              </a:srgbClr>
            </a:solidFill>
            <a:prstDash val="solid"/>
          </a:ln>
        </p:spPr>
      </p:sp>
      <p:sp>
        <p:nvSpPr>
          <p:cNvPr id="15" name="Text 12"/>
          <p:cNvSpPr/>
          <p:nvPr/>
        </p:nvSpPr>
        <p:spPr>
          <a:xfrm>
            <a:off x="3696259" y="4384800"/>
            <a:ext cx="1123188" cy="225849"/>
          </a:xfrm>
          <a:prstGeom prst="rect">
            <a:avLst/>
          </a:prstGeom>
          <a:noFill/>
          <a:ln/>
        </p:spPr>
        <p:txBody>
          <a:bodyPr wrap="none" lIns="0" tIns="0" rIns="0" bIns="0" rtlCol="0" anchor="ctr">
            <a:noAutofit/>
          </a:bodyPr>
          <a:lstStyle/>
          <a:p>
            <a:pPr algn="ctr"/>
            <a:r>
              <a:rPr lang="ja-JP" sz="996" dirty="0">
                <a:solidFill>
                  <a:srgbClr val="2498BD"/>
                </a:solidFill>
                <a:latin typeface="Noto Serif JP SemiBold"/>
                <a:ea typeface="Noto Serif JP SemiBold"/>
                <a:cs typeface="Sinsegye" pitchFamily="34" charset="-120"/>
              </a:rPr>
              <a:t>ピコトーニング</a:t>
            </a:r>
            <a:endParaRPr lang="en-US" sz="996" dirty="0">
              <a:latin typeface="신세계 Regular" panose="02000300000000000000" pitchFamily="50" charset="-127"/>
              <a:ea typeface="신세계 Regular" panose="02000300000000000000" pitchFamily="50" charset="-127"/>
            </a:endParaRPr>
          </a:p>
        </p:txBody>
      </p:sp>
      <p:sp>
        <p:nvSpPr>
          <p:cNvPr id="16" name="Shape 13"/>
          <p:cNvSpPr/>
          <p:nvPr/>
        </p:nvSpPr>
        <p:spPr>
          <a:xfrm>
            <a:off x="4901743" y="4384800"/>
            <a:ext cx="852495" cy="225849"/>
          </a:xfrm>
          <a:prstGeom prst="rect">
            <a:avLst/>
          </a:prstGeom>
          <a:ln w="6804">
            <a:solidFill>
              <a:srgbClr val="555555">
                <a:alpha val="22000"/>
              </a:srgbClr>
            </a:solidFill>
            <a:prstDash val="solid"/>
          </a:ln>
        </p:spPr>
      </p:sp>
      <p:sp>
        <p:nvSpPr>
          <p:cNvPr id="17" name="Text 14"/>
          <p:cNvSpPr/>
          <p:nvPr/>
        </p:nvSpPr>
        <p:spPr>
          <a:xfrm>
            <a:off x="4901743" y="4384800"/>
            <a:ext cx="852495" cy="225849"/>
          </a:xfrm>
          <a:prstGeom prst="rect">
            <a:avLst/>
          </a:prstGeom>
          <a:noFill/>
          <a:ln/>
        </p:spPr>
        <p:txBody>
          <a:bodyPr wrap="none" lIns="0" tIns="0" rIns="0" bIns="0" rtlCol="0" anchor="ctr">
            <a:noAutofit/>
          </a:bodyPr>
          <a:lstStyle/>
          <a:p>
            <a:pPr algn="ctr"/>
            <a:r>
              <a:rPr lang="ja-JP" sz="996" dirty="0">
                <a:solidFill>
                  <a:srgbClr val="2498BD"/>
                </a:solidFill>
                <a:latin typeface="Noto Serif JP SemiBold"/>
                <a:ea typeface="Noto Serif JP SemiBold"/>
                <a:cs typeface="Sinsegye" pitchFamily="34" charset="-120"/>
              </a:rPr>
              <a:t>肝斑 · シミ</a:t>
            </a:r>
            <a:endParaRPr lang="en-US" sz="996" dirty="0">
              <a:latin typeface="신세계 Regular" panose="02000300000000000000" pitchFamily="50" charset="-127"/>
              <a:ea typeface="신세계 Regular" panose="02000300000000000000" pitchFamily="50" charset="-127"/>
            </a:endParaRPr>
          </a:p>
        </p:txBody>
      </p:sp>
      <p:sp>
        <p:nvSpPr>
          <p:cNvPr id="18" name="Shape 15"/>
          <p:cNvSpPr/>
          <p:nvPr/>
        </p:nvSpPr>
        <p:spPr>
          <a:xfrm>
            <a:off x="5836534" y="4384800"/>
            <a:ext cx="1611447" cy="225849"/>
          </a:xfrm>
          <a:prstGeom prst="rect">
            <a:avLst/>
          </a:prstGeom>
          <a:ln w="6804">
            <a:solidFill>
              <a:srgbClr val="555555">
                <a:alpha val="22000"/>
              </a:srgbClr>
            </a:solidFill>
            <a:prstDash val="solid"/>
          </a:ln>
        </p:spPr>
      </p:sp>
      <p:sp>
        <p:nvSpPr>
          <p:cNvPr id="19" name="Text 16"/>
          <p:cNvSpPr/>
          <p:nvPr/>
        </p:nvSpPr>
        <p:spPr>
          <a:xfrm>
            <a:off x="5836534" y="4384800"/>
            <a:ext cx="1611447" cy="225849"/>
          </a:xfrm>
          <a:prstGeom prst="rect">
            <a:avLst/>
          </a:prstGeom>
          <a:noFill/>
          <a:ln/>
        </p:spPr>
        <p:txBody>
          <a:bodyPr wrap="none" lIns="0" tIns="0" rIns="0" bIns="0" rtlCol="0" anchor="ctr">
            <a:noAutofit/>
          </a:bodyPr>
          <a:lstStyle/>
          <a:p>
            <a:pPr algn="ctr"/>
            <a:r>
              <a:rPr lang="ja-JP" sz="996" dirty="0">
                <a:solidFill>
                  <a:srgbClr val="2498BD"/>
                </a:solidFill>
                <a:latin typeface="Noto Serif JP SemiBold"/>
                <a:ea typeface="Noto Serif JP SemiBold"/>
                <a:cs typeface="Sinsegye" pitchFamily="34" charset="-120"/>
              </a:rPr>
              <a:t>ホクロ · 老人性イボ除去</a:t>
            </a:r>
            <a:endParaRPr lang="en-US" sz="996" dirty="0">
              <a:latin typeface="신세계 Regular" panose="02000300000000000000" pitchFamily="50" charset="-127"/>
              <a:ea typeface="신세계 Regular" panose="02000300000000000000" pitchFamily="50" charset="-127"/>
            </a:endParaRPr>
          </a:p>
        </p:txBody>
      </p:sp>
      <p:sp>
        <p:nvSpPr>
          <p:cNvPr id="20" name="Shape 17"/>
          <p:cNvSpPr/>
          <p:nvPr/>
        </p:nvSpPr>
        <p:spPr>
          <a:xfrm>
            <a:off x="959560" y="6868799"/>
            <a:ext cx="8367881" cy="7905"/>
          </a:xfrm>
          <a:prstGeom prst="rect">
            <a:avLst/>
          </a:prstGeom>
          <a:solidFill>
            <a:srgbClr val="555555">
              <a:alpha val="12000"/>
            </a:srgbClr>
          </a:solidFill>
          <a:ln/>
        </p:spPr>
      </p:sp>
      <p:sp>
        <p:nvSpPr>
          <p:cNvPr id="21" name="Text 18"/>
          <p:cNvSpPr/>
          <p:nvPr/>
        </p:nvSpPr>
        <p:spPr>
          <a:xfrm>
            <a:off x="3696259" y="5022000"/>
            <a:ext cx="5900499" cy="184067"/>
          </a:xfrm>
          <a:prstGeom prst="rect">
            <a:avLst/>
          </a:prstGeom>
          <a:noFill/>
          <a:ln/>
        </p:spPr>
        <p:txBody>
          <a:bodyPr wrap="square" lIns="21079" tIns="21079" rIns="21079" bIns="21079" rtlCol="0" anchor="t">
            <a:normAutofit lnSpcReduction="10000"/>
          </a:bodyPr>
          <a:lstStyle/>
          <a:p>
            <a:r>
              <a:rPr lang="en-US" sz="996" kern="0" spc="219" dirty="0">
                <a:solidFill>
                  <a:srgbClr val="C99A1F"/>
                </a:solidFill>
                <a:latin typeface="신세계 Regular" panose="02000300000000000000" pitchFamily="50" charset="-127"/>
                <a:ea typeface="신세계 Regular" panose="02000300000000000000" pitchFamily="50" charset="-127"/>
                <a:cs typeface="GC 16 Mono" pitchFamily="34" charset="-120"/>
              </a:rPr>
              <a:t>CO2</a:t>
            </a:r>
            <a:endParaRPr lang="en-US" sz="996" dirty="0">
              <a:latin typeface="신세계 Regular" panose="02000300000000000000" pitchFamily="50" charset="-127"/>
              <a:ea typeface="신세계 Regular" panose="02000300000000000000" pitchFamily="50" charset="-127"/>
            </a:endParaRPr>
          </a:p>
        </p:txBody>
      </p:sp>
      <p:sp>
        <p:nvSpPr>
          <p:cNvPr id="22" name="Text 19"/>
          <p:cNvSpPr/>
          <p:nvPr/>
        </p:nvSpPr>
        <p:spPr>
          <a:xfrm>
            <a:off x="3696259" y="5256000"/>
            <a:ext cx="5900499" cy="325223"/>
          </a:xfrm>
          <a:prstGeom prst="rect">
            <a:avLst/>
          </a:prstGeom>
          <a:noFill/>
          <a:ln/>
        </p:spPr>
        <p:txBody>
          <a:bodyPr wrap="square" lIns="21079" tIns="21079" rIns="21079" bIns="21079" rtlCol="0" anchor="t">
            <a:normAutofit fontScale="92500" lnSpcReduction="10000"/>
          </a:bodyPr>
          <a:lstStyle/>
          <a:p>
            <a:r>
              <a:rPr lang="en-US" sz="2116" dirty="0">
                <a:latin typeface="신세계 Regular" panose="02000300000000000000" pitchFamily="50" charset="-127"/>
                <a:ea typeface="신세계 Regular" panose="02000300000000000000" pitchFamily="50" charset="-127"/>
              </a:rPr>
              <a:t>Co2</a:t>
            </a:r>
          </a:p>
        </p:txBody>
      </p:sp>
      <p:sp>
        <p:nvSpPr>
          <p:cNvPr id="23" name="Text 20"/>
          <p:cNvSpPr/>
          <p:nvPr/>
        </p:nvSpPr>
        <p:spPr>
          <a:xfrm>
            <a:off x="3696259" y="5633999"/>
            <a:ext cx="5525013" cy="537485"/>
          </a:xfrm>
          <a:prstGeom prst="rect">
            <a:avLst/>
          </a:prstGeom>
          <a:noFill/>
          <a:ln/>
        </p:spPr>
        <p:txBody>
          <a:bodyPr wrap="square" lIns="21079" tIns="21079" rIns="21079" bIns="21079" rtlCol="0" anchor="t">
            <a:noAutofit/>
          </a:bodyPr>
          <a:lstStyle/>
          <a:p>
            <a:pPr>
              <a:lnSpc>
                <a:spcPct val="149333"/>
              </a:lnSpc>
            </a:pPr>
            <a:r>
              <a:rPr lang="ja-JP" sz="1200" dirty="0">
                <a:solidFill>
                  <a:srgbClr val="555555"/>
                </a:solidFill>
                <a:latin typeface="Noto Serif JP SemiBold"/>
                <a:ea typeface="Noto Serif JP SemiBold"/>
                <a:cs typeface="Sinsegye" pitchFamily="34" charset="-120"/>
              </a:rPr>
              <a:t>病変組織を精密に気化・切除するレーザーです。ホクロ、稗粒腫、老人性イボ、扁平イボなど、さまざまな表在性皮膚病変の除去と肌表面の再生治療に用いられます。</a:t>
            </a:r>
            <a:endParaRPr lang="en-US" sz="1200" dirty="0">
              <a:latin typeface="신세계 Regular" panose="02000300000000000000" pitchFamily="50" charset="-127"/>
              <a:ea typeface="신세계 Regular" panose="02000300000000000000" pitchFamily="50" charset="-127"/>
            </a:endParaRPr>
          </a:p>
        </p:txBody>
      </p:sp>
      <p:sp>
        <p:nvSpPr>
          <p:cNvPr id="24" name="Shape 21"/>
          <p:cNvSpPr/>
          <p:nvPr/>
        </p:nvSpPr>
        <p:spPr>
          <a:xfrm>
            <a:off x="3703417" y="6526800"/>
            <a:ext cx="1037844" cy="225849"/>
          </a:xfrm>
          <a:prstGeom prst="rect">
            <a:avLst/>
          </a:prstGeom>
          <a:ln w="6804">
            <a:solidFill>
              <a:srgbClr val="555555">
                <a:alpha val="22000"/>
              </a:srgbClr>
            </a:solidFill>
            <a:prstDash val="solid"/>
          </a:ln>
        </p:spPr>
      </p:sp>
      <p:sp>
        <p:nvSpPr>
          <p:cNvPr id="25" name="Text 22"/>
          <p:cNvSpPr/>
          <p:nvPr/>
        </p:nvSpPr>
        <p:spPr>
          <a:xfrm>
            <a:off x="3703417" y="6526800"/>
            <a:ext cx="1037844" cy="225849"/>
          </a:xfrm>
          <a:prstGeom prst="rect">
            <a:avLst/>
          </a:prstGeom>
          <a:noFill/>
          <a:ln/>
        </p:spPr>
        <p:txBody>
          <a:bodyPr wrap="none" lIns="0" tIns="0" rIns="0" bIns="0" rtlCol="0" anchor="ctr">
            <a:noAutofit/>
          </a:bodyPr>
          <a:lstStyle/>
          <a:p>
            <a:pPr algn="ctr"/>
            <a:r>
              <a:rPr lang="ja-JP" sz="900" dirty="0">
                <a:solidFill>
                  <a:srgbClr val="2498BD"/>
                </a:solidFill>
                <a:latin typeface="Noto Serif JP SemiBold"/>
                <a:ea typeface="Noto Serif JP SemiBold"/>
                <a:cs typeface="Sinsegye" pitchFamily="34" charset="-120"/>
              </a:rPr>
              <a:t xml:space="preserve">ホクロ・稗粒腫 </a:t>
            </a:r>
            <a:endParaRPr lang="en-US" sz="900" dirty="0">
              <a:latin typeface="신세계 Regular" panose="02000300000000000000" pitchFamily="50" charset="-127"/>
              <a:ea typeface="신세계 Regular" panose="02000300000000000000" pitchFamily="50" charset="-127"/>
            </a:endParaRPr>
          </a:p>
        </p:txBody>
      </p:sp>
      <p:sp>
        <p:nvSpPr>
          <p:cNvPr id="26" name="Shape 23"/>
          <p:cNvSpPr/>
          <p:nvPr/>
        </p:nvSpPr>
        <p:spPr>
          <a:xfrm>
            <a:off x="4823557" y="6526800"/>
            <a:ext cx="1152144" cy="225849"/>
          </a:xfrm>
          <a:prstGeom prst="rect">
            <a:avLst/>
          </a:prstGeom>
          <a:ln w="6804">
            <a:solidFill>
              <a:srgbClr val="555555">
                <a:alpha val="22000"/>
              </a:srgbClr>
            </a:solidFill>
            <a:prstDash val="solid"/>
          </a:ln>
        </p:spPr>
      </p:sp>
      <p:sp>
        <p:nvSpPr>
          <p:cNvPr id="27" name="Text 24"/>
          <p:cNvSpPr/>
          <p:nvPr/>
        </p:nvSpPr>
        <p:spPr>
          <a:xfrm>
            <a:off x="4823557" y="6526800"/>
            <a:ext cx="1152144" cy="225849"/>
          </a:xfrm>
          <a:prstGeom prst="rect">
            <a:avLst/>
          </a:prstGeom>
          <a:noFill/>
          <a:ln/>
        </p:spPr>
        <p:txBody>
          <a:bodyPr wrap="none" lIns="0" tIns="0" rIns="0" bIns="0" rtlCol="0" anchor="ctr">
            <a:noAutofit/>
          </a:bodyPr>
          <a:lstStyle/>
          <a:p>
            <a:pPr algn="ctr"/>
            <a:r>
              <a:rPr lang="ja-JP" sz="900" dirty="0">
                <a:solidFill>
                  <a:srgbClr val="2498BD"/>
                </a:solidFill>
                <a:latin typeface="Noto Serif JP SemiBold"/>
                <a:ea typeface="Noto Serif JP SemiBold"/>
                <a:cs typeface="Sinsegye" pitchFamily="34" charset="-120"/>
              </a:rPr>
              <a:t>老人性イボ・イボ</a:t>
            </a:r>
            <a:endParaRPr lang="en-US" sz="900" dirty="0">
              <a:latin typeface="신세계 Regular" panose="02000300000000000000" pitchFamily="50" charset="-127"/>
              <a:ea typeface="신세계 Regular" panose="02000300000000000000" pitchFamily="50" charset="-127"/>
            </a:endParaRPr>
          </a:p>
        </p:txBody>
      </p:sp>
      <p:sp>
        <p:nvSpPr>
          <p:cNvPr id="28" name="Shape 25"/>
          <p:cNvSpPr/>
          <p:nvPr/>
        </p:nvSpPr>
        <p:spPr>
          <a:xfrm>
            <a:off x="6057997" y="6526800"/>
            <a:ext cx="1037844" cy="225849"/>
          </a:xfrm>
          <a:prstGeom prst="rect">
            <a:avLst/>
          </a:prstGeom>
          <a:ln w="6804">
            <a:solidFill>
              <a:srgbClr val="555555">
                <a:alpha val="22000"/>
              </a:srgbClr>
            </a:solidFill>
            <a:prstDash val="solid"/>
          </a:ln>
        </p:spPr>
      </p:sp>
      <p:sp>
        <p:nvSpPr>
          <p:cNvPr id="29" name="Text 26"/>
          <p:cNvSpPr/>
          <p:nvPr/>
        </p:nvSpPr>
        <p:spPr>
          <a:xfrm>
            <a:off x="6057997" y="6526800"/>
            <a:ext cx="1037844" cy="225849"/>
          </a:xfrm>
          <a:prstGeom prst="rect">
            <a:avLst/>
          </a:prstGeom>
          <a:noFill/>
          <a:ln/>
        </p:spPr>
        <p:txBody>
          <a:bodyPr wrap="none" lIns="0" tIns="0" rIns="0" bIns="0" rtlCol="0" anchor="ctr">
            <a:noAutofit/>
          </a:bodyPr>
          <a:lstStyle/>
          <a:p>
            <a:pPr algn="ctr"/>
            <a:r>
              <a:rPr lang="ja-JP" sz="900" dirty="0">
                <a:solidFill>
                  <a:srgbClr val="2498BD"/>
                </a:solidFill>
                <a:latin typeface="Noto Serif JP SemiBold"/>
                <a:ea typeface="Noto Serif JP SemiBold"/>
                <a:cs typeface="Sinsegye" pitchFamily="34" charset="-120"/>
              </a:rPr>
              <a:t>皮膚病変の除去</a:t>
            </a:r>
            <a:endParaRPr lang="en-US" sz="900" dirty="0">
              <a:latin typeface="신세계 Regular" panose="02000300000000000000" pitchFamily="50" charset="-127"/>
              <a:ea typeface="신세계 Regular" panose="02000300000000000000" pitchFamily="50" charset="-127"/>
            </a:endParaRPr>
          </a:p>
        </p:txBody>
      </p:sp>
      <p:sp>
        <p:nvSpPr>
          <p:cNvPr id="30" name="Text 27"/>
          <p:cNvSpPr/>
          <p:nvPr/>
        </p:nvSpPr>
        <p:spPr>
          <a:xfrm>
            <a:off x="3692212" y="7163999"/>
            <a:ext cx="5900499" cy="184067"/>
          </a:xfrm>
          <a:prstGeom prst="rect">
            <a:avLst/>
          </a:prstGeom>
          <a:noFill/>
          <a:ln/>
        </p:spPr>
        <p:txBody>
          <a:bodyPr wrap="square" lIns="21079" tIns="21079" rIns="21079" bIns="21079" rtlCol="0" anchor="t">
            <a:normAutofit lnSpcReduction="10000"/>
          </a:bodyPr>
          <a:lstStyle/>
          <a:p>
            <a:r>
              <a:rPr lang="en-US" sz="996" kern="0" spc="219" dirty="0">
                <a:solidFill>
                  <a:srgbClr val="C99A1F"/>
                </a:solidFill>
                <a:latin typeface="신세계 Regular" panose="02000300000000000000" pitchFamily="50" charset="-127"/>
                <a:ea typeface="신세계 Regular" panose="02000300000000000000" pitchFamily="50" charset="-127"/>
                <a:cs typeface="GC 16 Mono" pitchFamily="34" charset="-120"/>
              </a:rPr>
              <a:t>POTENZA</a:t>
            </a:r>
            <a:endParaRPr lang="en-US" sz="996" dirty="0">
              <a:latin typeface="신세계 Regular" panose="02000300000000000000" pitchFamily="50" charset="-127"/>
              <a:ea typeface="신세계 Regular" panose="02000300000000000000" pitchFamily="50" charset="-127"/>
            </a:endParaRPr>
          </a:p>
        </p:txBody>
      </p:sp>
      <p:sp>
        <p:nvSpPr>
          <p:cNvPr id="31" name="Text 28"/>
          <p:cNvSpPr/>
          <p:nvPr/>
        </p:nvSpPr>
        <p:spPr>
          <a:xfrm>
            <a:off x="3692212" y="7397999"/>
            <a:ext cx="5900499" cy="325223"/>
          </a:xfrm>
          <a:prstGeom prst="rect">
            <a:avLst/>
          </a:prstGeom>
          <a:noFill/>
          <a:ln/>
        </p:spPr>
        <p:txBody>
          <a:bodyPr wrap="square" lIns="21079" tIns="21079" rIns="21079" bIns="21079" rtlCol="0" anchor="t">
            <a:normAutofit fontScale="92500" lnSpcReduction="10000"/>
          </a:bodyPr>
          <a:lstStyle/>
          <a:p>
            <a:r>
              <a:rPr lang="ja-JP" sz="1671" b="1" dirty="0">
                <a:solidFill>
                  <a:srgbClr val="1A1A1A"/>
                </a:solidFill>
                <a:latin typeface="Noto Serif JP SemiBold"/>
                <a:ea typeface="Noto Serif JP SemiBold"/>
                <a:cs typeface="Sinsegye" pitchFamily="34" charset="-120"/>
              </a:rPr>
              <a:t>ポテンツァ</a:t>
            </a:r>
            <a:endParaRPr lang="en-US" sz="2116" dirty="0">
              <a:latin typeface="신세계 Regular" panose="02000300000000000000" pitchFamily="50" charset="-127"/>
              <a:ea typeface="신세계 Regular" panose="02000300000000000000" pitchFamily="50" charset="-127"/>
            </a:endParaRPr>
          </a:p>
        </p:txBody>
      </p:sp>
      <p:sp>
        <p:nvSpPr>
          <p:cNvPr id="32" name="Text 29"/>
          <p:cNvSpPr/>
          <p:nvPr/>
        </p:nvSpPr>
        <p:spPr>
          <a:xfrm>
            <a:off x="3692212" y="7775999"/>
            <a:ext cx="5525013" cy="1332164"/>
          </a:xfrm>
          <a:prstGeom prst="rect">
            <a:avLst/>
          </a:prstGeom>
          <a:noFill/>
          <a:ln/>
        </p:spPr>
        <p:txBody>
          <a:bodyPr wrap="square" lIns="21079" tIns="21079" rIns="21079" bIns="21079" rtlCol="0" anchor="t">
            <a:noAutofit/>
          </a:bodyPr>
          <a:lstStyle/>
          <a:p>
            <a:pPr>
              <a:lnSpc>
                <a:spcPct val="149333"/>
              </a:lnSpc>
            </a:pPr>
            <a:r>
              <a:rPr lang="ja-JP" sz="1200" dirty="0">
                <a:solidFill>
                  <a:srgbClr val="555555"/>
                </a:solidFill>
                <a:latin typeface="Noto Serif JP SemiBold"/>
                <a:ea typeface="Noto Serif JP SemiBold"/>
                <a:cs typeface="Sinsegye" pitchFamily="34" charset="-120"/>
              </a:rPr>
              <a:t xml:space="preserve">マイクロニードルが肌に入り、狙った深さに高周波（RF）エネルギーを </a:t>
            </a:r>
            <a:endParaRPr lang="en-US" altLang="ko-KR" sz="1200" dirty="0">
              <a:solidFill>
                <a:srgbClr val="555555"/>
              </a:solidFill>
              <a:latin typeface="신세계 Regular" panose="02000300000000000000" pitchFamily="50" charset="-127"/>
              <a:ea typeface="신세계 Regular" panose="02000300000000000000" pitchFamily="50" charset="-127"/>
              <a:cs typeface="Sinsegye" pitchFamily="34" charset="-120"/>
            </a:endParaRPr>
          </a:p>
          <a:p>
            <a:pPr>
              <a:lnSpc>
                <a:spcPct val="149333"/>
              </a:lnSpc>
            </a:pPr>
            <a:r>
              <a:rPr lang="ja-JP" sz="1200" dirty="0">
                <a:solidFill>
                  <a:srgbClr val="555555"/>
                </a:solidFill>
                <a:latin typeface="Noto Serif JP SemiBold"/>
                <a:ea typeface="Noto Serif JP SemiBold"/>
                <a:cs typeface="Sinsegye" pitchFamily="34" charset="-120"/>
              </a:rPr>
              <a:t>届ける機器です。多様なチップとモードで毛穴・ニキビ痕・肌質・</a:t>
            </a:r>
          </a:p>
          <a:p>
            <a:pPr>
              <a:lnSpc>
                <a:spcPct val="149333"/>
              </a:lnSpc>
            </a:pPr>
            <a:r>
              <a:rPr lang="ja-JP" sz="1200" dirty="0">
                <a:solidFill>
                  <a:srgbClr val="555555"/>
                </a:solidFill>
                <a:latin typeface="Noto Serif JP SemiBold"/>
                <a:ea typeface="Noto Serif JP SemiBold"/>
                <a:cs typeface="Sinsegye" pitchFamily="34" charset="-120"/>
              </a:rPr>
              <a:t>ハリの改善をサポートし、スキンブースター施術との併用も可能です。</a:t>
            </a:r>
            <a:endParaRPr lang="en-US" sz="1200" dirty="0">
              <a:latin typeface="신세계 Regular" panose="02000300000000000000" pitchFamily="50" charset="-127"/>
              <a:ea typeface="신세계 Regular" panose="02000300000000000000" pitchFamily="50" charset="-127"/>
            </a:endParaRPr>
          </a:p>
        </p:txBody>
      </p:sp>
      <p:sp>
        <p:nvSpPr>
          <p:cNvPr id="33" name="Shape 30"/>
          <p:cNvSpPr/>
          <p:nvPr/>
        </p:nvSpPr>
        <p:spPr>
          <a:xfrm>
            <a:off x="3692213" y="8668800"/>
            <a:ext cx="1123188" cy="225849"/>
          </a:xfrm>
          <a:prstGeom prst="rect">
            <a:avLst/>
          </a:prstGeom>
          <a:ln w="6804">
            <a:solidFill>
              <a:srgbClr val="555555">
                <a:alpha val="22000"/>
              </a:srgbClr>
            </a:solidFill>
            <a:prstDash val="solid"/>
          </a:ln>
        </p:spPr>
      </p:sp>
      <p:sp>
        <p:nvSpPr>
          <p:cNvPr id="34" name="Text 31"/>
          <p:cNvSpPr/>
          <p:nvPr/>
        </p:nvSpPr>
        <p:spPr>
          <a:xfrm>
            <a:off x="3692213" y="8668800"/>
            <a:ext cx="1123188" cy="225849"/>
          </a:xfrm>
          <a:prstGeom prst="rect">
            <a:avLst/>
          </a:prstGeom>
          <a:noFill/>
          <a:ln/>
        </p:spPr>
        <p:txBody>
          <a:bodyPr wrap="none" lIns="0" tIns="0" rIns="0" bIns="0" rtlCol="0" anchor="ctr">
            <a:noAutofit/>
          </a:bodyPr>
          <a:lstStyle/>
          <a:p>
            <a:pPr algn="ctr"/>
            <a:r>
              <a:rPr lang="ja-JP" sz="996" dirty="0">
                <a:solidFill>
                  <a:srgbClr val="2498BD"/>
                </a:solidFill>
                <a:latin typeface="Noto Serif JP SemiBold"/>
                <a:ea typeface="Noto Serif JP SemiBold"/>
                <a:cs typeface="Sinsegye" pitchFamily="34" charset="-120"/>
              </a:rPr>
              <a:t>毛穴・ニキビ痕</a:t>
            </a:r>
            <a:endParaRPr lang="en-US" sz="996" dirty="0">
              <a:latin typeface="신세계 Regular" panose="02000300000000000000" pitchFamily="50" charset="-127"/>
              <a:ea typeface="신세계 Regular" panose="02000300000000000000" pitchFamily="50" charset="-127"/>
            </a:endParaRPr>
          </a:p>
        </p:txBody>
      </p:sp>
      <p:sp>
        <p:nvSpPr>
          <p:cNvPr id="35" name="Shape 32"/>
          <p:cNvSpPr/>
          <p:nvPr/>
        </p:nvSpPr>
        <p:spPr>
          <a:xfrm>
            <a:off x="4897697" y="8668800"/>
            <a:ext cx="809244" cy="225849"/>
          </a:xfrm>
          <a:prstGeom prst="rect">
            <a:avLst/>
          </a:prstGeom>
          <a:ln w="6804">
            <a:solidFill>
              <a:srgbClr val="555555">
                <a:alpha val="22000"/>
              </a:srgbClr>
            </a:solidFill>
            <a:prstDash val="solid"/>
          </a:ln>
        </p:spPr>
      </p:sp>
      <p:sp>
        <p:nvSpPr>
          <p:cNvPr id="36" name="Text 33"/>
          <p:cNvSpPr/>
          <p:nvPr/>
        </p:nvSpPr>
        <p:spPr>
          <a:xfrm>
            <a:off x="4897697" y="8668800"/>
            <a:ext cx="809244" cy="225849"/>
          </a:xfrm>
          <a:prstGeom prst="rect">
            <a:avLst/>
          </a:prstGeom>
          <a:noFill/>
          <a:ln/>
        </p:spPr>
        <p:txBody>
          <a:bodyPr wrap="none" lIns="0" tIns="0" rIns="0" bIns="0" rtlCol="0" anchor="ctr">
            <a:noAutofit/>
          </a:bodyPr>
          <a:lstStyle/>
          <a:p>
            <a:pPr algn="ctr"/>
            <a:r>
              <a:rPr lang="ja-JP" sz="900" dirty="0">
                <a:solidFill>
                  <a:srgbClr val="2498BD"/>
                </a:solidFill>
                <a:latin typeface="Noto Serif JP SemiBold"/>
                <a:ea typeface="Noto Serif JP SemiBold"/>
                <a:cs typeface="Sinsegye" pitchFamily="34" charset="-120"/>
              </a:rPr>
              <a:t>肌質・ハリ</a:t>
            </a:r>
            <a:endParaRPr lang="en-US" sz="900" dirty="0">
              <a:latin typeface="신세계 Regular" panose="02000300000000000000" pitchFamily="50" charset="-127"/>
              <a:ea typeface="신세계 Regular" panose="02000300000000000000" pitchFamily="50" charset="-127"/>
            </a:endParaRPr>
          </a:p>
        </p:txBody>
      </p:sp>
      <p:sp>
        <p:nvSpPr>
          <p:cNvPr id="37" name="Shape 34"/>
          <p:cNvSpPr/>
          <p:nvPr/>
        </p:nvSpPr>
        <p:spPr>
          <a:xfrm>
            <a:off x="5789237" y="8668800"/>
            <a:ext cx="1380744" cy="225849"/>
          </a:xfrm>
          <a:prstGeom prst="rect">
            <a:avLst/>
          </a:prstGeom>
          <a:ln w="6804">
            <a:solidFill>
              <a:srgbClr val="555555">
                <a:alpha val="22000"/>
              </a:srgbClr>
            </a:solidFill>
            <a:prstDash val="solid"/>
          </a:ln>
        </p:spPr>
      </p:sp>
      <p:sp>
        <p:nvSpPr>
          <p:cNvPr id="38" name="Text 35"/>
          <p:cNvSpPr/>
          <p:nvPr/>
        </p:nvSpPr>
        <p:spPr>
          <a:xfrm>
            <a:off x="5789237" y="8668800"/>
            <a:ext cx="1380744" cy="225849"/>
          </a:xfrm>
          <a:prstGeom prst="rect">
            <a:avLst/>
          </a:prstGeom>
          <a:noFill/>
          <a:ln/>
        </p:spPr>
        <p:txBody>
          <a:bodyPr wrap="none" lIns="0" tIns="0" rIns="0" bIns="0" rtlCol="0" anchor="ctr">
            <a:noAutofit/>
          </a:bodyPr>
          <a:lstStyle/>
          <a:p>
            <a:pPr algn="ctr"/>
            <a:r>
              <a:rPr lang="ja-JP" sz="900" dirty="0">
                <a:solidFill>
                  <a:srgbClr val="2498BD"/>
                </a:solidFill>
                <a:latin typeface="Noto Serif JP SemiBold"/>
                <a:ea typeface="Noto Serif JP SemiBold"/>
                <a:cs typeface="Sinsegye" pitchFamily="34" charset="-120"/>
              </a:rPr>
              <a:t>スキンブースター導入</a:t>
            </a:r>
            <a:endParaRPr lang="en-US" sz="900" dirty="0">
              <a:latin typeface="신세계 Regular" panose="02000300000000000000" pitchFamily="50" charset="-127"/>
              <a:ea typeface="신세계 Regular" panose="02000300000000000000" pitchFamily="50" charset="-127"/>
            </a:endParaRPr>
          </a:p>
        </p:txBody>
      </p:sp>
      <p:sp>
        <p:nvSpPr>
          <p:cNvPr id="42" name="Text 3">
            <a:extLst>
              <a:ext uri="{FF2B5EF4-FFF2-40B4-BE49-F238E27FC236}">
                <a16:creationId xmlns:a16="http://schemas.microsoft.com/office/drawing/2014/main" id="{400A6657-6F48-ADE3-DB13-1E62AC0C71C0}"/>
              </a:ext>
            </a:extLst>
          </p:cNvPr>
          <p:cNvSpPr/>
          <p:nvPr/>
        </p:nvSpPr>
        <p:spPr>
          <a:xfrm>
            <a:off x="-514350" y="870569"/>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LASER DEVICE</a:t>
            </a:r>
            <a:endParaRPr lang="en-US" sz="1050" dirty="0">
              <a:latin typeface="신세계 Regular" panose="02000300000000000000" pitchFamily="50" charset="-127"/>
              <a:ea typeface="신세계 Regular" panose="02000300000000000000" pitchFamily="50" charset="-127"/>
            </a:endParaRPr>
          </a:p>
        </p:txBody>
      </p:sp>
      <p:sp>
        <p:nvSpPr>
          <p:cNvPr id="44" name="Text 4">
            <a:extLst>
              <a:ext uri="{FF2B5EF4-FFF2-40B4-BE49-F238E27FC236}">
                <a16:creationId xmlns:a16="http://schemas.microsoft.com/office/drawing/2014/main" id="{A663DAAC-9F0E-D76E-F04A-1CA202856152}"/>
              </a:ext>
            </a:extLst>
          </p:cNvPr>
          <p:cNvSpPr/>
          <p:nvPr/>
        </p:nvSpPr>
        <p:spPr>
          <a:xfrm>
            <a:off x="-514350" y="1071912"/>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3014" b="1" kern="0" spc="-63" dirty="0">
                <a:solidFill>
                  <a:srgbClr val="2498BD"/>
                </a:solidFill>
                <a:latin typeface="Noto Serif JP SemiBold"/>
                <a:ea typeface="Noto Serif JP SemiBold"/>
                <a:cs typeface="Sinsegye" pitchFamily="34" charset="-120"/>
              </a:rPr>
              <a:t>レーザー機器</a:t>
            </a:r>
            <a:endParaRPr lang="en-US" sz="3150" dirty="0">
              <a:latin typeface="신세계 Regular" panose="02000300000000000000" pitchFamily="50" charset="-127"/>
              <a:ea typeface="신세계 Regular" panose="02000300000000000000" pitchFamily="50" charset="-127"/>
            </a:endParaRPr>
          </a:p>
        </p:txBody>
      </p:sp>
      <p:sp>
        <p:nvSpPr>
          <p:cNvPr id="46" name="Text 5">
            <a:extLst>
              <a:ext uri="{FF2B5EF4-FFF2-40B4-BE49-F238E27FC236}">
                <a16:creationId xmlns:a16="http://schemas.microsoft.com/office/drawing/2014/main" id="{7E90CE31-A7BE-6A9D-AF73-C05029D04989}"/>
              </a:ext>
            </a:extLst>
          </p:cNvPr>
          <p:cNvSpPr/>
          <p:nvPr/>
        </p:nvSpPr>
        <p:spPr>
          <a:xfrm>
            <a:off x="-514350" y="1545398"/>
            <a:ext cx="11315700" cy="276225"/>
          </a:xfrm>
          <a:prstGeom prst="rect">
            <a:avLst/>
          </a:prstGeom>
          <a:noFill/>
          <a:ln/>
        </p:spPr>
        <p:txBody>
          <a:bodyPr wrap="square" lIns="25400" tIns="25400" rIns="25400" bIns="25400" rtlCol="0" anchor="t">
            <a:normAutofit/>
          </a:bodyPr>
          <a:lstStyle/>
          <a:p>
            <a:pPr algn="ctr"/>
            <a:r>
              <a:rPr lang="ja-JP" sz="1151" dirty="0">
                <a:solidFill>
                  <a:srgbClr val="6E6E6E"/>
                </a:solidFill>
                <a:latin typeface="Noto Serif JP SemiBold"/>
                <a:ea typeface="Noto Serif JP SemiBold"/>
                <a:cs typeface="Arial" pitchFamily="34" charset="-120"/>
              </a:rPr>
              <a:t>肝斑/シミ · 赤ら顔 · 毛穴/ニキビ痕 · 脱毛</a:t>
            </a:r>
            <a:endParaRPr lang="en-US" altLang="ko-KR" sz="1275" dirty="0">
              <a:latin typeface="신세계 Regular" panose="02000300000000000000" pitchFamily="50" charset="-127"/>
              <a:ea typeface="신세계 Regular" panose="02000300000000000000" pitchFamily="50" charset="-127"/>
            </a:endParaRPr>
          </a:p>
        </p:txBody>
      </p:sp>
      <p:sp>
        <p:nvSpPr>
          <p:cNvPr id="47" name="직사각형 46">
            <a:extLst>
              <a:ext uri="{FF2B5EF4-FFF2-40B4-BE49-F238E27FC236}">
                <a16:creationId xmlns:a16="http://schemas.microsoft.com/office/drawing/2014/main" id="{4D2E024A-8258-FA04-99BC-D067A9E87B7D}"/>
              </a:ext>
            </a:extLst>
          </p:cNvPr>
          <p:cNvSpPr/>
          <p:nvPr/>
        </p:nvSpPr>
        <p:spPr>
          <a:xfrm>
            <a:off x="1016176" y="2700000"/>
            <a:ext cx="1908000" cy="1908000"/>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a:extLst>
              <a:ext uri="{FF2B5EF4-FFF2-40B4-BE49-F238E27FC236}">
                <a16:creationId xmlns:a16="http://schemas.microsoft.com/office/drawing/2014/main" id="{9D500FF6-2B65-31BF-F85E-6A79A6A3FD6A}"/>
              </a:ext>
            </a:extLst>
          </p:cNvPr>
          <p:cNvSpPr/>
          <p:nvPr/>
        </p:nvSpPr>
        <p:spPr>
          <a:xfrm>
            <a:off x="1016176" y="6983999"/>
            <a:ext cx="1908000" cy="1908000"/>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BBL Divider"/>
          <p:cNvSpPr/>
          <p:nvPr/>
        </p:nvSpPr>
        <p:spPr>
          <a:xfrm>
            <a:off x="959560" y="9010800"/>
            <a:ext cx="8367881" cy="7905"/>
          </a:xfrm>
          <a:prstGeom prst="rect">
            <a:avLst/>
          </a:prstGeom>
          <a:solidFill>
            <a:srgbClr val="555555">
              <a:alpha val="12000"/>
            </a:srgbClr>
          </a:solidFill>
          <a:ln/>
        </p:spPr>
      </p:sp>
      <p:sp>
        <p:nvSpPr>
          <p:cNvPr id="102" name="BBL Label"/>
          <p:cNvSpPr/>
          <p:nvPr/>
        </p:nvSpPr>
        <p:spPr>
          <a:xfrm>
            <a:off x="3696259" y="9306000"/>
            <a:ext cx="5900499" cy="184067"/>
          </a:xfrm>
          <a:prstGeom prst="rect">
            <a:avLst/>
          </a:prstGeom>
          <a:noFill/>
          <a:ln/>
        </p:spPr>
        <p:txBody>
          <a:bodyPr wrap="square" lIns="21079" tIns="21079" rIns="21079" bIns="21079" rtlCol="0" anchor="t">
            <a:normAutofit lnSpcReduction="10000"/>
          </a:bodyPr>
          <a:lstStyle/>
          <a:p>
            <a:r>
              <a:rPr lang="en-US" sz="996" kern="0" spc="219" dirty="0">
                <a:solidFill>
                  <a:srgbClr val="C99A1F"/>
                </a:solidFill>
                <a:latin typeface="신세계 Regular" panose="02000300000000000000" pitchFamily="50" charset="-127"/>
                <a:ea typeface="신세계 Regular" panose="02000300000000000000" pitchFamily="50" charset="-127"/>
                <a:cs typeface="GC 16 Mono" pitchFamily="34" charset="-120"/>
              </a:rPr>
              <a:t>BROADBAND LIGHT</a:t>
            </a:r>
            <a:endParaRPr lang="en-US" sz="996" dirty="0">
              <a:latin typeface="신세계 Regular" panose="02000300000000000000" pitchFamily="50" charset="-127"/>
              <a:ea typeface="신세계 Regular" panose="02000300000000000000" pitchFamily="50" charset="-127"/>
            </a:endParaRPr>
          </a:p>
        </p:txBody>
      </p:sp>
      <p:sp>
        <p:nvSpPr>
          <p:cNvPr id="103" name="BBL Name"/>
          <p:cNvSpPr/>
          <p:nvPr/>
        </p:nvSpPr>
        <p:spPr>
          <a:xfrm>
            <a:off x="3696259" y="9540000"/>
            <a:ext cx="5900499" cy="325223"/>
          </a:xfrm>
          <a:prstGeom prst="rect">
            <a:avLst/>
          </a:prstGeom>
          <a:noFill/>
          <a:ln/>
        </p:spPr>
        <p:txBody>
          <a:bodyPr wrap="square" lIns="21079" tIns="21079" rIns="21079" bIns="21079" rtlCol="0" anchor="t">
            <a:normAutofit fontScale="92500" lnSpcReduction="10000"/>
          </a:bodyPr>
          <a:lstStyle/>
          <a:p>
            <a:r>
              <a:rPr lang="en-US" sz="2116" b="1" dirty="0">
                <a:latin typeface="신세계 Regular" panose="02000300000000000000" pitchFamily="50" charset="-127"/>
                <a:ea typeface="신세계 Regular" panose="02000300000000000000" pitchFamily="50" charset="-127"/>
              </a:rPr>
              <a:t>BBL</a:t>
            </a:r>
          </a:p>
        </p:txBody>
      </p:sp>
      <p:sp>
        <p:nvSpPr>
          <p:cNvPr id="104" name="BBL Desc"/>
          <p:cNvSpPr/>
          <p:nvPr/>
        </p:nvSpPr>
        <p:spPr>
          <a:xfrm>
            <a:off x="3696259" y="9918000"/>
            <a:ext cx="5525013" cy="537485"/>
          </a:xfrm>
          <a:prstGeom prst="rect">
            <a:avLst/>
          </a:prstGeom>
          <a:noFill/>
          <a:ln/>
        </p:spPr>
        <p:txBody>
          <a:bodyPr wrap="square" lIns="21079" tIns="21079" rIns="21079" bIns="21079" rtlCol="0" anchor="t">
            <a:noAutofit/>
          </a:bodyPr>
          <a:lstStyle/>
          <a:p>
            <a:pPr>
              <a:lnSpc>
                <a:spcPct val="149333"/>
              </a:lnSpc>
            </a:pPr>
            <a:r>
              <a:rPr lang="ja-JP" sz="1200" dirty="0">
                <a:solidFill>
                  <a:srgbClr val="555555"/>
                </a:solidFill>
                <a:latin typeface="Noto Serif JP SemiBold"/>
                <a:ea typeface="Noto Serif JP SemiBold"/>
                <a:cs typeface="Sinsegye" pitchFamily="34" charset="-120"/>
              </a:rPr>
              <a:t>幅広い波長の光エネルギー（BroadBand Light）を肌の深さごとに届ける光治療機器です。肝斑・シミなどの色素と赤ら顔・血管病変を同時に改善し、肌のトーンとキメを透明感のある均一な状態に整えます。</a:t>
            </a:r>
            <a:endParaRPr lang="en-US" sz="1200" dirty="0">
              <a:latin typeface="신세계 Regular" panose="02000300000000000000" pitchFamily="50" charset="-127"/>
              <a:ea typeface="신세계 Regular" panose="02000300000000000000" pitchFamily="50" charset="-127"/>
            </a:endParaRPr>
          </a:p>
        </p:txBody>
      </p:sp>
      <p:sp>
        <p:nvSpPr>
          <p:cNvPr id="105" name="BBL Tag 1"/>
          <p:cNvSpPr/>
          <p:nvPr/>
        </p:nvSpPr>
        <p:spPr>
          <a:xfrm>
            <a:off x="3703417" y="10810800"/>
            <a:ext cx="793242" cy="225849"/>
          </a:xfrm>
          <a:prstGeom prst="rect">
            <a:avLst/>
          </a:prstGeom>
          <a:ln w="6804">
            <a:solidFill>
              <a:srgbClr val="555555">
                <a:alpha val="22000"/>
              </a:srgbClr>
            </a:solidFill>
            <a:prstDash val="solid"/>
          </a:ln>
        </p:spPr>
      </p:sp>
      <p:sp>
        <p:nvSpPr>
          <p:cNvPr id="106" name="BBL TagText 1"/>
          <p:cNvSpPr/>
          <p:nvPr/>
        </p:nvSpPr>
        <p:spPr>
          <a:xfrm>
            <a:off x="3703417" y="10810800"/>
            <a:ext cx="793242" cy="225849"/>
          </a:xfrm>
          <a:prstGeom prst="rect">
            <a:avLst/>
          </a:prstGeom>
          <a:noFill/>
          <a:ln/>
        </p:spPr>
        <p:txBody>
          <a:bodyPr wrap="none" lIns="0" tIns="0" rIns="0" bIns="0" rtlCol="0" anchor="ctr">
            <a:noAutofit/>
          </a:bodyPr>
          <a:lstStyle/>
          <a:p>
            <a:pPr algn="ctr"/>
            <a:r>
              <a:rPr lang="ja-JP" sz="900" dirty="0">
                <a:solidFill>
                  <a:srgbClr val="2498BD"/>
                </a:solidFill>
                <a:latin typeface="Noto Serif JP SemiBold"/>
                <a:ea typeface="Noto Serif JP SemiBold"/>
                <a:cs typeface="Sinsegye" pitchFamily="34" charset="-120"/>
              </a:rPr>
              <a:t>肝斑 · シミ</a:t>
            </a:r>
            <a:endParaRPr lang="en-US" sz="900" dirty="0">
              <a:latin typeface="신세계 Regular" panose="02000300000000000000" pitchFamily="50" charset="-127"/>
              <a:ea typeface="신세계 Regular" panose="02000300000000000000" pitchFamily="50" charset="-127"/>
            </a:endParaRPr>
          </a:p>
        </p:txBody>
      </p:sp>
      <p:sp>
        <p:nvSpPr>
          <p:cNvPr id="107" name="BBL Tag 2"/>
          <p:cNvSpPr/>
          <p:nvPr/>
        </p:nvSpPr>
        <p:spPr>
          <a:xfrm>
            <a:off x="4578955" y="10810800"/>
            <a:ext cx="907542" cy="225849"/>
          </a:xfrm>
          <a:prstGeom prst="rect">
            <a:avLst/>
          </a:prstGeom>
          <a:ln w="6804">
            <a:solidFill>
              <a:srgbClr val="555555">
                <a:alpha val="22000"/>
              </a:srgbClr>
            </a:solidFill>
            <a:prstDash val="solid"/>
          </a:ln>
        </p:spPr>
      </p:sp>
      <p:sp>
        <p:nvSpPr>
          <p:cNvPr id="108" name="BBL TagText 2"/>
          <p:cNvSpPr/>
          <p:nvPr/>
        </p:nvSpPr>
        <p:spPr>
          <a:xfrm>
            <a:off x="4578955" y="10810800"/>
            <a:ext cx="907542" cy="225849"/>
          </a:xfrm>
          <a:prstGeom prst="rect">
            <a:avLst/>
          </a:prstGeom>
          <a:noFill/>
          <a:ln/>
        </p:spPr>
        <p:txBody>
          <a:bodyPr wrap="none" lIns="0" tIns="0" rIns="0" bIns="0" rtlCol="0" anchor="ctr">
            <a:noAutofit/>
          </a:bodyPr>
          <a:lstStyle/>
          <a:p>
            <a:pPr algn="ctr"/>
            <a:r>
              <a:rPr lang="ja-JP" sz="900" dirty="0">
                <a:solidFill>
                  <a:srgbClr val="2498BD"/>
                </a:solidFill>
                <a:latin typeface="Noto Serif JP SemiBold"/>
                <a:ea typeface="Noto Serif JP SemiBold"/>
                <a:cs typeface="Sinsegye" pitchFamily="34" charset="-120"/>
              </a:rPr>
              <a:t>赤ら顔 · 血管</a:t>
            </a:r>
            <a:endParaRPr lang="en-US" sz="900" dirty="0">
              <a:latin typeface="신세계 Regular" panose="02000300000000000000" pitchFamily="50" charset="-127"/>
              <a:ea typeface="신세계 Regular" panose="02000300000000000000" pitchFamily="50" charset="-127"/>
            </a:endParaRPr>
          </a:p>
        </p:txBody>
      </p:sp>
      <p:sp>
        <p:nvSpPr>
          <p:cNvPr id="109" name="BBL Tag 3"/>
          <p:cNvSpPr/>
          <p:nvPr/>
        </p:nvSpPr>
        <p:spPr>
          <a:xfrm>
            <a:off x="5568793" y="10810800"/>
            <a:ext cx="923544" cy="225849"/>
          </a:xfrm>
          <a:prstGeom prst="rect">
            <a:avLst/>
          </a:prstGeom>
          <a:ln w="6804">
            <a:solidFill>
              <a:srgbClr val="555555">
                <a:alpha val="22000"/>
              </a:srgbClr>
            </a:solidFill>
            <a:prstDash val="solid"/>
          </a:ln>
        </p:spPr>
      </p:sp>
      <p:sp>
        <p:nvSpPr>
          <p:cNvPr id="110" name="BBL TagText 3"/>
          <p:cNvSpPr/>
          <p:nvPr/>
        </p:nvSpPr>
        <p:spPr>
          <a:xfrm>
            <a:off x="5568793" y="10810800"/>
            <a:ext cx="923544" cy="225849"/>
          </a:xfrm>
          <a:prstGeom prst="rect">
            <a:avLst/>
          </a:prstGeom>
          <a:noFill/>
          <a:ln/>
        </p:spPr>
        <p:txBody>
          <a:bodyPr wrap="none" lIns="0" tIns="0" rIns="0" bIns="0" rtlCol="0" anchor="ctr">
            <a:noAutofit/>
          </a:bodyPr>
          <a:lstStyle/>
          <a:p>
            <a:pPr algn="ctr"/>
            <a:r>
              <a:rPr lang="ja-JP" sz="900" dirty="0">
                <a:solidFill>
                  <a:srgbClr val="2498BD"/>
                </a:solidFill>
                <a:latin typeface="Noto Serif JP SemiBold"/>
                <a:ea typeface="Noto Serif JP SemiBold"/>
                <a:cs typeface="Sinsegye" pitchFamily="34" charset="-120"/>
              </a:rPr>
              <a:t>肌トーン改善</a:t>
            </a:r>
            <a:endParaRPr lang="en-US" sz="900" dirty="0">
              <a:latin typeface="신세계 Regular" panose="02000300000000000000" pitchFamily="50" charset="-127"/>
              <a:ea typeface="신세계 Regular" panose="02000300000000000000" pitchFamily="50" charset="-127"/>
            </a:endParaRPr>
          </a:p>
        </p:txBody>
      </p:sp>
      <p:sp>
        <p:nvSpPr>
          <p:cNvPr id="111" name="BBL 이미지"/>
          <p:cNvSpPr/>
          <p:nvPr/>
        </p:nvSpPr>
        <p:spPr>
          <a:xfrm>
            <a:off x="1016176" y="9126000"/>
            <a:ext cx="1908000" cy="1908000"/>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1" name="BBL Label"/>
          <p:cNvSpPr/>
          <p:nvPr/>
        </p:nvSpPr>
        <p:spPr>
          <a:xfrm>
            <a:off x="3696259" y="11448000"/>
            <a:ext cx="5900499" cy="184067"/>
          </a:xfrm>
          <a:prstGeom prst="rect">
            <a:avLst/>
          </a:prstGeom>
          <a:noFill/>
          <a:ln/>
        </p:spPr>
        <p:txBody>
          <a:bodyPr wrap="square" lIns="21079" tIns="21079" rIns="21079" bIns="21079" rtlCol="0" anchor="t">
            <a:normAutofit lnSpcReduction="10000"/>
          </a:bodyPr>
          <a:lstStyle/>
          <a:p>
            <a:r>
              <a:rPr lang="en-US" sz="996" kern="0" spc="219" dirty="0">
                <a:solidFill>
                  <a:srgbClr val="C99A1F"/>
                </a:solidFill>
                <a:latin typeface="신세계 Regular" panose="02000300000000000000" pitchFamily="50" charset="-127"/>
                <a:ea typeface="신세계 Regular" panose="02000300000000000000" pitchFamily="50" charset="-127"/>
                <a:cs typeface="GC 16 Mono" pitchFamily="34" charset="-120"/>
              </a:rPr>
              <a:t>AVALANCHE</a:t>
            </a:r>
            <a:endParaRPr lang="en-US" sz="996" dirty="0">
              <a:latin typeface="신세계 Regular" panose="02000300000000000000" pitchFamily="50" charset="-127"/>
              <a:ea typeface="신세계 Regular" panose="02000300000000000000" pitchFamily="50" charset="-127"/>
            </a:endParaRPr>
          </a:p>
        </p:txBody>
      </p:sp>
      <p:sp>
        <p:nvSpPr>
          <p:cNvPr id="302" name="BBL Name"/>
          <p:cNvSpPr/>
          <p:nvPr/>
        </p:nvSpPr>
        <p:spPr>
          <a:xfrm>
            <a:off x="3696259" y="11682000"/>
            <a:ext cx="5900499" cy="325223"/>
          </a:xfrm>
          <a:prstGeom prst="rect">
            <a:avLst/>
          </a:prstGeom>
          <a:noFill/>
          <a:ln/>
        </p:spPr>
        <p:txBody>
          <a:bodyPr wrap="square" lIns="21079" tIns="21079" rIns="21079" bIns="21079" rtlCol="0" anchor="t">
            <a:normAutofit fontScale="92500" lnSpcReduction="10000"/>
          </a:bodyPr>
          <a:lstStyle/>
          <a:p>
            <a:r>
              <a:rPr lang="ja-JP" sz="1930" b="1" dirty="0">
                <a:latin typeface="Noto Serif JP SemiBold"/>
                <a:ea typeface="Noto Serif JP SemiBold"/>
              </a:rPr>
              <a:t>アバランチ</a:t>
            </a:r>
          </a:p>
        </p:txBody>
      </p:sp>
      <p:sp>
        <p:nvSpPr>
          <p:cNvPr id="303" name="BBL Desc"/>
          <p:cNvSpPr/>
          <p:nvPr/>
        </p:nvSpPr>
        <p:spPr>
          <a:xfrm>
            <a:off x="3696259" y="12060000"/>
            <a:ext cx="5525013" cy="537485"/>
          </a:xfrm>
          <a:prstGeom prst="rect">
            <a:avLst/>
          </a:prstGeom>
          <a:noFill/>
          <a:ln/>
        </p:spPr>
        <p:txBody>
          <a:bodyPr wrap="square" lIns="21079" tIns="21079" rIns="21079" bIns="21079" rtlCol="0" anchor="t">
            <a:noAutofit/>
          </a:bodyPr>
          <a:lstStyle/>
          <a:p>
            <a:pPr>
              <a:lnSpc>
                <a:spcPct val="149333"/>
              </a:lnSpc>
            </a:pPr>
            <a:r>
              <a:rPr lang="ja-JP" sz="1200" dirty="0">
                <a:solidFill>
                  <a:srgbClr val="555555"/>
                </a:solidFill>
                <a:latin typeface="Noto Serif JP SemiBold"/>
                <a:ea typeface="Noto Serif JP SemiBold"/>
                <a:cs typeface="Sinsegye" pitchFamily="34" charset="-120"/>
              </a:rPr>
              <a:t>毛質と肌タイプに合わせてエネルギーを調整するレーザー脱毛機器です。強力なクーリングで痛みの負担を抑え、顔からボディまで広い範囲をスピーディーかつ均一に脱毛します。</a:t>
            </a:r>
            <a:endParaRPr lang="en-US" sz="1200" dirty="0">
              <a:latin typeface="신세계 Regular" panose="02000300000000000000" pitchFamily="50" charset="-127"/>
              <a:ea typeface="신세계 Regular" panose="02000300000000000000" pitchFamily="50" charset="-127"/>
            </a:endParaRPr>
          </a:p>
        </p:txBody>
      </p:sp>
      <p:sp>
        <p:nvSpPr>
          <p:cNvPr id="304" name="BBL Tag 1"/>
          <p:cNvSpPr/>
          <p:nvPr/>
        </p:nvSpPr>
        <p:spPr>
          <a:xfrm>
            <a:off x="3703417" y="12952800"/>
            <a:ext cx="694944" cy="225849"/>
          </a:xfrm>
          <a:prstGeom prst="rect">
            <a:avLst/>
          </a:prstGeom>
          <a:ln w="6804">
            <a:solidFill>
              <a:srgbClr val="555555">
                <a:alpha val="22000"/>
              </a:srgbClr>
            </a:solidFill>
            <a:prstDash val="solid"/>
          </a:ln>
        </p:spPr>
      </p:sp>
      <p:sp>
        <p:nvSpPr>
          <p:cNvPr id="305" name="BBL TagText 1"/>
          <p:cNvSpPr/>
          <p:nvPr/>
        </p:nvSpPr>
        <p:spPr>
          <a:xfrm>
            <a:off x="3703417" y="12952800"/>
            <a:ext cx="694944" cy="225849"/>
          </a:xfrm>
          <a:prstGeom prst="rect">
            <a:avLst/>
          </a:prstGeom>
          <a:noFill/>
          <a:ln/>
        </p:spPr>
        <p:txBody>
          <a:bodyPr wrap="none" lIns="0" tIns="0" rIns="0" bIns="0" rtlCol="0" anchor="ctr">
            <a:noAutofit/>
          </a:bodyPr>
          <a:lstStyle/>
          <a:p>
            <a:pPr algn="ctr"/>
            <a:r>
              <a:rPr lang="ja-JP" sz="900" dirty="0">
                <a:solidFill>
                  <a:srgbClr val="2498BD"/>
                </a:solidFill>
                <a:latin typeface="Noto Serif JP SemiBold"/>
                <a:ea typeface="Noto Serif JP SemiBold"/>
                <a:cs typeface="Sinsegye" pitchFamily="34" charset="-120"/>
              </a:rPr>
              <a:t>女性脱毛</a:t>
            </a:r>
            <a:endParaRPr lang="en-US" sz="900" dirty="0">
              <a:latin typeface="신세계 Regular" panose="02000300000000000000" pitchFamily="50" charset="-127"/>
              <a:ea typeface="신세계 Regular" panose="02000300000000000000" pitchFamily="50" charset="-127"/>
            </a:endParaRPr>
          </a:p>
        </p:txBody>
      </p:sp>
      <p:sp>
        <p:nvSpPr>
          <p:cNvPr id="306" name="BBL Tag 2"/>
          <p:cNvSpPr/>
          <p:nvPr/>
        </p:nvSpPr>
        <p:spPr>
          <a:xfrm>
            <a:off x="4480657" y="12952800"/>
            <a:ext cx="694944" cy="225849"/>
          </a:xfrm>
          <a:prstGeom prst="rect">
            <a:avLst/>
          </a:prstGeom>
          <a:ln w="6804">
            <a:solidFill>
              <a:srgbClr val="555555">
                <a:alpha val="22000"/>
              </a:srgbClr>
            </a:solidFill>
            <a:prstDash val="solid"/>
          </a:ln>
        </p:spPr>
      </p:sp>
      <p:sp>
        <p:nvSpPr>
          <p:cNvPr id="307" name="BBL TagText 2"/>
          <p:cNvSpPr/>
          <p:nvPr/>
        </p:nvSpPr>
        <p:spPr>
          <a:xfrm>
            <a:off x="4480657" y="12952800"/>
            <a:ext cx="694944" cy="225849"/>
          </a:xfrm>
          <a:prstGeom prst="rect">
            <a:avLst/>
          </a:prstGeom>
          <a:noFill/>
          <a:ln/>
        </p:spPr>
        <p:txBody>
          <a:bodyPr wrap="none" lIns="0" tIns="0" rIns="0" bIns="0" rtlCol="0" anchor="ctr">
            <a:noAutofit/>
          </a:bodyPr>
          <a:lstStyle/>
          <a:p>
            <a:pPr algn="ctr"/>
            <a:r>
              <a:rPr lang="ja-JP" sz="900" dirty="0">
                <a:solidFill>
                  <a:srgbClr val="2498BD"/>
                </a:solidFill>
                <a:latin typeface="Noto Serif JP SemiBold"/>
                <a:ea typeface="Noto Serif JP SemiBold"/>
                <a:cs typeface="Sinsegye" pitchFamily="34" charset="-120"/>
              </a:rPr>
              <a:t>男性脱毛</a:t>
            </a:r>
            <a:endParaRPr lang="en-US" sz="900" dirty="0">
              <a:latin typeface="신세계 Regular" panose="02000300000000000000" pitchFamily="50" charset="-127"/>
              <a:ea typeface="신세계 Regular" panose="02000300000000000000" pitchFamily="50" charset="-127"/>
            </a:endParaRPr>
          </a:p>
        </p:txBody>
      </p:sp>
      <p:sp>
        <p:nvSpPr>
          <p:cNvPr id="308" name="BBL Tag 3"/>
          <p:cNvSpPr/>
          <p:nvPr/>
        </p:nvSpPr>
        <p:spPr>
          <a:xfrm>
            <a:off x="5257897" y="12952800"/>
            <a:ext cx="793242" cy="225849"/>
          </a:xfrm>
          <a:prstGeom prst="rect">
            <a:avLst/>
          </a:prstGeom>
          <a:ln w="6804">
            <a:solidFill>
              <a:srgbClr val="555555">
                <a:alpha val="22000"/>
              </a:srgbClr>
            </a:solidFill>
            <a:prstDash val="solid"/>
          </a:ln>
        </p:spPr>
      </p:sp>
      <p:sp>
        <p:nvSpPr>
          <p:cNvPr id="309" name="BBL TagText 3"/>
          <p:cNvSpPr/>
          <p:nvPr/>
        </p:nvSpPr>
        <p:spPr>
          <a:xfrm>
            <a:off x="5257897" y="12952800"/>
            <a:ext cx="793242" cy="225849"/>
          </a:xfrm>
          <a:prstGeom prst="rect">
            <a:avLst/>
          </a:prstGeom>
          <a:noFill/>
          <a:ln/>
        </p:spPr>
        <p:txBody>
          <a:bodyPr wrap="none" lIns="0" tIns="0" rIns="0" bIns="0" rtlCol="0" anchor="ctr">
            <a:noAutofit/>
          </a:bodyPr>
          <a:lstStyle/>
          <a:p>
            <a:pPr algn="ctr"/>
            <a:r>
              <a:rPr lang="ja-JP" sz="900" dirty="0">
                <a:solidFill>
                  <a:srgbClr val="2498BD"/>
                </a:solidFill>
                <a:latin typeface="Noto Serif JP SemiBold"/>
                <a:ea typeface="Noto Serif JP SemiBold"/>
                <a:cs typeface="Sinsegye" pitchFamily="34" charset="-120"/>
              </a:rPr>
              <a:t>顔 · ボディ</a:t>
            </a:r>
            <a:endParaRPr lang="en-US" sz="900" dirty="0">
              <a:latin typeface="신세계 Regular" panose="02000300000000000000" pitchFamily="50" charset="-127"/>
              <a:ea typeface="신세계 Regular" panose="02000300000000000000" pitchFamily="50" charset="-127"/>
            </a:endParaRPr>
          </a:p>
        </p:txBody>
      </p:sp>
      <p:sp>
        <p:nvSpPr>
          <p:cNvPr id="310" name="BBL 이미지"/>
          <p:cNvSpPr/>
          <p:nvPr/>
        </p:nvSpPr>
        <p:spPr>
          <a:xfrm>
            <a:off x="1016176" y="11268000"/>
            <a:ext cx="1908000" cy="1908000"/>
          </a:xfrm>
          <a:prstGeom prst="rect">
            <a:avLst/>
          </a:prstGeom>
          <a:solidFill>
            <a:srgbClr val="EAF3F7"/>
          </a:solidFill>
          <a:ln w="9525">
            <a:solidFill>
              <a:srgbClr val="2498BD"/>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1" name="AVALANCHE 이미지 자리"/>
          <p:cNvSpPr/>
          <p:nvPr/>
        </p:nvSpPr>
        <p:spPr>
          <a:xfrm>
            <a:off x="1015200" y="12114000"/>
            <a:ext cx="1908000" cy="216000"/>
          </a:xfrm>
          <a:prstGeom prst="rect">
            <a:avLst/>
          </a:prstGeom>
          <a:noFill/>
          <a:ln/>
        </p:spPr>
        <p:txBody>
          <a:bodyPr wrap="square" lIns="21079" tIns="21079" rIns="21079" bIns="21079" rtlCol="0" anchor="t">
            <a:normAutofit lnSpcReduction="10000"/>
          </a:bodyPr>
          <a:lstStyle/>
          <a:p>
            <a:pPr algn="ctr"/>
            <a:r>
              <a:rPr lang="ja-JP" sz="996" kern="0" spc="219" dirty="0">
                <a:solidFill>
                  <a:srgbClr val="C99A1F"/>
                </a:solidFill>
                <a:latin typeface="Noto Serif JP SemiBold"/>
                <a:ea typeface="Noto Serif JP SemiBold"/>
                <a:cs typeface="GC 16 Mono" pitchFamily="34" charset="-120"/>
              </a:rPr>
              <a:t>機器画像の位置</a:t>
            </a:r>
            <a:endParaRPr lang="en-US" sz="996" dirty="0">
              <a:latin typeface="신세계 Regular" panose="02000300000000000000" pitchFamily="50" charset="-127"/>
              <a:ea typeface="신세계 Regular" panose="02000300000000000000" pitchFamily="50" charset="-127"/>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3"/>
          <p:cNvSpPr/>
          <p:nvPr/>
        </p:nvSpPr>
        <p:spPr>
          <a:xfrm>
            <a:off x="-514350" y="870569"/>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LASER</a:t>
            </a:r>
            <a:endParaRPr lang="en-US" sz="1050" dirty="0">
              <a:latin typeface="신세계 Regular" panose="02000300000000000000" pitchFamily="50" charset="-127"/>
              <a:ea typeface="신세계 Regular" panose="02000300000000000000" pitchFamily="50" charset="-127"/>
            </a:endParaRPr>
          </a:p>
        </p:txBody>
      </p:sp>
      <p:sp>
        <p:nvSpPr>
          <p:cNvPr id="7" name="Text 4"/>
          <p:cNvSpPr/>
          <p:nvPr/>
        </p:nvSpPr>
        <p:spPr>
          <a:xfrm>
            <a:off x="-514350" y="1071912"/>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2782" b="1" kern="0" spc="-63" dirty="0">
                <a:solidFill>
                  <a:srgbClr val="2498BD"/>
                </a:solidFill>
                <a:latin typeface="Noto Serif JP SemiBold"/>
                <a:ea typeface="Noto Serif JP SemiBold"/>
                <a:cs typeface="Sinsegye" pitchFamily="34" charset="-120"/>
              </a:rPr>
              <a:t>レーザー</a:t>
            </a:r>
            <a:endParaRPr lang="en-US" sz="3150" dirty="0">
              <a:latin typeface="신세계 Regular" panose="02000300000000000000" pitchFamily="50" charset="-127"/>
              <a:ea typeface="신세계 Regular" panose="02000300000000000000" pitchFamily="50" charset="-127"/>
            </a:endParaRPr>
          </a:p>
        </p:txBody>
      </p:sp>
      <p:sp>
        <p:nvSpPr>
          <p:cNvPr id="8" name="Text 5"/>
          <p:cNvSpPr/>
          <p:nvPr/>
        </p:nvSpPr>
        <p:spPr>
          <a:xfrm>
            <a:off x="-514350" y="1545398"/>
            <a:ext cx="11315700" cy="276225"/>
          </a:xfrm>
          <a:prstGeom prst="rect">
            <a:avLst/>
          </a:prstGeom>
          <a:noFill/>
          <a:ln/>
        </p:spPr>
        <p:txBody>
          <a:bodyPr wrap="square" lIns="25400" tIns="25400" rIns="25400" bIns="25400" rtlCol="0" anchor="t">
            <a:normAutofit/>
          </a:bodyPr>
          <a:lstStyle/>
          <a:p>
            <a:pPr algn="ctr"/>
            <a:r>
              <a:rPr lang="ja-JP" sz="1164" dirty="0">
                <a:solidFill>
                  <a:srgbClr val="6E6E6E"/>
                </a:solidFill>
                <a:latin typeface="Noto Serif JP SemiBold"/>
                <a:ea typeface="Noto Serif JP SemiBold"/>
                <a:cs typeface="Arial" pitchFamily="34" charset="-120"/>
              </a:rPr>
              <a:t>肝斑/シミ · 毛穴/ニキビ痕</a:t>
            </a:r>
            <a:endParaRPr lang="en-US" sz="1275" dirty="0">
              <a:latin typeface="신세계 Regular" panose="02000300000000000000" pitchFamily="50" charset="-127"/>
              <a:ea typeface="신세계 Regular" panose="02000300000000000000" pitchFamily="50" charset="-127"/>
            </a:endParaRPr>
          </a:p>
        </p:txBody>
      </p:sp>
      <p:sp>
        <p:nvSpPr>
          <p:cNvPr id="12" name="Text 96">
            <a:extLst>
              <a:ext uri="{FF2B5EF4-FFF2-40B4-BE49-F238E27FC236}">
                <a16:creationId xmlns:a16="http://schemas.microsoft.com/office/drawing/2014/main" id="{C0714D43-A692-AD44-AEDA-33D81BEA5C8A}"/>
              </a:ext>
            </a:extLst>
          </p:cNvPr>
          <p:cNvSpPr/>
          <p:nvPr/>
        </p:nvSpPr>
        <p:spPr>
          <a:xfrm>
            <a:off x="529167" y="13503293"/>
            <a:ext cx="9237133" cy="187694"/>
          </a:xfrm>
          <a:prstGeom prst="rect">
            <a:avLst/>
          </a:prstGeom>
          <a:noFill/>
          <a:ln/>
        </p:spPr>
        <p:txBody>
          <a:bodyPr wrap="square" lIns="25400" tIns="25400" rIns="514800" bIns="25400" rtlCol="0" anchor="t">
            <a:normAutofit fontScale="92500" lnSpcReduction="10000"/>
          </a:bodyPr>
          <a:lstStyle/>
          <a:p>
            <a:pPr marL="0" indent="0" algn="r">
              <a:buNone/>
            </a:pPr>
            <a:r>
              <a:rPr lang="ja-JP" sz="906" dirty="0">
                <a:solidFill>
                  <a:srgbClr val="6E6E6E"/>
                </a:solidFill>
                <a:latin typeface="Noto Serif JP SemiBold"/>
                <a:ea typeface="Noto Serif JP SemiBold"/>
                <a:cs typeface="GC 16 Mono" pitchFamily="34" charset="-120"/>
              </a:rPr>
              <a:t>* 税別価格（10％）</a:t>
            </a:r>
            <a:endParaRPr lang="en-US" sz="1013" dirty="0">
              <a:latin typeface="신세계 Regular" panose="02000300000000000000" pitchFamily="50" charset="-127"/>
              <a:ea typeface="신세계 Regular" panose="02000300000000000000" pitchFamily="50" charset="-127"/>
            </a:endParaRPr>
          </a:p>
        </p:txBody>
      </p:sp>
      <p:sp>
        <p:nvSpPr>
          <p:cNvPr id="120" name="Shape 7">
            <a:extLst>
              <a:ext uri="{FF2B5EF4-FFF2-40B4-BE49-F238E27FC236}">
                <a16:creationId xmlns:a16="http://schemas.microsoft.com/office/drawing/2014/main" id="{48A1CEE6-14AC-B9C9-5EC7-597AC750FDF3}"/>
              </a:ext>
            </a:extLst>
          </p:cNvPr>
          <p:cNvSpPr/>
          <p:nvPr/>
        </p:nvSpPr>
        <p:spPr>
          <a:xfrm>
            <a:off x="1041515" y="3434742"/>
            <a:ext cx="8205142" cy="13607"/>
          </a:xfrm>
          <a:prstGeom prst="rect">
            <a:avLst/>
          </a:prstGeom>
          <a:solidFill>
            <a:srgbClr val="CCCCCC"/>
          </a:solidFill>
          <a:ln/>
        </p:spPr>
      </p:sp>
      <p:sp>
        <p:nvSpPr>
          <p:cNvPr id="121" name="Shape 7">
            <a:extLst>
              <a:ext uri="{FF2B5EF4-FFF2-40B4-BE49-F238E27FC236}">
                <a16:creationId xmlns:a16="http://schemas.microsoft.com/office/drawing/2014/main" id="{DCB45975-FCBC-D014-55B1-EDC7513A0F29}"/>
              </a:ext>
            </a:extLst>
          </p:cNvPr>
          <p:cNvSpPr/>
          <p:nvPr/>
        </p:nvSpPr>
        <p:spPr>
          <a:xfrm>
            <a:off x="1041515" y="3046774"/>
            <a:ext cx="8205142" cy="13607"/>
          </a:xfrm>
          <a:prstGeom prst="rect">
            <a:avLst/>
          </a:prstGeom>
          <a:solidFill>
            <a:srgbClr val="2498BD"/>
          </a:solidFill>
          <a:ln/>
        </p:spPr>
      </p:sp>
      <p:sp>
        <p:nvSpPr>
          <p:cNvPr id="122" name="Shape 7">
            <a:extLst>
              <a:ext uri="{FF2B5EF4-FFF2-40B4-BE49-F238E27FC236}">
                <a16:creationId xmlns:a16="http://schemas.microsoft.com/office/drawing/2014/main" id="{7CC88596-5234-6439-6B70-132B8F0E27AA}"/>
              </a:ext>
            </a:extLst>
          </p:cNvPr>
          <p:cNvSpPr/>
          <p:nvPr/>
        </p:nvSpPr>
        <p:spPr>
          <a:xfrm>
            <a:off x="1041515" y="3860700"/>
            <a:ext cx="8205142" cy="13607"/>
          </a:xfrm>
          <a:prstGeom prst="rect">
            <a:avLst/>
          </a:prstGeom>
          <a:solidFill>
            <a:srgbClr val="CCCCCC"/>
          </a:solidFill>
          <a:ln/>
        </p:spPr>
      </p:sp>
      <p:sp>
        <p:nvSpPr>
          <p:cNvPr id="175" name="Shape 7">
            <a:extLst>
              <a:ext uri="{FF2B5EF4-FFF2-40B4-BE49-F238E27FC236}">
                <a16:creationId xmlns:a16="http://schemas.microsoft.com/office/drawing/2014/main" id="{434A2D39-D8E2-9632-7E24-953601533DD5}"/>
              </a:ext>
            </a:extLst>
          </p:cNvPr>
          <p:cNvSpPr/>
          <p:nvPr/>
        </p:nvSpPr>
        <p:spPr>
          <a:xfrm>
            <a:off x="1041515" y="4905500"/>
            <a:ext cx="8205142" cy="13607"/>
          </a:xfrm>
          <a:prstGeom prst="rect">
            <a:avLst/>
          </a:prstGeom>
          <a:solidFill>
            <a:srgbClr val="CCCCCC"/>
          </a:solidFill>
          <a:ln/>
        </p:spPr>
      </p:sp>
      <p:sp>
        <p:nvSpPr>
          <p:cNvPr id="170" name="Text 11">
            <a:extLst>
              <a:ext uri="{FF2B5EF4-FFF2-40B4-BE49-F238E27FC236}">
                <a16:creationId xmlns:a16="http://schemas.microsoft.com/office/drawing/2014/main" id="{A255D62F-E346-A893-A443-D0879DBD6D2A}"/>
              </a:ext>
            </a:extLst>
          </p:cNvPr>
          <p:cNvSpPr/>
          <p:nvPr/>
        </p:nvSpPr>
        <p:spPr>
          <a:xfrm>
            <a:off x="1044691" y="4285348"/>
            <a:ext cx="458658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Co2ホクロ除去</a:t>
            </a:r>
            <a:endParaRPr lang="en-US" altLang="ko-KR" sz="1400" dirty="0">
              <a:solidFill>
                <a:srgbClr val="555555"/>
              </a:solidFill>
              <a:latin typeface="신세계 Medium" panose="02000300000000000000" pitchFamily="50" charset="-127"/>
              <a:ea typeface="신세계 Medium" panose="02000300000000000000" pitchFamily="50" charset="-127"/>
              <a:cs typeface="Arial" pitchFamily="34" charset="-120"/>
            </a:endParaRPr>
          </a:p>
          <a:p>
            <a:pPr>
              <a:lnSpc>
                <a:spcPct val="150000"/>
              </a:lnSpc>
            </a:pPr>
            <a:r>
              <a:rPr lang="ja-JP" sz="769" dirty="0">
                <a:solidFill>
                  <a:srgbClr val="555555"/>
                </a:solidFill>
                <a:latin typeface="Noto Serif JP SemiBold"/>
                <a:ea typeface="Noto Serif JP SemiBold"/>
                <a:cs typeface="Arial" pitchFamily="34" charset="-120"/>
              </a:rPr>
              <a:t>ホクロ · 稗粒腫 · 老人性イボ · 扁平イボなどの病変を精密に除去 / リタッチ含まず</a:t>
            </a:r>
          </a:p>
        </p:txBody>
      </p:sp>
      <p:sp>
        <p:nvSpPr>
          <p:cNvPr id="106" name="TextBox 105">
            <a:extLst>
              <a:ext uri="{FF2B5EF4-FFF2-40B4-BE49-F238E27FC236}">
                <a16:creationId xmlns:a16="http://schemas.microsoft.com/office/drawing/2014/main" id="{B0880635-3B46-12E2-B95A-70CB15678C23}"/>
              </a:ext>
            </a:extLst>
          </p:cNvPr>
          <p:cNvSpPr txBox="1"/>
          <p:nvPr/>
        </p:nvSpPr>
        <p:spPr>
          <a:xfrm>
            <a:off x="930580" y="2720019"/>
            <a:ext cx="1250370"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肝斑/シミ</a:t>
            </a:r>
          </a:p>
        </p:txBody>
      </p:sp>
      <p:sp>
        <p:nvSpPr>
          <p:cNvPr id="108" name="Text 11">
            <a:extLst>
              <a:ext uri="{FF2B5EF4-FFF2-40B4-BE49-F238E27FC236}">
                <a16:creationId xmlns:a16="http://schemas.microsoft.com/office/drawing/2014/main" id="{3FCC0249-EDAD-9EAD-6B13-C7E10AFDCDC4}"/>
              </a:ext>
            </a:extLst>
          </p:cNvPr>
          <p:cNvSpPr/>
          <p:nvPr/>
        </p:nvSpPr>
        <p:spPr>
          <a:xfrm>
            <a:off x="1044691" y="3048648"/>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ピコトーニング</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09" name="Text 11">
            <a:extLst>
              <a:ext uri="{FF2B5EF4-FFF2-40B4-BE49-F238E27FC236}">
                <a16:creationId xmlns:a16="http://schemas.microsoft.com/office/drawing/2014/main" id="{4FF4D6BF-9F83-9D3A-8D7F-0F0F3D618CCC}"/>
              </a:ext>
            </a:extLst>
          </p:cNvPr>
          <p:cNvSpPr/>
          <p:nvPr/>
        </p:nvSpPr>
        <p:spPr>
          <a:xfrm>
            <a:off x="1044691" y="3482277"/>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ボディトーニング</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11" name="Text 15">
            <a:extLst>
              <a:ext uri="{FF2B5EF4-FFF2-40B4-BE49-F238E27FC236}">
                <a16:creationId xmlns:a16="http://schemas.microsoft.com/office/drawing/2014/main" id="{24188985-0B0B-0AE7-565D-4F827E38A0BE}"/>
              </a:ext>
            </a:extLst>
          </p:cNvPr>
          <p:cNvSpPr/>
          <p:nvPr/>
        </p:nvSpPr>
        <p:spPr>
          <a:xfrm>
            <a:off x="7808136" y="3128666"/>
            <a:ext cx="1438520"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10回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1,10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112" name="Text 15">
            <a:extLst>
              <a:ext uri="{FF2B5EF4-FFF2-40B4-BE49-F238E27FC236}">
                <a16:creationId xmlns:a16="http://schemas.microsoft.com/office/drawing/2014/main" id="{BC6B5B2C-26B7-A27A-D59C-F1217E84E0E2}"/>
              </a:ext>
            </a:extLst>
          </p:cNvPr>
          <p:cNvSpPr/>
          <p:nvPr/>
        </p:nvSpPr>
        <p:spPr>
          <a:xfrm>
            <a:off x="6560806" y="3128666"/>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65</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113" name="Text 15">
            <a:extLst>
              <a:ext uri="{FF2B5EF4-FFF2-40B4-BE49-F238E27FC236}">
                <a16:creationId xmlns:a16="http://schemas.microsoft.com/office/drawing/2014/main" id="{6541FC45-2F76-FA08-4151-9D4B816BFCC6}"/>
              </a:ext>
            </a:extLst>
          </p:cNvPr>
          <p:cNvSpPr/>
          <p:nvPr/>
        </p:nvSpPr>
        <p:spPr>
          <a:xfrm>
            <a:off x="5387326" y="3128666"/>
            <a:ext cx="1057465" cy="215444"/>
          </a:xfrm>
          <a:prstGeom prst="rect">
            <a:avLst/>
          </a:prstGeom>
          <a:noFill/>
          <a:ln/>
        </p:spPr>
        <p:txBody>
          <a:bodyPr wrap="none" lIns="0" tIns="0" rIns="0" bIns="0" rtlCol="0" anchor="ctr" anchorCtr="0">
            <a:spAutoFit/>
          </a:bodyPr>
          <a:lstStyle/>
          <a:p>
            <a:r>
              <a:rPr lang="ja-JP" sz="112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150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a:t>
            </a:r>
          </a:p>
        </p:txBody>
      </p:sp>
      <p:sp>
        <p:nvSpPr>
          <p:cNvPr id="114" name="Text 15">
            <a:extLst>
              <a:ext uri="{FF2B5EF4-FFF2-40B4-BE49-F238E27FC236}">
                <a16:creationId xmlns:a16="http://schemas.microsoft.com/office/drawing/2014/main" id="{1010B506-8E1D-F16B-AB1F-11227C0299A4}"/>
              </a:ext>
            </a:extLst>
          </p:cNvPr>
          <p:cNvSpPr/>
          <p:nvPr/>
        </p:nvSpPr>
        <p:spPr>
          <a:xfrm>
            <a:off x="7808136" y="3562295"/>
            <a:ext cx="1438520"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10回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1,30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115" name="Text 15">
            <a:extLst>
              <a:ext uri="{FF2B5EF4-FFF2-40B4-BE49-F238E27FC236}">
                <a16:creationId xmlns:a16="http://schemas.microsoft.com/office/drawing/2014/main" id="{AE1AB3D8-BB82-96AA-4F6F-EB25B431BF04}"/>
              </a:ext>
            </a:extLst>
          </p:cNvPr>
          <p:cNvSpPr/>
          <p:nvPr/>
        </p:nvSpPr>
        <p:spPr>
          <a:xfrm>
            <a:off x="6563730" y="3562295"/>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90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116" name="Text 15">
            <a:extLst>
              <a:ext uri="{FF2B5EF4-FFF2-40B4-BE49-F238E27FC236}">
                <a16:creationId xmlns:a16="http://schemas.microsoft.com/office/drawing/2014/main" id="{EFFAE2D2-484D-079B-17C5-1B0BAA23433D}"/>
              </a:ext>
            </a:extLst>
          </p:cNvPr>
          <p:cNvSpPr/>
          <p:nvPr/>
        </p:nvSpPr>
        <p:spPr>
          <a:xfrm>
            <a:off x="5387326" y="3562295"/>
            <a:ext cx="1057465" cy="215444"/>
          </a:xfrm>
          <a:prstGeom prst="rect">
            <a:avLst/>
          </a:prstGeom>
          <a:noFill/>
          <a:ln/>
        </p:spPr>
        <p:txBody>
          <a:bodyPr wrap="none" lIns="0" tIns="0" rIns="0" bIns="0" rtlCol="0" anchor="ctr" anchorCtr="0">
            <a:spAutoFit/>
          </a:bodyPr>
          <a:lstStyle/>
          <a:p>
            <a:r>
              <a:rPr lang="ja-JP" sz="112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a:t>
            </a:r>
          </a:p>
        </p:txBody>
      </p:sp>
      <p:sp>
        <p:nvSpPr>
          <p:cNvPr id="128" name="Text 9">
            <a:extLst>
              <a:ext uri="{FF2B5EF4-FFF2-40B4-BE49-F238E27FC236}">
                <a16:creationId xmlns:a16="http://schemas.microsoft.com/office/drawing/2014/main" id="{26DB72E4-AD56-5C19-545E-FE47FAFD42D8}"/>
              </a:ext>
            </a:extLst>
          </p:cNvPr>
          <p:cNvSpPr/>
          <p:nvPr/>
        </p:nvSpPr>
        <p:spPr>
          <a:xfrm>
            <a:off x="3545851" y="2780484"/>
            <a:ext cx="5700806" cy="248402"/>
          </a:xfrm>
          <a:prstGeom prst="rect">
            <a:avLst/>
          </a:prstGeom>
          <a:noFill/>
          <a:ln/>
        </p:spPr>
        <p:txBody>
          <a:bodyPr wrap="none" lIns="108000" tIns="46800" rIns="0" bIns="46800" rtlCol="0" anchor="ctr" anchorCtr="0">
            <a:spAutoFit/>
          </a:bodyPr>
          <a:lstStyle/>
          <a:p>
            <a:pPr marL="0" indent="0" algn="r">
              <a:buNone/>
            </a:pPr>
            <a:r>
              <a:rPr lang="ja-JP" sz="1000" dirty="0">
                <a:solidFill>
                  <a:srgbClr val="2498BD"/>
                </a:solidFill>
                <a:latin typeface="Noto Serif JP SemiBold"/>
                <a:ea typeface="Noto Serif JP SemiBold"/>
                <a:cs typeface="Arial" pitchFamily="34" charset="-120"/>
              </a:rPr>
              <a:t>ピコライト ブラック — 超短時間の瞬間エネルギーで色素沈着・肌トーンを精密かつ安全に改善</a:t>
            </a:r>
          </a:p>
        </p:txBody>
      </p:sp>
      <p:sp>
        <p:nvSpPr>
          <p:cNvPr id="177" name="Text 15">
            <a:extLst>
              <a:ext uri="{FF2B5EF4-FFF2-40B4-BE49-F238E27FC236}">
                <a16:creationId xmlns:a16="http://schemas.microsoft.com/office/drawing/2014/main" id="{9F2DA8B7-1898-FFF9-09DC-EB43E5000B61}"/>
              </a:ext>
            </a:extLst>
          </p:cNvPr>
          <p:cNvSpPr/>
          <p:nvPr/>
        </p:nvSpPr>
        <p:spPr>
          <a:xfrm>
            <a:off x="7034960" y="4395368"/>
            <a:ext cx="2211696" cy="400110"/>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顔 または 首全体（50個まで）</a:t>
            </a:r>
          </a:p>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500,000</a:t>
            </a:r>
            <a:endParaRPr lang="en-US" altLang="ko-KR" sz="1400" dirty="0">
              <a:latin typeface="신세계 Bold" panose="02000300000000000000" pitchFamily="50" charset="-127"/>
              <a:ea typeface="신세계 Bold" panose="02000300000000000000" pitchFamily="50" charset="-127"/>
            </a:endParaRPr>
          </a:p>
        </p:txBody>
      </p:sp>
      <p:sp>
        <p:nvSpPr>
          <p:cNvPr id="179" name="Text 15">
            <a:extLst>
              <a:ext uri="{FF2B5EF4-FFF2-40B4-BE49-F238E27FC236}">
                <a16:creationId xmlns:a16="http://schemas.microsoft.com/office/drawing/2014/main" id="{800E28E7-4AED-1839-D4D0-C394CB94B31C}"/>
              </a:ext>
            </a:extLst>
          </p:cNvPr>
          <p:cNvSpPr/>
          <p:nvPr/>
        </p:nvSpPr>
        <p:spPr>
          <a:xfrm>
            <a:off x="5047664" y="4383817"/>
            <a:ext cx="1782003" cy="215444"/>
          </a:xfrm>
          <a:prstGeom prst="rect">
            <a:avLst/>
          </a:prstGeom>
          <a:noFill/>
          <a:ln/>
        </p:spPr>
        <p:txBody>
          <a:bodyPr wrap="none" lIns="0" tIns="0" rIns="0" bIns="0" rtlCol="0" anchor="ctr" anchorCtr="0">
            <a:spAutoFit/>
          </a:bodyPr>
          <a:lstStyle/>
          <a:p>
            <a:r>
              <a:rPr lang="ja-JP" sz="1064" dirty="0">
                <a:solidFill>
                  <a:srgbClr val="2498BD"/>
                </a:solidFill>
                <a:latin typeface="Noto Serif JP SemiBold"/>
                <a:ea typeface="Noto Serif JP SemiBold"/>
                <a:cs typeface="GC 16 Mono" pitchFamily="34" charset="-120"/>
              </a:rPr>
              <a:t xml:space="preserve">ホクロ 1個（小）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30,000</a:t>
            </a:r>
          </a:p>
        </p:txBody>
      </p:sp>
      <p:grpSp>
        <p:nvGrpSpPr>
          <p:cNvPr id="224" name="그룹 223">
            <a:extLst>
              <a:ext uri="{FF2B5EF4-FFF2-40B4-BE49-F238E27FC236}">
                <a16:creationId xmlns:a16="http://schemas.microsoft.com/office/drawing/2014/main" id="{45AF0B89-EF3F-5122-3502-E8174DC865D8}"/>
              </a:ext>
            </a:extLst>
          </p:cNvPr>
          <p:cNvGrpSpPr/>
          <p:nvPr/>
        </p:nvGrpSpPr>
        <p:grpSpPr>
          <a:xfrm>
            <a:off x="930580" y="6846510"/>
            <a:ext cx="8316077" cy="1600861"/>
            <a:chOff x="930580" y="4734845"/>
            <a:chExt cx="8316077" cy="1600861"/>
          </a:xfrm>
        </p:grpSpPr>
        <p:sp>
          <p:nvSpPr>
            <p:cNvPr id="201" name="Text 15">
              <a:extLst>
                <a:ext uri="{FF2B5EF4-FFF2-40B4-BE49-F238E27FC236}">
                  <a16:creationId xmlns:a16="http://schemas.microsoft.com/office/drawing/2014/main" id="{96E60DD6-114E-F68E-38EB-377A3E5872B2}"/>
                </a:ext>
              </a:extLst>
            </p:cNvPr>
            <p:cNvSpPr/>
            <p:nvPr/>
          </p:nvSpPr>
          <p:spPr>
            <a:xfrm>
              <a:off x="8097413" y="5904300"/>
              <a:ext cx="1144896"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99</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02" name="Text 15">
              <a:extLst>
                <a:ext uri="{FF2B5EF4-FFF2-40B4-BE49-F238E27FC236}">
                  <a16:creationId xmlns:a16="http://schemas.microsoft.com/office/drawing/2014/main" id="{1712E711-C01C-42CA-850C-C3A348A0874D}"/>
                </a:ext>
              </a:extLst>
            </p:cNvPr>
            <p:cNvSpPr/>
            <p:nvPr/>
          </p:nvSpPr>
          <p:spPr>
            <a:xfrm>
              <a:off x="6626190" y="59043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3回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69</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03" name="Text 15">
              <a:extLst>
                <a:ext uri="{FF2B5EF4-FFF2-40B4-BE49-F238E27FC236}">
                  <a16:creationId xmlns:a16="http://schemas.microsoft.com/office/drawing/2014/main" id="{660C8F3F-0096-CBC5-3B7D-3E34A9218A04}"/>
                </a:ext>
              </a:extLst>
            </p:cNvPr>
            <p:cNvSpPr/>
            <p:nvPr/>
          </p:nvSpPr>
          <p:spPr>
            <a:xfrm>
              <a:off x="5382979" y="5904300"/>
              <a:ext cx="1057465" cy="215444"/>
            </a:xfrm>
            <a:prstGeom prst="rect">
              <a:avLst/>
            </a:prstGeom>
            <a:noFill/>
            <a:ln/>
          </p:spPr>
          <p:txBody>
            <a:bodyPr wrap="none" lIns="0" tIns="0" rIns="0" bIns="0" rtlCol="0" anchor="ctr" anchorCtr="0">
              <a:spAutoFit/>
            </a:bodyPr>
            <a:lstStyle/>
            <a:p>
              <a:r>
                <a:rPr lang="ja-JP" sz="112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250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a:t>
              </a:r>
            </a:p>
          </p:txBody>
        </p:sp>
        <p:sp>
          <p:nvSpPr>
            <p:cNvPr id="206" name="TextBox 205">
              <a:extLst>
                <a:ext uri="{FF2B5EF4-FFF2-40B4-BE49-F238E27FC236}">
                  <a16:creationId xmlns:a16="http://schemas.microsoft.com/office/drawing/2014/main" id="{4181CC0E-2D76-B111-CB31-E44341B135AC}"/>
                </a:ext>
              </a:extLst>
            </p:cNvPr>
            <p:cNvSpPr txBox="1"/>
            <p:nvPr/>
          </p:nvSpPr>
          <p:spPr>
            <a:xfrm>
              <a:off x="930580" y="4734845"/>
              <a:ext cx="1833372"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毛穴 / ニキビ痕</a:t>
              </a:r>
            </a:p>
          </p:txBody>
        </p:sp>
        <p:sp>
          <p:nvSpPr>
            <p:cNvPr id="218" name="Text 11">
              <a:extLst>
                <a:ext uri="{FF2B5EF4-FFF2-40B4-BE49-F238E27FC236}">
                  <a16:creationId xmlns:a16="http://schemas.microsoft.com/office/drawing/2014/main" id="{EEFADE4A-2DA9-BF6C-764F-BA44A3FF4806}"/>
                </a:ext>
              </a:extLst>
            </p:cNvPr>
            <p:cNvSpPr/>
            <p:nvPr/>
          </p:nvSpPr>
          <p:spPr>
            <a:xfrm>
              <a:off x="1044691" y="5072264"/>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ピコフラクセル</a:t>
              </a:r>
              <a:endParaRPr lang="en-US" altLang="ko-KR" sz="1400" dirty="0">
                <a:solidFill>
                  <a:srgbClr val="555555"/>
                </a:solidFill>
                <a:latin typeface="신세계 Medium" panose="02000300000000000000" pitchFamily="50" charset="-127"/>
                <a:ea typeface="신세계 Medium" panose="02000300000000000000" pitchFamily="50" charset="-127"/>
                <a:cs typeface="Arial" pitchFamily="34" charset="-120"/>
              </a:endParaRPr>
            </a:p>
            <a:p>
              <a:r>
                <a:rPr lang="ja-JP" sz="1000" dirty="0">
                  <a:solidFill>
                    <a:srgbClr val="555555"/>
                  </a:solidFill>
                  <a:latin typeface="Noto Serif JP SemiBold"/>
                  <a:ea typeface="Noto Serif JP SemiBold"/>
                  <a:cs typeface="Arial" pitchFamily="34" charset="-120"/>
                </a:rPr>
                <a:t>微細なドット状にレーザーを照射し、肌本来の再生力を高めるフラクショナルレーザー</a:t>
              </a:r>
              <a:endParaRPr lang="en-US" altLang="ko-KR" sz="1000" dirty="0">
                <a:solidFill>
                  <a:srgbClr val="555555"/>
                </a:solidFill>
                <a:latin typeface="신세계 Regular" panose="02000300000000000000" pitchFamily="50" charset="-127"/>
                <a:ea typeface="신세계 Regular" panose="02000300000000000000" pitchFamily="50" charset="-127"/>
                <a:cs typeface="Arial" pitchFamily="34" charset="-120"/>
              </a:endParaRPr>
            </a:p>
          </p:txBody>
        </p:sp>
        <p:sp>
          <p:nvSpPr>
            <p:cNvPr id="220" name="Text 15">
              <a:extLst>
                <a:ext uri="{FF2B5EF4-FFF2-40B4-BE49-F238E27FC236}">
                  <a16:creationId xmlns:a16="http://schemas.microsoft.com/office/drawing/2014/main" id="{033D666A-695E-CD81-6826-ADD52CCB9BBB}"/>
                </a:ext>
              </a:extLst>
            </p:cNvPr>
            <p:cNvSpPr/>
            <p:nvPr/>
          </p:nvSpPr>
          <p:spPr>
            <a:xfrm>
              <a:off x="7053892" y="5073735"/>
              <a:ext cx="2192764"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バタフライゾーン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100,000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顔全体</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endParaRPr lang="en-US" altLang="ko-KR" sz="1400" dirty="0">
                <a:latin typeface="신세계 Bold" panose="02000300000000000000" pitchFamily="50" charset="-127"/>
                <a:ea typeface="신세계 Bold" panose="02000300000000000000" pitchFamily="50" charset="-127"/>
              </a:endParaRPr>
            </a:p>
          </p:txBody>
        </p:sp>
        <p:sp>
          <p:nvSpPr>
            <p:cNvPr id="214" name="Text 11">
              <a:extLst>
                <a:ext uri="{FF2B5EF4-FFF2-40B4-BE49-F238E27FC236}">
                  <a16:creationId xmlns:a16="http://schemas.microsoft.com/office/drawing/2014/main" id="{7D5EEC23-89C0-F0BE-F166-4BC3E83395F5}"/>
                </a:ext>
              </a:extLst>
            </p:cNvPr>
            <p:cNvSpPr/>
            <p:nvPr/>
          </p:nvSpPr>
          <p:spPr>
            <a:xfrm>
              <a:off x="1044691" y="5701947"/>
              <a:ext cx="5660909" cy="620151"/>
            </a:xfrm>
            <a:prstGeom prst="rect">
              <a:avLst/>
            </a:prstGeom>
            <a:noFill/>
            <a:ln/>
          </p:spPr>
          <p:txBody>
            <a:bodyPr wrap="none" lIns="72000" tIns="0" rIns="72000" bIns="0" rtlCol="0" anchor="ctr" anchorCtr="0">
              <a:normAutofit/>
            </a:bodyPr>
            <a:lstStyle/>
            <a:p>
              <a:r>
                <a:rPr lang="ja-JP" sz="1256" dirty="0">
                  <a:solidFill>
                    <a:srgbClr val="555555"/>
                  </a:solidFill>
                  <a:latin typeface="Noto Serif JP SemiBold"/>
                  <a:ea typeface="Noto Serif JP SemiBold"/>
                  <a:cs typeface="Arial" pitchFamily="34" charset="-120"/>
                </a:rPr>
                <a:t xml:space="preserve">ポテンツァ 毛穴 · ニキビ痕（顔全体 / 個人チップ使用） </a:t>
              </a:r>
            </a:p>
            <a:p>
              <a:r>
                <a:rPr lang="ja-JP" sz="1000" dirty="0">
                  <a:solidFill>
                    <a:srgbClr val="555555"/>
                  </a:solidFill>
                  <a:latin typeface="Noto Serif JP SemiBold"/>
                  <a:ea typeface="Noto Serif JP SemiBold"/>
                  <a:cs typeface="Arial" pitchFamily="34" charset="-120"/>
                </a:rPr>
                <a:t>マイクロニードルの熱刺激による肌再生 · 毛穴引き締め</a:t>
              </a:r>
            </a:p>
          </p:txBody>
        </p:sp>
        <p:grpSp>
          <p:nvGrpSpPr>
            <p:cNvPr id="210" name="그룹 209">
              <a:extLst>
                <a:ext uri="{FF2B5EF4-FFF2-40B4-BE49-F238E27FC236}">
                  <a16:creationId xmlns:a16="http://schemas.microsoft.com/office/drawing/2014/main" id="{91953C7A-E82B-A479-2CD4-AE70097FC1F0}"/>
                </a:ext>
              </a:extLst>
            </p:cNvPr>
            <p:cNvGrpSpPr/>
            <p:nvPr/>
          </p:nvGrpSpPr>
          <p:grpSpPr>
            <a:xfrm>
              <a:off x="1041515" y="5061600"/>
              <a:ext cx="8205142" cy="1274106"/>
              <a:chOff x="1041515" y="4276772"/>
              <a:chExt cx="8205142" cy="1274106"/>
            </a:xfrm>
          </p:grpSpPr>
          <p:sp>
            <p:nvSpPr>
              <p:cNvPr id="211" name="Shape 7">
                <a:extLst>
                  <a:ext uri="{FF2B5EF4-FFF2-40B4-BE49-F238E27FC236}">
                    <a16:creationId xmlns:a16="http://schemas.microsoft.com/office/drawing/2014/main" id="{27632594-FB9D-D630-9253-A1A3611E0110}"/>
                  </a:ext>
                </a:extLst>
              </p:cNvPr>
              <p:cNvSpPr/>
              <p:nvPr/>
            </p:nvSpPr>
            <p:spPr>
              <a:xfrm>
                <a:off x="1041515" y="4276772"/>
                <a:ext cx="8205142" cy="13607"/>
              </a:xfrm>
              <a:prstGeom prst="rect">
                <a:avLst/>
              </a:prstGeom>
              <a:solidFill>
                <a:srgbClr val="2498BD"/>
              </a:solidFill>
              <a:ln/>
            </p:spPr>
          </p:sp>
          <p:sp>
            <p:nvSpPr>
              <p:cNvPr id="212" name="Shape 7">
                <a:extLst>
                  <a:ext uri="{FF2B5EF4-FFF2-40B4-BE49-F238E27FC236}">
                    <a16:creationId xmlns:a16="http://schemas.microsoft.com/office/drawing/2014/main" id="{A945E07C-A83C-4657-A145-C723D512F45B}"/>
                  </a:ext>
                </a:extLst>
              </p:cNvPr>
              <p:cNvSpPr/>
              <p:nvPr/>
            </p:nvSpPr>
            <p:spPr>
              <a:xfrm>
                <a:off x="1041515" y="4907588"/>
                <a:ext cx="8205142" cy="13607"/>
              </a:xfrm>
              <a:prstGeom prst="rect">
                <a:avLst/>
              </a:prstGeom>
              <a:solidFill>
                <a:srgbClr val="CCCCCC"/>
              </a:solidFill>
              <a:ln/>
            </p:spPr>
          </p:sp>
          <p:sp>
            <p:nvSpPr>
              <p:cNvPr id="213" name="Shape 7">
                <a:extLst>
                  <a:ext uri="{FF2B5EF4-FFF2-40B4-BE49-F238E27FC236}">
                    <a16:creationId xmlns:a16="http://schemas.microsoft.com/office/drawing/2014/main" id="{A09457E6-0897-05B0-FB10-1E5A6A2D455D}"/>
                  </a:ext>
                </a:extLst>
              </p:cNvPr>
              <p:cNvSpPr/>
              <p:nvPr/>
            </p:nvSpPr>
            <p:spPr>
              <a:xfrm>
                <a:off x="1041515" y="5537271"/>
                <a:ext cx="8205142" cy="13607"/>
              </a:xfrm>
              <a:prstGeom prst="rect">
                <a:avLst/>
              </a:prstGeom>
              <a:solidFill>
                <a:srgbClr val="CCCCCC"/>
              </a:solidFill>
              <a:ln/>
            </p:spPr>
          </p:sp>
        </p:grpSp>
      </p:grpSp>
      <p:sp>
        <p:nvSpPr>
          <p:cNvPr id="23" name="Shape 7">
            <a:extLst>
              <a:ext uri="{FF2B5EF4-FFF2-40B4-BE49-F238E27FC236}">
                <a16:creationId xmlns:a16="http://schemas.microsoft.com/office/drawing/2014/main" id="{EBD6F060-A580-FB11-C29A-2A02B22136CA}"/>
              </a:ext>
            </a:extLst>
          </p:cNvPr>
          <p:cNvSpPr/>
          <p:nvPr/>
        </p:nvSpPr>
        <p:spPr>
          <a:xfrm>
            <a:off x="1047868" y="4264664"/>
            <a:ext cx="8205142" cy="13607"/>
          </a:xfrm>
          <a:prstGeom prst="rect">
            <a:avLst/>
          </a:prstGeom>
          <a:solidFill>
            <a:srgbClr val="CCCCCC"/>
          </a:solidFill>
          <a:ln/>
        </p:spPr>
      </p:sp>
      <p:sp>
        <p:nvSpPr>
          <p:cNvPr id="25" name="Text 11">
            <a:extLst>
              <a:ext uri="{FF2B5EF4-FFF2-40B4-BE49-F238E27FC236}">
                <a16:creationId xmlns:a16="http://schemas.microsoft.com/office/drawing/2014/main" id="{4964A7EA-24F3-BAC1-DF4F-9502610E5C95}"/>
              </a:ext>
            </a:extLst>
          </p:cNvPr>
          <p:cNvSpPr/>
          <p:nvPr/>
        </p:nvSpPr>
        <p:spPr>
          <a:xfrm>
            <a:off x="1051044" y="3886241"/>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タトゥー除去</a:t>
            </a:r>
          </a:p>
        </p:txBody>
      </p:sp>
      <p:sp>
        <p:nvSpPr>
          <p:cNvPr id="27" name="Text 15">
            <a:extLst>
              <a:ext uri="{FF2B5EF4-FFF2-40B4-BE49-F238E27FC236}">
                <a16:creationId xmlns:a16="http://schemas.microsoft.com/office/drawing/2014/main" id="{430BA8D6-2EC3-7273-231E-CADE7F1909EE}"/>
              </a:ext>
            </a:extLst>
          </p:cNvPr>
          <p:cNvSpPr/>
          <p:nvPr/>
        </p:nvSpPr>
        <p:spPr>
          <a:xfrm>
            <a:off x="7181013" y="3966259"/>
            <a:ext cx="2071996" cy="215444"/>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1回 / 名刺サイズ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25</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9" name="Text 15">
            <a:extLst>
              <a:ext uri="{FF2B5EF4-FFF2-40B4-BE49-F238E27FC236}">
                <a16:creationId xmlns:a16="http://schemas.microsoft.com/office/drawing/2014/main" id="{C952C8B0-EF22-60B7-EE52-9C257CAAED86}"/>
              </a:ext>
            </a:extLst>
          </p:cNvPr>
          <p:cNvSpPr/>
          <p:nvPr/>
        </p:nvSpPr>
        <p:spPr>
          <a:xfrm>
            <a:off x="4486073" y="3966259"/>
            <a:ext cx="2630932"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 xml:space="preserve">1回 / 1×10 文字タトゥー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26" name="Text 11"/>
          <p:cNvSpPr txBox="1"/>
          <p:nvPr/>
        </p:nvSpPr>
        <p:spPr>
          <a:xfrm>
            <a:off x="1044692" y="4905500"/>
            <a:ext cx="5200000" cy="620151"/>
          </a:xfrm>
          <a:prstGeom prst="rect">
            <a:avLst/>
          </a:prstGeom>
          <a:noFill/>
          <a:ln/>
        </p:spPr>
        <p:txBody>
          <a:bodyPr wrap="none" lIns="72000" tIns="0" rIns="72000" bIns="0" rtlCol="0" anchor="ctr" anchorCtr="0">
            <a:normAutofit/>
          </a:bodyPr>
          <a:lstStyle/>
          <a:p>
            <a:r>
              <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rPr>
              <a:t>BBL HERO (FACE)</a:t>
            </a:r>
          </a:p>
          <a:p>
            <a:pPr>
              <a:lnSpc>
                <a:spcPct val="150000"/>
              </a:lnSpc>
            </a:pPr>
            <a:r>
              <a:rPr lang="ja-JP" sz="1000" dirty="0">
                <a:solidFill>
                  <a:srgbClr val="555555"/>
                </a:solidFill>
                <a:latin typeface="Noto Serif JP SemiBold"/>
                <a:ea typeface="Noto Serif JP SemiBold"/>
                <a:cs typeface="Arial" pitchFamily="34" charset="-120"/>
              </a:rPr>
              <a:t>最高級ハイエンド光治療 · 1回</a:t>
            </a:r>
          </a:p>
        </p:txBody>
      </p:sp>
      <p:sp>
        <p:nvSpPr>
          <p:cNvPr id="227" name="Text 15"/>
          <p:cNvSpPr txBox="1"/>
          <p:nvPr/>
        </p:nvSpPr>
        <p:spPr>
          <a:xfrm>
            <a:off x="3751580" y="4905500"/>
            <a:ext cx="2201164" cy="620151"/>
          </a:xfrm>
          <a:prstGeom prst="rect">
            <a:avLst/>
          </a:prstGeom>
          <a:noFill/>
          <a:ln/>
        </p:spPr>
        <p:txBody>
          <a:bodyPr wrap="none" lIns="0" tIns="0" rIns="0" bIns="0" rtlCol="0" anchor="ctr" anchorCtr="0">
            <a:normAutofit/>
          </a:bodyPr>
          <a:lstStyle/>
          <a:p>
            <a:r>
              <a:rPr lang="ja-JP" sz="1200" dirty="0">
                <a:solidFill>
                  <a:srgbClr val="2498BD"/>
                </a:solidFill>
                <a:latin typeface="Noto Serif JP SemiBold"/>
                <a:ea typeface="Noto Serif JP SemiBold"/>
                <a:cs typeface="Arial" pitchFamily="34" charset="-120"/>
              </a:rPr>
              <a:t xml:space="preserve">フォーエバーヤング </a:t>
            </a:r>
            <a:r>
              <a:rPr lang="ko-KR" altLang="en-US" sz="1400" dirty="0">
                <a:solidFill>
                  <a:srgbClr val="1A1A1A"/>
                </a:solidFill>
                <a:latin typeface="신세계 Bold" panose="02000300000000000000" pitchFamily="50" charset="-127"/>
                <a:ea typeface="신세계 Bold" panose="02000300000000000000" pitchFamily="50" charset="-127"/>
                <a:cs typeface="Arial" pitchFamily="34" charset="-120"/>
              </a:rPr>
              <a:t>550,000</a:t>
            </a:r>
          </a:p>
        </p:txBody>
      </p:sp>
      <p:sp>
        <p:nvSpPr>
          <p:cNvPr id="228" name="Text 15"/>
          <p:cNvSpPr txBox="1"/>
          <p:nvPr/>
        </p:nvSpPr>
        <p:spPr>
          <a:xfrm>
            <a:off x="6053328" y="4905500"/>
            <a:ext cx="1750000" cy="620151"/>
          </a:xfrm>
          <a:prstGeom prst="rect">
            <a:avLst/>
          </a:prstGeom>
          <a:noFill/>
          <a:ln/>
        </p:spPr>
        <p:txBody>
          <a:bodyPr wrap="none" lIns="0" tIns="0" rIns="0" bIns="0" rtlCol="0" anchor="ctr" anchorCtr="0">
            <a:normAutofit/>
          </a:bodyPr>
          <a:lstStyle/>
          <a:p>
            <a:r>
              <a:rPr lang="ja-JP" sz="1200" dirty="0">
                <a:solidFill>
                  <a:srgbClr val="2498BD"/>
                </a:solidFill>
                <a:latin typeface="Noto Serif JP SemiBold"/>
                <a:ea typeface="Noto Serif JP SemiBold"/>
                <a:cs typeface="Arial" pitchFamily="34" charset="-120"/>
              </a:rPr>
              <a:t xml:space="preserve">スキンタイト </a:t>
            </a:r>
            <a:r>
              <a:rPr lang="ko-KR" altLang="en-US" sz="1400" dirty="0">
                <a:solidFill>
                  <a:srgbClr val="1A1A1A"/>
                </a:solidFill>
                <a:latin typeface="신세계 Bold" panose="02000300000000000000" pitchFamily="50" charset="-127"/>
                <a:ea typeface="신세계 Bold" panose="02000300000000000000" pitchFamily="50" charset="-127"/>
                <a:cs typeface="Arial" pitchFamily="34" charset="-120"/>
              </a:rPr>
              <a:t>550,000</a:t>
            </a:r>
          </a:p>
        </p:txBody>
      </p:sp>
      <p:sp>
        <p:nvSpPr>
          <p:cNvPr id="229" name="Text 15"/>
          <p:cNvSpPr txBox="1"/>
          <p:nvPr/>
        </p:nvSpPr>
        <p:spPr>
          <a:xfrm>
            <a:off x="7918704" y="4905500"/>
            <a:ext cx="1750000" cy="620151"/>
          </a:xfrm>
          <a:prstGeom prst="rect">
            <a:avLst/>
          </a:prstGeom>
          <a:noFill/>
          <a:ln/>
        </p:spPr>
        <p:txBody>
          <a:bodyPr wrap="none" lIns="0" tIns="0" rIns="0" bIns="0" rtlCol="0" anchor="ctr" anchorCtr="0">
            <a:normAutofit/>
          </a:bodyPr>
          <a:lstStyle/>
          <a:p>
            <a:r>
              <a:rPr lang="ja-JP" sz="1200" dirty="0">
                <a:solidFill>
                  <a:srgbClr val="2498BD"/>
                </a:solidFill>
                <a:latin typeface="Noto Serif JP SemiBold"/>
                <a:ea typeface="Noto Serif JP SemiBold"/>
                <a:cs typeface="Arial" pitchFamily="34" charset="-120"/>
              </a:rPr>
              <a:t xml:space="preserve">クリア </a:t>
            </a:r>
            <a:r>
              <a:rPr lang="ko-KR" altLang="en-US" sz="1400" dirty="0">
                <a:solidFill>
                  <a:srgbClr val="1A1A1A"/>
                </a:solidFill>
                <a:latin typeface="신세계 Bold" panose="02000300000000000000" pitchFamily="50" charset="-127"/>
                <a:ea typeface="신세계 Bold" panose="02000300000000000000" pitchFamily="50" charset="-127"/>
                <a:cs typeface="Arial" pitchFamily="34" charset="-120"/>
              </a:rPr>
              <a:t>550,000</a:t>
            </a:r>
          </a:p>
        </p:txBody>
      </p:sp>
      <p:sp>
        <p:nvSpPr>
          <p:cNvPr id="230" name="Shape 7"/>
          <p:cNvSpPr/>
          <p:nvPr/>
        </p:nvSpPr>
        <p:spPr>
          <a:xfrm>
            <a:off x="1041515" y="5525651"/>
            <a:ext cx="8205142" cy="13607"/>
          </a:xfrm>
          <a:prstGeom prst="rect">
            <a:avLst/>
          </a:prstGeom>
          <a:solidFill>
            <a:srgbClr val="CCCCCC"/>
          </a:solidFill>
          <a:ln/>
        </p:spPr>
      </p:sp>
      <p:sp>
        <p:nvSpPr>
          <p:cNvPr id="231" name="Text 11"/>
          <p:cNvSpPr txBox="1"/>
          <p:nvPr/>
        </p:nvSpPr>
        <p:spPr>
          <a:xfrm>
            <a:off x="1044692" y="5525651"/>
            <a:ext cx="5200000" cy="620151"/>
          </a:xfrm>
          <a:prstGeom prst="rect">
            <a:avLst/>
          </a:prstGeom>
          <a:noFill/>
          <a:ln/>
        </p:spPr>
        <p:txBody>
          <a:bodyPr wrap="none" lIns="72000" tIns="0" rIns="72000" bIns="0" rtlCol="0" anchor="ctr" anchorCtr="0">
            <a:normAutofit/>
          </a:bodyPr>
          <a:lstStyle/>
          <a:p>
            <a:r>
              <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rPr>
              <a:t>BBL HERO (BODY)</a:t>
            </a:r>
          </a:p>
          <a:p>
            <a:pPr>
              <a:lnSpc>
                <a:spcPct val="150000"/>
              </a:lnSpc>
            </a:pPr>
            <a:r>
              <a:rPr lang="ja-JP" sz="1000" dirty="0">
                <a:solidFill>
                  <a:srgbClr val="555555"/>
                </a:solidFill>
                <a:latin typeface="Noto Serif JP SemiBold"/>
                <a:ea typeface="Noto Serif JP SemiBold"/>
                <a:cs typeface="Arial" pitchFamily="34" charset="-120"/>
              </a:rPr>
              <a:t>縦横15cmまたは部位ごと · 1回</a:t>
            </a:r>
          </a:p>
        </p:txBody>
      </p:sp>
      <p:sp>
        <p:nvSpPr>
          <p:cNvPr id="232" name="Text 15"/>
          <p:cNvSpPr txBox="1"/>
          <p:nvPr/>
        </p:nvSpPr>
        <p:spPr>
          <a:xfrm>
            <a:off x="3751580" y="5525651"/>
            <a:ext cx="2201164" cy="620151"/>
          </a:xfrm>
          <a:prstGeom prst="rect">
            <a:avLst/>
          </a:prstGeom>
          <a:noFill/>
          <a:ln/>
        </p:spPr>
        <p:txBody>
          <a:bodyPr wrap="none" lIns="0" tIns="0" rIns="0" bIns="0" rtlCol="0" anchor="ctr" anchorCtr="0">
            <a:normAutofit/>
          </a:bodyPr>
          <a:lstStyle/>
          <a:p>
            <a:r>
              <a:rPr lang="ja-JP" sz="1200" dirty="0">
                <a:solidFill>
                  <a:srgbClr val="2498BD"/>
                </a:solidFill>
                <a:latin typeface="Noto Serif JP SemiBold"/>
                <a:ea typeface="Noto Serif JP SemiBold"/>
                <a:cs typeface="Arial" pitchFamily="34" charset="-120"/>
              </a:rPr>
              <a:t xml:space="preserve">フォーエバーヤング </a:t>
            </a:r>
            <a:r>
              <a:rPr lang="ko-KR" altLang="en-US" sz="1400" dirty="0">
                <a:solidFill>
                  <a:srgbClr val="1A1A1A"/>
                </a:solidFill>
                <a:latin typeface="신세계 Bold" panose="02000300000000000000" pitchFamily="50" charset="-127"/>
                <a:ea typeface="신세계 Bold" panose="02000300000000000000" pitchFamily="50" charset="-127"/>
                <a:cs typeface="Arial" pitchFamily="34" charset="-120"/>
              </a:rPr>
              <a:t>800,000</a:t>
            </a:r>
          </a:p>
        </p:txBody>
      </p:sp>
      <p:sp>
        <p:nvSpPr>
          <p:cNvPr id="233" name="Text 15"/>
          <p:cNvSpPr txBox="1"/>
          <p:nvPr/>
        </p:nvSpPr>
        <p:spPr>
          <a:xfrm>
            <a:off x="6053328" y="5525651"/>
            <a:ext cx="1750000" cy="620151"/>
          </a:xfrm>
          <a:prstGeom prst="rect">
            <a:avLst/>
          </a:prstGeom>
          <a:noFill/>
          <a:ln/>
        </p:spPr>
        <p:txBody>
          <a:bodyPr wrap="none" lIns="0" tIns="0" rIns="0" bIns="0" rtlCol="0" anchor="ctr" anchorCtr="0">
            <a:normAutofit/>
          </a:bodyPr>
          <a:lstStyle/>
          <a:p>
            <a:r>
              <a:rPr lang="ja-JP" sz="1200" dirty="0">
                <a:solidFill>
                  <a:srgbClr val="2498BD"/>
                </a:solidFill>
                <a:latin typeface="Noto Serif JP SemiBold"/>
                <a:ea typeface="Noto Serif JP SemiBold"/>
                <a:cs typeface="Arial" pitchFamily="34" charset="-120"/>
              </a:rPr>
              <a:t xml:space="preserve">スキンタイト </a:t>
            </a:r>
            <a:r>
              <a:rPr lang="ko-KR" altLang="en-US" sz="1400" dirty="0">
                <a:solidFill>
                  <a:srgbClr val="1A1A1A"/>
                </a:solidFill>
                <a:latin typeface="신세계 Bold" panose="02000300000000000000" pitchFamily="50" charset="-127"/>
                <a:ea typeface="신세계 Bold" panose="02000300000000000000" pitchFamily="50" charset="-127"/>
                <a:cs typeface="Arial" pitchFamily="34" charset="-120"/>
              </a:rPr>
              <a:t>800,000</a:t>
            </a:r>
          </a:p>
        </p:txBody>
      </p:sp>
      <p:sp>
        <p:nvSpPr>
          <p:cNvPr id="234" name="Text 15"/>
          <p:cNvSpPr txBox="1"/>
          <p:nvPr/>
        </p:nvSpPr>
        <p:spPr>
          <a:xfrm>
            <a:off x="7918704" y="5525651"/>
            <a:ext cx="1750000" cy="620151"/>
          </a:xfrm>
          <a:prstGeom prst="rect">
            <a:avLst/>
          </a:prstGeom>
          <a:noFill/>
          <a:ln/>
        </p:spPr>
        <p:txBody>
          <a:bodyPr wrap="none" lIns="0" tIns="0" rIns="0" bIns="0" rtlCol="0" anchor="ctr" anchorCtr="0">
            <a:normAutofit/>
          </a:bodyPr>
          <a:lstStyle/>
          <a:p>
            <a:r>
              <a:rPr lang="ja-JP" sz="1200" dirty="0">
                <a:solidFill>
                  <a:srgbClr val="2498BD"/>
                </a:solidFill>
                <a:latin typeface="Noto Serif JP SemiBold"/>
                <a:ea typeface="Noto Serif JP SemiBold"/>
                <a:cs typeface="Arial" pitchFamily="34" charset="-120"/>
              </a:rPr>
              <a:t xml:space="preserve">クリア </a:t>
            </a:r>
            <a:r>
              <a:rPr lang="ko-KR" altLang="en-US" sz="1400" dirty="0">
                <a:solidFill>
                  <a:srgbClr val="1A1A1A"/>
                </a:solidFill>
                <a:latin typeface="신세계 Bold" panose="02000300000000000000" pitchFamily="50" charset="-127"/>
                <a:ea typeface="신세계 Bold" panose="02000300000000000000" pitchFamily="50" charset="-127"/>
                <a:cs typeface="Arial" pitchFamily="34" charset="-120"/>
              </a:rPr>
              <a:t>800,000</a:t>
            </a:r>
          </a:p>
        </p:txBody>
      </p:sp>
      <p:sp>
        <p:nvSpPr>
          <p:cNvPr id="235" name="Shape 7"/>
          <p:cNvSpPr/>
          <p:nvPr/>
        </p:nvSpPr>
        <p:spPr>
          <a:xfrm>
            <a:off x="1041515" y="6145802"/>
            <a:ext cx="8205142" cy="13607"/>
          </a:xfrm>
          <a:prstGeom prst="rect">
            <a:avLst/>
          </a:prstGeom>
          <a:solidFill>
            <a:srgbClr val="CCCCCC"/>
          </a:solidFill>
          <a:ln/>
        </p:spPr>
      </p:sp>
      <p:sp>
        <p:nvSpPr>
          <p:cNvPr id="236" name="Text 9"/>
          <p:cNvSpPr txBox="1"/>
          <p:nvPr/>
        </p:nvSpPr>
        <p:spPr>
          <a:xfrm>
            <a:off x="1044692" y="6205802"/>
            <a:ext cx="8200000" cy="230000"/>
          </a:xfrm>
          <a:prstGeom prst="rect">
            <a:avLst/>
          </a:prstGeom>
          <a:noFill/>
          <a:ln/>
        </p:spPr>
        <p:txBody>
          <a:bodyPr wrap="none" lIns="72000" tIns="0" rIns="72000" bIns="0" rtlCol="0" anchor="ctr" anchorCtr="0">
            <a:normAutofit/>
          </a:bodyPr>
          <a:lstStyle/>
          <a:p>
            <a:r>
              <a:rPr lang="ja-JP" sz="1000" dirty="0">
                <a:solidFill>
                  <a:srgbClr val="555555"/>
                </a:solidFill>
                <a:latin typeface="Noto Serif JP SemiBold"/>
                <a:ea typeface="Noto Serif JP SemiBold"/>
                <a:cs typeface="Arial" pitchFamily="34" charset="-120"/>
              </a:rPr>
              <a:t>* フォーエバーヤング：肌質 · 肌トーン（BODYはDNA若返り）、   スキンタイト：毛穴 · 小ジワ · リフトアップ、   クリア：肌トラブル</a:t>
            </a:r>
          </a:p>
        </p:txBody>
      </p:sp>
      <p:sp>
        <p:nvSpPr>
          <p:cNvPr id="237" name="Text 11"/>
          <p:cNvSpPr txBox="1"/>
          <p:nvPr/>
        </p:nvSpPr>
        <p:spPr>
          <a:xfrm>
            <a:off x="1044692" y="8433764"/>
            <a:ext cx="5200000"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オプション）サブシジョン 1部位（手のひらサイズ基準）</a:t>
            </a:r>
          </a:p>
          <a:p>
            <a:pPr>
              <a:lnSpc>
                <a:spcPct val="150000"/>
              </a:lnSpc>
            </a:pPr>
            <a:r>
              <a:rPr lang="ja-JP" sz="1000" dirty="0">
                <a:solidFill>
                  <a:srgbClr val="555555"/>
                </a:solidFill>
                <a:latin typeface="Noto Serif JP SemiBold"/>
                <a:ea typeface="Noto Serif JP SemiBold"/>
                <a:cs typeface="Arial" pitchFamily="34" charset="-120"/>
              </a:rPr>
              <a:t>凹んだニキビ跡の下にある線維化した組織を切り離し、跡をふっくらと盛り上げる施術</a:t>
            </a:r>
          </a:p>
        </p:txBody>
      </p:sp>
      <p:sp>
        <p:nvSpPr>
          <p:cNvPr id="238" name="Text 15"/>
          <p:cNvSpPr txBox="1"/>
          <p:nvPr/>
        </p:nvSpPr>
        <p:spPr>
          <a:xfrm>
            <a:off x="5946656" y="8433764"/>
            <a:ext cx="3219115" cy="620151"/>
          </a:xfrm>
          <a:prstGeom prst="rect">
            <a:avLst/>
          </a:prstGeom>
          <a:noFill/>
          <a:ln/>
        </p:spPr>
        <p:txBody>
          <a:bodyPr wrap="none" lIns="0" tIns="0" rIns="0" bIns="0" rtlCol="0" anchor="ctr" anchorCtr="0">
            <a:normAutofit/>
          </a:bodyPr>
          <a:lstStyle/>
          <a:p>
            <a:pPr algn="r"/>
            <a:r>
              <a:rPr lang="ja-JP" sz="1125" dirty="0">
                <a:solidFill>
                  <a:srgbClr val="2498BD"/>
                </a:solidFill>
                <a:latin typeface="Noto Serif JP SemiBold"/>
                <a:ea typeface="Noto Serif JP SemiBold"/>
                <a:cs typeface="Arial" pitchFamily="34" charset="-120"/>
              </a:rPr>
              <a:t xml:space="preserve">1回 </a:t>
            </a:r>
            <a:r>
              <a:rPr lang="ko-KR" altLang="en-US" sz="1400" dirty="0">
                <a:solidFill>
                  <a:srgbClr val="1A1A1A"/>
                </a:solidFill>
                <a:latin typeface="신세계 Bold" panose="02000300000000000000" pitchFamily="50" charset="-127"/>
                <a:ea typeface="신세계 Bold" panose="02000300000000000000" pitchFamily="50" charset="-127"/>
                <a:cs typeface="Arial" pitchFamily="34" charset="-120"/>
              </a:rPr>
              <a:t>150,000</a:t>
            </a:r>
          </a:p>
        </p:txBody>
      </p:sp>
      <p:sp>
        <p:nvSpPr>
          <p:cNvPr id="239" name="Shape 7"/>
          <p:cNvSpPr/>
          <p:nvPr/>
        </p:nvSpPr>
        <p:spPr>
          <a:xfrm>
            <a:off x="1041515" y="9053915"/>
            <a:ext cx="8205142" cy="13607"/>
          </a:xfrm>
          <a:prstGeom prst="rect">
            <a:avLst/>
          </a:prstGeom>
          <a:solidFill>
            <a:srgbClr val="CCCCCC"/>
          </a:solidFill>
          <a:ln/>
        </p:spPr>
      </p:sp>
      <p:sp>
        <p:nvSpPr>
          <p:cNvPr id="3" name="TextBox 2">
            <a:extLst>
              <a:ext uri="{FF2B5EF4-FFF2-40B4-BE49-F238E27FC236}">
                <a16:creationId xmlns:a16="http://schemas.microsoft.com/office/drawing/2014/main" id="{91707DF2-1D3B-B489-EDAB-49E3B0CC6AAB}"/>
              </a:ext>
            </a:extLst>
          </p:cNvPr>
          <p:cNvSpPr txBox="1"/>
          <p:nvPr/>
        </p:nvSpPr>
        <p:spPr>
          <a:xfrm>
            <a:off x="4853349" y="4561296"/>
            <a:ext cx="2172467" cy="307777"/>
          </a:xfrm>
          <a:prstGeom prst="rect">
            <a:avLst/>
          </a:prstGeom>
          <a:noFill/>
        </p:spPr>
        <p:txBody>
          <a:bodyPr wrap="none">
            <a:spAutoFit/>
          </a:bodyPr>
          <a:lstStyle/>
          <a:p>
            <a:pPr algn="r"/>
            <a:r>
              <a:rPr lang="ja-JP" sz="1033" dirty="0">
                <a:solidFill>
                  <a:srgbClr val="2498BD"/>
                </a:solidFill>
                <a:latin typeface="Noto Serif JP SemiBold"/>
                <a:ea typeface="Noto Serif JP SemiBold"/>
                <a:cs typeface="GC 16 Mono" pitchFamily="34" charset="-120"/>
              </a:rPr>
              <a:t xml:space="preserve">ホクロ 1個（大）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50,000</a:t>
            </a:r>
            <a:endParaRPr lang="en-US" altLang="ko-KR" sz="1400" dirty="0">
              <a:latin typeface="신세계 Bold" panose="02000300000000000000" pitchFamily="50" charset="-127"/>
              <a:ea typeface="신세계 Bold" panose="02000300000000000000" pitchFamily="50" charset="-127"/>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 3">
            <a:extLst>
              <a:ext uri="{FF2B5EF4-FFF2-40B4-BE49-F238E27FC236}">
                <a16:creationId xmlns:a16="http://schemas.microsoft.com/office/drawing/2014/main" id="{07D082F0-96DE-92BB-5CED-DD202590AC4A}"/>
              </a:ext>
            </a:extLst>
          </p:cNvPr>
          <p:cNvSpPr/>
          <p:nvPr/>
        </p:nvSpPr>
        <p:spPr>
          <a:xfrm>
            <a:off x="-514350" y="856844"/>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LASER HAIR REMOVAL</a:t>
            </a:r>
            <a:endParaRPr lang="en-US" sz="1050" dirty="0">
              <a:latin typeface="신세계 Regular" panose="02000300000000000000" pitchFamily="50" charset="-127"/>
              <a:ea typeface="신세계 Regular" panose="02000300000000000000" pitchFamily="50" charset="-127"/>
            </a:endParaRPr>
          </a:p>
        </p:txBody>
      </p:sp>
      <p:sp>
        <p:nvSpPr>
          <p:cNvPr id="102" name="Text 4">
            <a:extLst>
              <a:ext uri="{FF2B5EF4-FFF2-40B4-BE49-F238E27FC236}">
                <a16:creationId xmlns:a16="http://schemas.microsoft.com/office/drawing/2014/main" id="{0A1EE3F0-805B-61D7-B34E-9ACD158894FB}"/>
              </a:ext>
            </a:extLst>
          </p:cNvPr>
          <p:cNvSpPr/>
          <p:nvPr/>
        </p:nvSpPr>
        <p:spPr>
          <a:xfrm>
            <a:off x="-514350" y="1058187"/>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3014" b="1" kern="0" spc="-63" dirty="0">
                <a:solidFill>
                  <a:srgbClr val="2498BD"/>
                </a:solidFill>
                <a:latin typeface="Noto Serif JP SemiBold"/>
                <a:ea typeface="Noto Serif JP SemiBold"/>
                <a:cs typeface="Sinsegye" pitchFamily="34" charset="-120"/>
              </a:rPr>
              <a:t>レーザー脱毛</a:t>
            </a:r>
            <a:endParaRPr lang="en-US" sz="3150" dirty="0">
              <a:latin typeface="신세계 Regular" panose="02000300000000000000" pitchFamily="50" charset="-127"/>
              <a:ea typeface="신세계 Regular" panose="02000300000000000000" pitchFamily="50" charset="-127"/>
            </a:endParaRPr>
          </a:p>
        </p:txBody>
      </p:sp>
      <p:sp>
        <p:nvSpPr>
          <p:cNvPr id="103" name="Text 5">
            <a:extLst>
              <a:ext uri="{FF2B5EF4-FFF2-40B4-BE49-F238E27FC236}">
                <a16:creationId xmlns:a16="http://schemas.microsoft.com/office/drawing/2014/main" id="{0CD7E084-7678-E826-00CF-B3CE4F6288A5}"/>
              </a:ext>
            </a:extLst>
          </p:cNvPr>
          <p:cNvSpPr/>
          <p:nvPr/>
        </p:nvSpPr>
        <p:spPr>
          <a:xfrm>
            <a:off x="-514350" y="1531673"/>
            <a:ext cx="11315700" cy="276225"/>
          </a:xfrm>
          <a:prstGeom prst="rect">
            <a:avLst/>
          </a:prstGeom>
          <a:noFill/>
          <a:ln/>
        </p:spPr>
        <p:txBody>
          <a:bodyPr wrap="square" lIns="25400" tIns="25400" rIns="25400" bIns="25400" rtlCol="0" anchor="t">
            <a:normAutofit/>
          </a:bodyPr>
          <a:lstStyle/>
          <a:p>
            <a:pPr marL="0" indent="0" algn="ctr">
              <a:buNone/>
            </a:pPr>
            <a:r>
              <a:rPr lang="ja-JP" sz="1219" dirty="0">
                <a:solidFill>
                  <a:srgbClr val="6E6E6E"/>
                </a:solidFill>
                <a:latin typeface="Noto Serif JP SemiBold"/>
                <a:ea typeface="Noto Serif JP SemiBold"/>
                <a:cs typeface="Arial" pitchFamily="34" charset="-120"/>
              </a:rPr>
              <a:t>アバランチ — 女性 · 男性脱毛</a:t>
            </a:r>
            <a:endParaRPr lang="en-US" sz="1275" dirty="0">
              <a:latin typeface="신세계 Regular" panose="02000300000000000000" pitchFamily="50" charset="-127"/>
              <a:ea typeface="신세계 Regular" panose="02000300000000000000" pitchFamily="50" charset="-127"/>
            </a:endParaRPr>
          </a:p>
        </p:txBody>
      </p:sp>
      <p:sp>
        <p:nvSpPr>
          <p:cNvPr id="104" name="Text 96">
            <a:extLst>
              <a:ext uri="{FF2B5EF4-FFF2-40B4-BE49-F238E27FC236}">
                <a16:creationId xmlns:a16="http://schemas.microsoft.com/office/drawing/2014/main" id="{1213A560-35D6-A4E7-B37C-B4B2473A1C73}"/>
              </a:ext>
            </a:extLst>
          </p:cNvPr>
          <p:cNvSpPr/>
          <p:nvPr/>
        </p:nvSpPr>
        <p:spPr>
          <a:xfrm>
            <a:off x="529167" y="13503293"/>
            <a:ext cx="9237133" cy="187694"/>
          </a:xfrm>
          <a:prstGeom prst="rect">
            <a:avLst/>
          </a:prstGeom>
          <a:noFill/>
          <a:ln/>
        </p:spPr>
        <p:txBody>
          <a:bodyPr wrap="square" lIns="25400" tIns="25400" rIns="514800" bIns="25400" rtlCol="0" anchor="t">
            <a:normAutofit fontScale="92500" lnSpcReduction="10000"/>
          </a:bodyPr>
          <a:lstStyle/>
          <a:p>
            <a:pPr marL="0" indent="0" algn="r">
              <a:buNone/>
            </a:pPr>
            <a:r>
              <a:rPr lang="ja-JP" sz="906" dirty="0">
                <a:solidFill>
                  <a:srgbClr val="6E6E6E"/>
                </a:solidFill>
                <a:latin typeface="Noto Serif JP SemiBold"/>
                <a:ea typeface="Noto Serif JP SemiBold"/>
                <a:cs typeface="GC 16 Mono" pitchFamily="34" charset="-120"/>
              </a:rPr>
              <a:t>* 税別価格（10％）</a:t>
            </a:r>
            <a:endParaRPr lang="en-US" sz="1013" dirty="0">
              <a:latin typeface="신세계 Regular" panose="02000300000000000000" pitchFamily="50" charset="-127"/>
              <a:ea typeface="신세계 Regular" panose="02000300000000000000" pitchFamily="50" charset="-127"/>
            </a:endParaRPr>
          </a:p>
        </p:txBody>
      </p:sp>
      <p:sp>
        <p:nvSpPr>
          <p:cNvPr id="105" name="TextBox 251">
            <a:extLst>
              <a:ext uri="{FF2B5EF4-FFF2-40B4-BE49-F238E27FC236}">
                <a16:creationId xmlns:a16="http://schemas.microsoft.com/office/drawing/2014/main" id="{8DA01E9F-A1B4-868E-FBDF-592F835229C2}"/>
              </a:ext>
            </a:extLst>
          </p:cNvPr>
          <p:cNvSpPr txBox="1"/>
          <p:nvPr/>
        </p:nvSpPr>
        <p:spPr>
          <a:xfrm>
            <a:off x="928800" y="2721600"/>
            <a:ext cx="2340864"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アバランチ 女性脱毛</a:t>
            </a:r>
            <a:endParaRPr lang="ko-KR" altLang="en-US" dirty="0">
              <a:latin typeface="신세계 SemiBold" panose="02000300000000000000" pitchFamily="50" charset="-127"/>
              <a:ea typeface="신세계 SemiBold" panose="02000300000000000000" pitchFamily="50" charset="-127"/>
              <a:cs typeface="Sinsegye" pitchFamily="34" charset="-120"/>
            </a:endParaRPr>
          </a:p>
        </p:txBody>
      </p:sp>
      <p:sp>
        <p:nvSpPr>
          <p:cNvPr id="106" name="Shape 7">
            <a:extLst>
              <a:ext uri="{FF2B5EF4-FFF2-40B4-BE49-F238E27FC236}">
                <a16:creationId xmlns:a16="http://schemas.microsoft.com/office/drawing/2014/main" id="{EDF12578-D341-D8EB-43DD-F6BCDBA41D68}"/>
              </a:ext>
            </a:extLst>
          </p:cNvPr>
          <p:cNvSpPr/>
          <p:nvPr/>
        </p:nvSpPr>
        <p:spPr>
          <a:xfrm>
            <a:off x="1040400" y="3045599"/>
            <a:ext cx="8204400" cy="13607"/>
          </a:xfrm>
          <a:prstGeom prst="rect">
            <a:avLst/>
          </a:prstGeom>
          <a:solidFill>
            <a:srgbClr val="2498BD"/>
          </a:solidFill>
          <a:ln/>
        </p:spPr>
      </p:sp>
      <p:sp>
        <p:nvSpPr>
          <p:cNvPr id="107" name="Text 11">
            <a:extLst>
              <a:ext uri="{FF2B5EF4-FFF2-40B4-BE49-F238E27FC236}">
                <a16:creationId xmlns:a16="http://schemas.microsoft.com/office/drawing/2014/main" id="{A3E3B819-E0D2-5245-F783-B7C3665FF436}"/>
              </a:ext>
            </a:extLst>
          </p:cNvPr>
          <p:cNvSpPr/>
          <p:nvPr/>
        </p:nvSpPr>
        <p:spPr>
          <a:xfrm>
            <a:off x="1044000" y="3056399"/>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ワキ または 鼻下 または もみあげ</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08" name="Text 15">
            <a:extLst>
              <a:ext uri="{FF2B5EF4-FFF2-40B4-BE49-F238E27FC236}">
                <a16:creationId xmlns:a16="http://schemas.microsoft.com/office/drawing/2014/main" id="{6541FC45-2F76-FA08-4151-9D4B816BFCC6}"/>
              </a:ext>
            </a:extLst>
          </p:cNvPr>
          <p:cNvSpPr/>
          <p:nvPr/>
        </p:nvSpPr>
        <p:spPr>
          <a:xfrm>
            <a:off x="6692400" y="3113999"/>
            <a:ext cx="953401"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50,000</a:t>
            </a:r>
          </a:p>
        </p:txBody>
      </p:sp>
      <p:sp>
        <p:nvSpPr>
          <p:cNvPr id="109" name="Text 15">
            <a:extLst>
              <a:ext uri="{FF2B5EF4-FFF2-40B4-BE49-F238E27FC236}">
                <a16:creationId xmlns:a16="http://schemas.microsoft.com/office/drawing/2014/main" id="{6541FC45-2F76-FA08-4151-9D4B816BFCC6}"/>
              </a:ext>
            </a:extLst>
          </p:cNvPr>
          <p:cNvSpPr/>
          <p:nvPr/>
        </p:nvSpPr>
        <p:spPr>
          <a:xfrm>
            <a:off x="8226552" y="3113999"/>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150,000</a:t>
            </a:r>
          </a:p>
        </p:txBody>
      </p:sp>
      <p:sp>
        <p:nvSpPr>
          <p:cNvPr id="110" name="Shape 7">
            <a:extLst>
              <a:ext uri="{FF2B5EF4-FFF2-40B4-BE49-F238E27FC236}">
                <a16:creationId xmlns:a16="http://schemas.microsoft.com/office/drawing/2014/main" id="{64127FB2-31D8-1A56-FE3F-A142E6D63B7F}"/>
              </a:ext>
            </a:extLst>
          </p:cNvPr>
          <p:cNvSpPr/>
          <p:nvPr/>
        </p:nvSpPr>
        <p:spPr>
          <a:xfrm>
            <a:off x="1040400" y="3398400"/>
            <a:ext cx="8204400" cy="13607"/>
          </a:xfrm>
          <a:prstGeom prst="rect">
            <a:avLst/>
          </a:prstGeom>
          <a:solidFill>
            <a:srgbClr val="CCCCCC"/>
          </a:solidFill>
          <a:ln/>
        </p:spPr>
      </p:sp>
      <p:sp>
        <p:nvSpPr>
          <p:cNvPr id="111" name="Text 11">
            <a:extLst>
              <a:ext uri="{FF2B5EF4-FFF2-40B4-BE49-F238E27FC236}">
                <a16:creationId xmlns:a16="http://schemas.microsoft.com/office/drawing/2014/main" id="{A3E3B819-E0D2-5245-F783-B7C3665FF436}"/>
              </a:ext>
            </a:extLst>
          </p:cNvPr>
          <p:cNvSpPr/>
          <p:nvPr/>
        </p:nvSpPr>
        <p:spPr>
          <a:xfrm>
            <a:off x="1044000" y="3409199"/>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ワキ＋鼻下</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12" name="Text 15">
            <a:extLst>
              <a:ext uri="{FF2B5EF4-FFF2-40B4-BE49-F238E27FC236}">
                <a16:creationId xmlns:a16="http://schemas.microsoft.com/office/drawing/2014/main" id="{6541FC45-2F76-FA08-4151-9D4B816BFCC6}"/>
              </a:ext>
            </a:extLst>
          </p:cNvPr>
          <p:cNvSpPr/>
          <p:nvPr/>
        </p:nvSpPr>
        <p:spPr>
          <a:xfrm>
            <a:off x="6692400" y="3466799"/>
            <a:ext cx="953401"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80,000</a:t>
            </a:r>
          </a:p>
        </p:txBody>
      </p:sp>
      <p:sp>
        <p:nvSpPr>
          <p:cNvPr id="113" name="Text 15">
            <a:extLst>
              <a:ext uri="{FF2B5EF4-FFF2-40B4-BE49-F238E27FC236}">
                <a16:creationId xmlns:a16="http://schemas.microsoft.com/office/drawing/2014/main" id="{6541FC45-2F76-FA08-4151-9D4B816BFCC6}"/>
              </a:ext>
            </a:extLst>
          </p:cNvPr>
          <p:cNvSpPr/>
          <p:nvPr/>
        </p:nvSpPr>
        <p:spPr>
          <a:xfrm>
            <a:off x="8226552" y="3466799"/>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250,000</a:t>
            </a:r>
          </a:p>
        </p:txBody>
      </p:sp>
      <p:sp>
        <p:nvSpPr>
          <p:cNvPr id="114" name="Shape 7">
            <a:extLst>
              <a:ext uri="{FF2B5EF4-FFF2-40B4-BE49-F238E27FC236}">
                <a16:creationId xmlns:a16="http://schemas.microsoft.com/office/drawing/2014/main" id="{64127FB2-31D8-1A56-FE3F-A142E6D63B7F}"/>
              </a:ext>
            </a:extLst>
          </p:cNvPr>
          <p:cNvSpPr/>
          <p:nvPr/>
        </p:nvSpPr>
        <p:spPr>
          <a:xfrm>
            <a:off x="1040400" y="3751200"/>
            <a:ext cx="8204400" cy="13607"/>
          </a:xfrm>
          <a:prstGeom prst="rect">
            <a:avLst/>
          </a:prstGeom>
          <a:solidFill>
            <a:srgbClr val="CCCCCC"/>
          </a:solidFill>
          <a:ln/>
        </p:spPr>
      </p:sp>
      <p:sp>
        <p:nvSpPr>
          <p:cNvPr id="115" name="Text 11">
            <a:extLst>
              <a:ext uri="{FF2B5EF4-FFF2-40B4-BE49-F238E27FC236}">
                <a16:creationId xmlns:a16="http://schemas.microsoft.com/office/drawing/2014/main" id="{A3E3B819-E0D2-5245-F783-B7C3665FF436}"/>
              </a:ext>
            </a:extLst>
          </p:cNvPr>
          <p:cNvSpPr/>
          <p:nvPr/>
        </p:nvSpPr>
        <p:spPr>
          <a:xfrm>
            <a:off x="1044000" y="3761999"/>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額（生え際含む）または うなじ</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16" name="Text 15">
            <a:extLst>
              <a:ext uri="{FF2B5EF4-FFF2-40B4-BE49-F238E27FC236}">
                <a16:creationId xmlns:a16="http://schemas.microsoft.com/office/drawing/2014/main" id="{6541FC45-2F76-FA08-4151-9D4B816BFCC6}"/>
              </a:ext>
            </a:extLst>
          </p:cNvPr>
          <p:cNvSpPr/>
          <p:nvPr/>
        </p:nvSpPr>
        <p:spPr>
          <a:xfrm>
            <a:off x="6692400" y="3819600"/>
            <a:ext cx="953401"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90,000</a:t>
            </a:r>
          </a:p>
        </p:txBody>
      </p:sp>
      <p:sp>
        <p:nvSpPr>
          <p:cNvPr id="117" name="Text 15">
            <a:extLst>
              <a:ext uri="{FF2B5EF4-FFF2-40B4-BE49-F238E27FC236}">
                <a16:creationId xmlns:a16="http://schemas.microsoft.com/office/drawing/2014/main" id="{6541FC45-2F76-FA08-4151-9D4B816BFCC6}"/>
              </a:ext>
            </a:extLst>
          </p:cNvPr>
          <p:cNvSpPr/>
          <p:nvPr/>
        </p:nvSpPr>
        <p:spPr>
          <a:xfrm>
            <a:off x="8226552" y="38196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300,000</a:t>
            </a:r>
          </a:p>
        </p:txBody>
      </p:sp>
      <p:sp>
        <p:nvSpPr>
          <p:cNvPr id="118" name="Shape 7">
            <a:extLst>
              <a:ext uri="{FF2B5EF4-FFF2-40B4-BE49-F238E27FC236}">
                <a16:creationId xmlns:a16="http://schemas.microsoft.com/office/drawing/2014/main" id="{64127FB2-31D8-1A56-FE3F-A142E6D63B7F}"/>
              </a:ext>
            </a:extLst>
          </p:cNvPr>
          <p:cNvSpPr/>
          <p:nvPr/>
        </p:nvSpPr>
        <p:spPr>
          <a:xfrm>
            <a:off x="1040400" y="4104000"/>
            <a:ext cx="8204400" cy="13607"/>
          </a:xfrm>
          <a:prstGeom prst="rect">
            <a:avLst/>
          </a:prstGeom>
          <a:solidFill>
            <a:srgbClr val="CCCCCC"/>
          </a:solidFill>
          <a:ln/>
        </p:spPr>
      </p:sp>
      <p:sp>
        <p:nvSpPr>
          <p:cNvPr id="119" name="Text 11">
            <a:extLst>
              <a:ext uri="{FF2B5EF4-FFF2-40B4-BE49-F238E27FC236}">
                <a16:creationId xmlns:a16="http://schemas.microsoft.com/office/drawing/2014/main" id="{A3E3B819-E0D2-5245-F783-B7C3665FF436}"/>
              </a:ext>
            </a:extLst>
          </p:cNvPr>
          <p:cNvSpPr/>
          <p:nvPr/>
        </p:nvSpPr>
        <p:spPr>
          <a:xfrm>
            <a:off x="1044000" y="41148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顔全体（額 · 眉間含む）</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20" name="Text 15">
            <a:extLst>
              <a:ext uri="{FF2B5EF4-FFF2-40B4-BE49-F238E27FC236}">
                <a16:creationId xmlns:a16="http://schemas.microsoft.com/office/drawing/2014/main" id="{6541FC45-2F76-FA08-4151-9D4B816BFCC6}"/>
              </a:ext>
            </a:extLst>
          </p:cNvPr>
          <p:cNvSpPr/>
          <p:nvPr/>
        </p:nvSpPr>
        <p:spPr>
          <a:xfrm>
            <a:off x="7053072" y="41724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120,000</a:t>
            </a:r>
          </a:p>
        </p:txBody>
      </p:sp>
      <p:sp>
        <p:nvSpPr>
          <p:cNvPr id="121" name="Text 15">
            <a:extLst>
              <a:ext uri="{FF2B5EF4-FFF2-40B4-BE49-F238E27FC236}">
                <a16:creationId xmlns:a16="http://schemas.microsoft.com/office/drawing/2014/main" id="{6541FC45-2F76-FA08-4151-9D4B816BFCC6}"/>
              </a:ext>
            </a:extLst>
          </p:cNvPr>
          <p:cNvSpPr/>
          <p:nvPr/>
        </p:nvSpPr>
        <p:spPr>
          <a:xfrm>
            <a:off x="8226552" y="41724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390,000</a:t>
            </a:r>
          </a:p>
        </p:txBody>
      </p:sp>
      <p:sp>
        <p:nvSpPr>
          <p:cNvPr id="122" name="Shape 7">
            <a:extLst>
              <a:ext uri="{FF2B5EF4-FFF2-40B4-BE49-F238E27FC236}">
                <a16:creationId xmlns:a16="http://schemas.microsoft.com/office/drawing/2014/main" id="{64127FB2-31D8-1A56-FE3F-A142E6D63B7F}"/>
              </a:ext>
            </a:extLst>
          </p:cNvPr>
          <p:cNvSpPr/>
          <p:nvPr/>
        </p:nvSpPr>
        <p:spPr>
          <a:xfrm>
            <a:off x="1040400" y="4456800"/>
            <a:ext cx="8204400" cy="13607"/>
          </a:xfrm>
          <a:prstGeom prst="rect">
            <a:avLst/>
          </a:prstGeom>
          <a:solidFill>
            <a:srgbClr val="CCCCCC"/>
          </a:solidFill>
          <a:ln/>
        </p:spPr>
      </p:sp>
      <p:sp>
        <p:nvSpPr>
          <p:cNvPr id="123" name="Text 11">
            <a:extLst>
              <a:ext uri="{FF2B5EF4-FFF2-40B4-BE49-F238E27FC236}">
                <a16:creationId xmlns:a16="http://schemas.microsoft.com/office/drawing/2014/main" id="{A3E3B819-E0D2-5245-F783-B7C3665FF436}"/>
              </a:ext>
            </a:extLst>
          </p:cNvPr>
          <p:cNvSpPr/>
          <p:nvPr/>
        </p:nvSpPr>
        <p:spPr>
          <a:xfrm>
            <a:off x="1044000" y="44676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手の指＋手の甲 または 足の指＋足の甲</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24" name="Text 15">
            <a:extLst>
              <a:ext uri="{FF2B5EF4-FFF2-40B4-BE49-F238E27FC236}">
                <a16:creationId xmlns:a16="http://schemas.microsoft.com/office/drawing/2014/main" id="{6541FC45-2F76-FA08-4151-9D4B816BFCC6}"/>
              </a:ext>
            </a:extLst>
          </p:cNvPr>
          <p:cNvSpPr/>
          <p:nvPr/>
        </p:nvSpPr>
        <p:spPr>
          <a:xfrm>
            <a:off x="6692400" y="4525200"/>
            <a:ext cx="953401"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70,000</a:t>
            </a:r>
          </a:p>
        </p:txBody>
      </p:sp>
      <p:sp>
        <p:nvSpPr>
          <p:cNvPr id="125" name="Text 15">
            <a:extLst>
              <a:ext uri="{FF2B5EF4-FFF2-40B4-BE49-F238E27FC236}">
                <a16:creationId xmlns:a16="http://schemas.microsoft.com/office/drawing/2014/main" id="{6541FC45-2F76-FA08-4151-9D4B816BFCC6}"/>
              </a:ext>
            </a:extLst>
          </p:cNvPr>
          <p:cNvSpPr/>
          <p:nvPr/>
        </p:nvSpPr>
        <p:spPr>
          <a:xfrm>
            <a:off x="8226552" y="45252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p>
        </p:txBody>
      </p:sp>
      <p:sp>
        <p:nvSpPr>
          <p:cNvPr id="126" name="Shape 7">
            <a:extLst>
              <a:ext uri="{FF2B5EF4-FFF2-40B4-BE49-F238E27FC236}">
                <a16:creationId xmlns:a16="http://schemas.microsoft.com/office/drawing/2014/main" id="{64127FB2-31D8-1A56-FE3F-A142E6D63B7F}"/>
              </a:ext>
            </a:extLst>
          </p:cNvPr>
          <p:cNvSpPr/>
          <p:nvPr/>
        </p:nvSpPr>
        <p:spPr>
          <a:xfrm>
            <a:off x="1040400" y="4809600"/>
            <a:ext cx="8204400" cy="13607"/>
          </a:xfrm>
          <a:prstGeom prst="rect">
            <a:avLst/>
          </a:prstGeom>
          <a:solidFill>
            <a:srgbClr val="CCCCCC"/>
          </a:solidFill>
          <a:ln/>
        </p:spPr>
      </p:sp>
      <p:sp>
        <p:nvSpPr>
          <p:cNvPr id="127" name="Text 11">
            <a:extLst>
              <a:ext uri="{FF2B5EF4-FFF2-40B4-BE49-F238E27FC236}">
                <a16:creationId xmlns:a16="http://schemas.microsoft.com/office/drawing/2014/main" id="{A3E3B819-E0D2-5245-F783-B7C3665FF436}"/>
              </a:ext>
            </a:extLst>
          </p:cNvPr>
          <p:cNvSpPr/>
          <p:nvPr/>
        </p:nvSpPr>
        <p:spPr>
          <a:xfrm>
            <a:off x="1044000" y="48204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ひじ下 または ひじ上（ひじ含む）</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28" name="Text 15">
            <a:extLst>
              <a:ext uri="{FF2B5EF4-FFF2-40B4-BE49-F238E27FC236}">
                <a16:creationId xmlns:a16="http://schemas.microsoft.com/office/drawing/2014/main" id="{6541FC45-2F76-FA08-4151-9D4B816BFCC6}"/>
              </a:ext>
            </a:extLst>
          </p:cNvPr>
          <p:cNvSpPr/>
          <p:nvPr/>
        </p:nvSpPr>
        <p:spPr>
          <a:xfrm>
            <a:off x="7053072" y="48780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120,000</a:t>
            </a:r>
          </a:p>
        </p:txBody>
      </p:sp>
      <p:sp>
        <p:nvSpPr>
          <p:cNvPr id="129" name="Text 15">
            <a:extLst>
              <a:ext uri="{FF2B5EF4-FFF2-40B4-BE49-F238E27FC236}">
                <a16:creationId xmlns:a16="http://schemas.microsoft.com/office/drawing/2014/main" id="{6541FC45-2F76-FA08-4151-9D4B816BFCC6}"/>
              </a:ext>
            </a:extLst>
          </p:cNvPr>
          <p:cNvSpPr/>
          <p:nvPr/>
        </p:nvSpPr>
        <p:spPr>
          <a:xfrm>
            <a:off x="8226552" y="48780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390,000</a:t>
            </a:r>
          </a:p>
        </p:txBody>
      </p:sp>
      <p:sp>
        <p:nvSpPr>
          <p:cNvPr id="130" name="Shape 7">
            <a:extLst>
              <a:ext uri="{FF2B5EF4-FFF2-40B4-BE49-F238E27FC236}">
                <a16:creationId xmlns:a16="http://schemas.microsoft.com/office/drawing/2014/main" id="{64127FB2-31D8-1A56-FE3F-A142E6D63B7F}"/>
              </a:ext>
            </a:extLst>
          </p:cNvPr>
          <p:cNvSpPr/>
          <p:nvPr/>
        </p:nvSpPr>
        <p:spPr>
          <a:xfrm>
            <a:off x="1040400" y="5162400"/>
            <a:ext cx="8204400" cy="13607"/>
          </a:xfrm>
          <a:prstGeom prst="rect">
            <a:avLst/>
          </a:prstGeom>
          <a:solidFill>
            <a:srgbClr val="CCCCCC"/>
          </a:solidFill>
          <a:ln/>
        </p:spPr>
      </p:sp>
      <p:sp>
        <p:nvSpPr>
          <p:cNvPr id="131" name="Text 11">
            <a:extLst>
              <a:ext uri="{FF2B5EF4-FFF2-40B4-BE49-F238E27FC236}">
                <a16:creationId xmlns:a16="http://schemas.microsoft.com/office/drawing/2014/main" id="{A3E3B819-E0D2-5245-F783-B7C3665FF436}"/>
              </a:ext>
            </a:extLst>
          </p:cNvPr>
          <p:cNvSpPr/>
          <p:nvPr/>
        </p:nvSpPr>
        <p:spPr>
          <a:xfrm>
            <a:off x="1044000" y="51732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腕全体（手首まで）</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32" name="Text 15">
            <a:extLst>
              <a:ext uri="{FF2B5EF4-FFF2-40B4-BE49-F238E27FC236}">
                <a16:creationId xmlns:a16="http://schemas.microsoft.com/office/drawing/2014/main" id="{6541FC45-2F76-FA08-4151-9D4B816BFCC6}"/>
              </a:ext>
            </a:extLst>
          </p:cNvPr>
          <p:cNvSpPr/>
          <p:nvPr/>
        </p:nvSpPr>
        <p:spPr>
          <a:xfrm>
            <a:off x="7053072" y="52308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p>
        </p:txBody>
      </p:sp>
      <p:sp>
        <p:nvSpPr>
          <p:cNvPr id="133" name="Text 15">
            <a:extLst>
              <a:ext uri="{FF2B5EF4-FFF2-40B4-BE49-F238E27FC236}">
                <a16:creationId xmlns:a16="http://schemas.microsoft.com/office/drawing/2014/main" id="{6541FC45-2F76-FA08-4151-9D4B816BFCC6}"/>
              </a:ext>
            </a:extLst>
          </p:cNvPr>
          <p:cNvSpPr/>
          <p:nvPr/>
        </p:nvSpPr>
        <p:spPr>
          <a:xfrm>
            <a:off x="8226552" y="52308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600,000</a:t>
            </a:r>
          </a:p>
        </p:txBody>
      </p:sp>
      <p:sp>
        <p:nvSpPr>
          <p:cNvPr id="134" name="Shape 7">
            <a:extLst>
              <a:ext uri="{FF2B5EF4-FFF2-40B4-BE49-F238E27FC236}">
                <a16:creationId xmlns:a16="http://schemas.microsoft.com/office/drawing/2014/main" id="{64127FB2-31D8-1A56-FE3F-A142E6D63B7F}"/>
              </a:ext>
            </a:extLst>
          </p:cNvPr>
          <p:cNvSpPr/>
          <p:nvPr/>
        </p:nvSpPr>
        <p:spPr>
          <a:xfrm>
            <a:off x="1040400" y="5515200"/>
            <a:ext cx="8204400" cy="13607"/>
          </a:xfrm>
          <a:prstGeom prst="rect">
            <a:avLst/>
          </a:prstGeom>
          <a:solidFill>
            <a:srgbClr val="CCCCCC"/>
          </a:solidFill>
          <a:ln/>
        </p:spPr>
      </p:sp>
      <p:sp>
        <p:nvSpPr>
          <p:cNvPr id="135" name="Text 11">
            <a:extLst>
              <a:ext uri="{FF2B5EF4-FFF2-40B4-BE49-F238E27FC236}">
                <a16:creationId xmlns:a16="http://schemas.microsoft.com/office/drawing/2014/main" id="{A3E3B819-E0D2-5245-F783-B7C3665FF436}"/>
              </a:ext>
            </a:extLst>
          </p:cNvPr>
          <p:cNvSpPr/>
          <p:nvPr/>
        </p:nvSpPr>
        <p:spPr>
          <a:xfrm>
            <a:off x="1044000" y="55260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ひざ下（ひざ含む）</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36" name="Text 15">
            <a:extLst>
              <a:ext uri="{FF2B5EF4-FFF2-40B4-BE49-F238E27FC236}">
                <a16:creationId xmlns:a16="http://schemas.microsoft.com/office/drawing/2014/main" id="{6541FC45-2F76-FA08-4151-9D4B816BFCC6}"/>
              </a:ext>
            </a:extLst>
          </p:cNvPr>
          <p:cNvSpPr/>
          <p:nvPr/>
        </p:nvSpPr>
        <p:spPr>
          <a:xfrm>
            <a:off x="7053072" y="55836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120,000</a:t>
            </a:r>
          </a:p>
        </p:txBody>
      </p:sp>
      <p:sp>
        <p:nvSpPr>
          <p:cNvPr id="137" name="Text 15">
            <a:extLst>
              <a:ext uri="{FF2B5EF4-FFF2-40B4-BE49-F238E27FC236}">
                <a16:creationId xmlns:a16="http://schemas.microsoft.com/office/drawing/2014/main" id="{6541FC45-2F76-FA08-4151-9D4B816BFCC6}"/>
              </a:ext>
            </a:extLst>
          </p:cNvPr>
          <p:cNvSpPr/>
          <p:nvPr/>
        </p:nvSpPr>
        <p:spPr>
          <a:xfrm>
            <a:off x="8226552" y="55836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390,000</a:t>
            </a:r>
          </a:p>
        </p:txBody>
      </p:sp>
      <p:sp>
        <p:nvSpPr>
          <p:cNvPr id="138" name="Shape 7">
            <a:extLst>
              <a:ext uri="{FF2B5EF4-FFF2-40B4-BE49-F238E27FC236}">
                <a16:creationId xmlns:a16="http://schemas.microsoft.com/office/drawing/2014/main" id="{64127FB2-31D8-1A56-FE3F-A142E6D63B7F}"/>
              </a:ext>
            </a:extLst>
          </p:cNvPr>
          <p:cNvSpPr/>
          <p:nvPr/>
        </p:nvSpPr>
        <p:spPr>
          <a:xfrm>
            <a:off x="1040400" y="5868000"/>
            <a:ext cx="8204400" cy="13607"/>
          </a:xfrm>
          <a:prstGeom prst="rect">
            <a:avLst/>
          </a:prstGeom>
          <a:solidFill>
            <a:srgbClr val="CCCCCC"/>
          </a:solidFill>
          <a:ln/>
        </p:spPr>
      </p:sp>
      <p:sp>
        <p:nvSpPr>
          <p:cNvPr id="139" name="Text 11">
            <a:extLst>
              <a:ext uri="{FF2B5EF4-FFF2-40B4-BE49-F238E27FC236}">
                <a16:creationId xmlns:a16="http://schemas.microsoft.com/office/drawing/2014/main" id="{A3E3B819-E0D2-5245-F783-B7C3665FF436}"/>
              </a:ext>
            </a:extLst>
          </p:cNvPr>
          <p:cNvSpPr/>
          <p:nvPr/>
        </p:nvSpPr>
        <p:spPr>
          <a:xfrm>
            <a:off x="1044000" y="58788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太もも（ひざ含む）</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40" name="Text 15">
            <a:extLst>
              <a:ext uri="{FF2B5EF4-FFF2-40B4-BE49-F238E27FC236}">
                <a16:creationId xmlns:a16="http://schemas.microsoft.com/office/drawing/2014/main" id="{6541FC45-2F76-FA08-4151-9D4B816BFCC6}"/>
              </a:ext>
            </a:extLst>
          </p:cNvPr>
          <p:cNvSpPr/>
          <p:nvPr/>
        </p:nvSpPr>
        <p:spPr>
          <a:xfrm>
            <a:off x="7053072" y="59364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160,000</a:t>
            </a:r>
          </a:p>
        </p:txBody>
      </p:sp>
      <p:sp>
        <p:nvSpPr>
          <p:cNvPr id="141" name="Text 15">
            <a:extLst>
              <a:ext uri="{FF2B5EF4-FFF2-40B4-BE49-F238E27FC236}">
                <a16:creationId xmlns:a16="http://schemas.microsoft.com/office/drawing/2014/main" id="{6541FC45-2F76-FA08-4151-9D4B816BFCC6}"/>
              </a:ext>
            </a:extLst>
          </p:cNvPr>
          <p:cNvSpPr/>
          <p:nvPr/>
        </p:nvSpPr>
        <p:spPr>
          <a:xfrm>
            <a:off x="8226552" y="59364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500,000</a:t>
            </a:r>
          </a:p>
        </p:txBody>
      </p:sp>
      <p:sp>
        <p:nvSpPr>
          <p:cNvPr id="142" name="Shape 7">
            <a:extLst>
              <a:ext uri="{FF2B5EF4-FFF2-40B4-BE49-F238E27FC236}">
                <a16:creationId xmlns:a16="http://schemas.microsoft.com/office/drawing/2014/main" id="{64127FB2-31D8-1A56-FE3F-A142E6D63B7F}"/>
              </a:ext>
            </a:extLst>
          </p:cNvPr>
          <p:cNvSpPr/>
          <p:nvPr/>
        </p:nvSpPr>
        <p:spPr>
          <a:xfrm>
            <a:off x="1040400" y="6220800"/>
            <a:ext cx="8204400" cy="13607"/>
          </a:xfrm>
          <a:prstGeom prst="rect">
            <a:avLst/>
          </a:prstGeom>
          <a:solidFill>
            <a:srgbClr val="CCCCCC"/>
          </a:solidFill>
          <a:ln/>
        </p:spPr>
      </p:sp>
      <p:sp>
        <p:nvSpPr>
          <p:cNvPr id="143" name="Text 11">
            <a:extLst>
              <a:ext uri="{FF2B5EF4-FFF2-40B4-BE49-F238E27FC236}">
                <a16:creationId xmlns:a16="http://schemas.microsoft.com/office/drawing/2014/main" id="{A3E3B819-E0D2-5245-F783-B7C3665FF436}"/>
              </a:ext>
            </a:extLst>
          </p:cNvPr>
          <p:cNvSpPr/>
          <p:nvPr/>
        </p:nvSpPr>
        <p:spPr>
          <a:xfrm>
            <a:off x="1044000" y="62316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脚全体（足首まで）</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44" name="Text 15">
            <a:extLst>
              <a:ext uri="{FF2B5EF4-FFF2-40B4-BE49-F238E27FC236}">
                <a16:creationId xmlns:a16="http://schemas.microsoft.com/office/drawing/2014/main" id="{6541FC45-2F76-FA08-4151-9D4B816BFCC6}"/>
              </a:ext>
            </a:extLst>
          </p:cNvPr>
          <p:cNvSpPr/>
          <p:nvPr/>
        </p:nvSpPr>
        <p:spPr>
          <a:xfrm>
            <a:off x="7053072" y="62892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230,000</a:t>
            </a:r>
          </a:p>
        </p:txBody>
      </p:sp>
      <p:sp>
        <p:nvSpPr>
          <p:cNvPr id="145" name="Text 15">
            <a:extLst>
              <a:ext uri="{FF2B5EF4-FFF2-40B4-BE49-F238E27FC236}">
                <a16:creationId xmlns:a16="http://schemas.microsoft.com/office/drawing/2014/main" id="{6541FC45-2F76-FA08-4151-9D4B816BFCC6}"/>
              </a:ext>
            </a:extLst>
          </p:cNvPr>
          <p:cNvSpPr/>
          <p:nvPr/>
        </p:nvSpPr>
        <p:spPr>
          <a:xfrm>
            <a:off x="8226552" y="62892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700,000</a:t>
            </a:r>
          </a:p>
        </p:txBody>
      </p:sp>
      <p:sp>
        <p:nvSpPr>
          <p:cNvPr id="146" name="Shape 7">
            <a:extLst>
              <a:ext uri="{FF2B5EF4-FFF2-40B4-BE49-F238E27FC236}">
                <a16:creationId xmlns:a16="http://schemas.microsoft.com/office/drawing/2014/main" id="{64127FB2-31D8-1A56-FE3F-A142E6D63B7F}"/>
              </a:ext>
            </a:extLst>
          </p:cNvPr>
          <p:cNvSpPr/>
          <p:nvPr/>
        </p:nvSpPr>
        <p:spPr>
          <a:xfrm>
            <a:off x="1040400" y="6573600"/>
            <a:ext cx="8204400" cy="13607"/>
          </a:xfrm>
          <a:prstGeom prst="rect">
            <a:avLst/>
          </a:prstGeom>
          <a:solidFill>
            <a:srgbClr val="CCCCCC"/>
          </a:solidFill>
          <a:ln/>
        </p:spPr>
      </p:sp>
      <p:sp>
        <p:nvSpPr>
          <p:cNvPr id="147" name="Text 11">
            <a:extLst>
              <a:ext uri="{FF2B5EF4-FFF2-40B4-BE49-F238E27FC236}">
                <a16:creationId xmlns:a16="http://schemas.microsoft.com/office/drawing/2014/main" id="{A3E3B819-E0D2-5245-F783-B7C3665FF436}"/>
              </a:ext>
            </a:extLst>
          </p:cNvPr>
          <p:cNvSpPr/>
          <p:nvPr/>
        </p:nvSpPr>
        <p:spPr>
          <a:xfrm>
            <a:off x="1044000" y="65844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お腹（へそ周り含む）</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48" name="Text 15">
            <a:extLst>
              <a:ext uri="{FF2B5EF4-FFF2-40B4-BE49-F238E27FC236}">
                <a16:creationId xmlns:a16="http://schemas.microsoft.com/office/drawing/2014/main" id="{6541FC45-2F76-FA08-4151-9D4B816BFCC6}"/>
              </a:ext>
            </a:extLst>
          </p:cNvPr>
          <p:cNvSpPr/>
          <p:nvPr/>
        </p:nvSpPr>
        <p:spPr>
          <a:xfrm>
            <a:off x="7053072" y="66420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120,000</a:t>
            </a:r>
          </a:p>
        </p:txBody>
      </p:sp>
      <p:sp>
        <p:nvSpPr>
          <p:cNvPr id="149" name="Text 15">
            <a:extLst>
              <a:ext uri="{FF2B5EF4-FFF2-40B4-BE49-F238E27FC236}">
                <a16:creationId xmlns:a16="http://schemas.microsoft.com/office/drawing/2014/main" id="{6541FC45-2F76-FA08-4151-9D4B816BFCC6}"/>
              </a:ext>
            </a:extLst>
          </p:cNvPr>
          <p:cNvSpPr/>
          <p:nvPr/>
        </p:nvSpPr>
        <p:spPr>
          <a:xfrm>
            <a:off x="8226552" y="66420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390,000</a:t>
            </a:r>
          </a:p>
        </p:txBody>
      </p:sp>
      <p:sp>
        <p:nvSpPr>
          <p:cNvPr id="150" name="Shape 7">
            <a:extLst>
              <a:ext uri="{FF2B5EF4-FFF2-40B4-BE49-F238E27FC236}">
                <a16:creationId xmlns:a16="http://schemas.microsoft.com/office/drawing/2014/main" id="{64127FB2-31D8-1A56-FE3F-A142E6D63B7F}"/>
              </a:ext>
            </a:extLst>
          </p:cNvPr>
          <p:cNvSpPr/>
          <p:nvPr/>
        </p:nvSpPr>
        <p:spPr>
          <a:xfrm>
            <a:off x="1040400" y="6926400"/>
            <a:ext cx="8204400" cy="13607"/>
          </a:xfrm>
          <a:prstGeom prst="rect">
            <a:avLst/>
          </a:prstGeom>
          <a:solidFill>
            <a:srgbClr val="CCCCCC"/>
          </a:solidFill>
          <a:ln/>
        </p:spPr>
      </p:sp>
      <p:sp>
        <p:nvSpPr>
          <p:cNvPr id="151" name="Text 11">
            <a:extLst>
              <a:ext uri="{FF2B5EF4-FFF2-40B4-BE49-F238E27FC236}">
                <a16:creationId xmlns:a16="http://schemas.microsoft.com/office/drawing/2014/main" id="{A3E3B819-E0D2-5245-F783-B7C3665FF436}"/>
              </a:ext>
            </a:extLst>
          </p:cNvPr>
          <p:cNvSpPr/>
          <p:nvPr/>
        </p:nvSpPr>
        <p:spPr>
          <a:xfrm>
            <a:off x="1044000" y="69372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背中全体</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52" name="Text 15">
            <a:extLst>
              <a:ext uri="{FF2B5EF4-FFF2-40B4-BE49-F238E27FC236}">
                <a16:creationId xmlns:a16="http://schemas.microsoft.com/office/drawing/2014/main" id="{6541FC45-2F76-FA08-4151-9D4B816BFCC6}"/>
              </a:ext>
            </a:extLst>
          </p:cNvPr>
          <p:cNvSpPr/>
          <p:nvPr/>
        </p:nvSpPr>
        <p:spPr>
          <a:xfrm>
            <a:off x="7053072" y="69948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p>
        </p:txBody>
      </p:sp>
      <p:sp>
        <p:nvSpPr>
          <p:cNvPr id="153" name="Text 15">
            <a:extLst>
              <a:ext uri="{FF2B5EF4-FFF2-40B4-BE49-F238E27FC236}">
                <a16:creationId xmlns:a16="http://schemas.microsoft.com/office/drawing/2014/main" id="{6541FC45-2F76-FA08-4151-9D4B816BFCC6}"/>
              </a:ext>
            </a:extLst>
          </p:cNvPr>
          <p:cNvSpPr/>
          <p:nvPr/>
        </p:nvSpPr>
        <p:spPr>
          <a:xfrm>
            <a:off x="8226552" y="69948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600,000</a:t>
            </a:r>
          </a:p>
        </p:txBody>
      </p:sp>
      <p:sp>
        <p:nvSpPr>
          <p:cNvPr id="154" name="Shape 7">
            <a:extLst>
              <a:ext uri="{FF2B5EF4-FFF2-40B4-BE49-F238E27FC236}">
                <a16:creationId xmlns:a16="http://schemas.microsoft.com/office/drawing/2014/main" id="{64127FB2-31D8-1A56-FE3F-A142E6D63B7F}"/>
              </a:ext>
            </a:extLst>
          </p:cNvPr>
          <p:cNvSpPr/>
          <p:nvPr/>
        </p:nvSpPr>
        <p:spPr>
          <a:xfrm>
            <a:off x="1040400" y="7279200"/>
            <a:ext cx="8204400" cy="13607"/>
          </a:xfrm>
          <a:prstGeom prst="rect">
            <a:avLst/>
          </a:prstGeom>
          <a:solidFill>
            <a:srgbClr val="CCCCCC"/>
          </a:solidFill>
          <a:ln/>
        </p:spPr>
      </p:sp>
      <p:sp>
        <p:nvSpPr>
          <p:cNvPr id="155" name="TextBox 251">
            <a:extLst>
              <a:ext uri="{FF2B5EF4-FFF2-40B4-BE49-F238E27FC236}">
                <a16:creationId xmlns:a16="http://schemas.microsoft.com/office/drawing/2014/main" id="{8DA01E9F-A1B4-868E-FBDF-592F835229C2}"/>
              </a:ext>
            </a:extLst>
          </p:cNvPr>
          <p:cNvSpPr txBox="1"/>
          <p:nvPr/>
        </p:nvSpPr>
        <p:spPr>
          <a:xfrm>
            <a:off x="928800" y="7556400"/>
            <a:ext cx="2340864"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アバランチ 男性脱毛</a:t>
            </a:r>
            <a:endParaRPr lang="ko-KR" altLang="en-US" dirty="0">
              <a:latin typeface="신세계 SemiBold" panose="02000300000000000000" pitchFamily="50" charset="-127"/>
              <a:ea typeface="신세계 SemiBold" panose="02000300000000000000" pitchFamily="50" charset="-127"/>
              <a:cs typeface="Sinsegye" pitchFamily="34" charset="-120"/>
            </a:endParaRPr>
          </a:p>
        </p:txBody>
      </p:sp>
      <p:sp>
        <p:nvSpPr>
          <p:cNvPr id="156" name="Shape 7">
            <a:extLst>
              <a:ext uri="{FF2B5EF4-FFF2-40B4-BE49-F238E27FC236}">
                <a16:creationId xmlns:a16="http://schemas.microsoft.com/office/drawing/2014/main" id="{EDF12578-D341-D8EB-43DD-F6BCDBA41D68}"/>
              </a:ext>
            </a:extLst>
          </p:cNvPr>
          <p:cNvSpPr/>
          <p:nvPr/>
        </p:nvSpPr>
        <p:spPr>
          <a:xfrm>
            <a:off x="1040400" y="7880400"/>
            <a:ext cx="8204400" cy="13607"/>
          </a:xfrm>
          <a:prstGeom prst="rect">
            <a:avLst/>
          </a:prstGeom>
          <a:solidFill>
            <a:srgbClr val="2498BD"/>
          </a:solidFill>
          <a:ln/>
        </p:spPr>
      </p:sp>
      <p:sp>
        <p:nvSpPr>
          <p:cNvPr id="157" name="Text 11">
            <a:extLst>
              <a:ext uri="{FF2B5EF4-FFF2-40B4-BE49-F238E27FC236}">
                <a16:creationId xmlns:a16="http://schemas.microsoft.com/office/drawing/2014/main" id="{A3E3B819-E0D2-5245-F783-B7C3665FF436}"/>
              </a:ext>
            </a:extLst>
          </p:cNvPr>
          <p:cNvSpPr/>
          <p:nvPr/>
        </p:nvSpPr>
        <p:spPr>
          <a:xfrm>
            <a:off x="1044000" y="78912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鼻下＋あご先＋あご下</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58" name="Text 15">
            <a:extLst>
              <a:ext uri="{FF2B5EF4-FFF2-40B4-BE49-F238E27FC236}">
                <a16:creationId xmlns:a16="http://schemas.microsoft.com/office/drawing/2014/main" id="{6541FC45-2F76-FA08-4151-9D4B816BFCC6}"/>
              </a:ext>
            </a:extLst>
          </p:cNvPr>
          <p:cNvSpPr/>
          <p:nvPr/>
        </p:nvSpPr>
        <p:spPr>
          <a:xfrm>
            <a:off x="6692400" y="7948800"/>
            <a:ext cx="953401"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80,000</a:t>
            </a:r>
          </a:p>
        </p:txBody>
      </p:sp>
      <p:sp>
        <p:nvSpPr>
          <p:cNvPr id="159" name="Text 15">
            <a:extLst>
              <a:ext uri="{FF2B5EF4-FFF2-40B4-BE49-F238E27FC236}">
                <a16:creationId xmlns:a16="http://schemas.microsoft.com/office/drawing/2014/main" id="{6541FC45-2F76-FA08-4151-9D4B816BFCC6}"/>
              </a:ext>
            </a:extLst>
          </p:cNvPr>
          <p:cNvSpPr/>
          <p:nvPr/>
        </p:nvSpPr>
        <p:spPr>
          <a:xfrm>
            <a:off x="8226552" y="79488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300,000</a:t>
            </a:r>
          </a:p>
        </p:txBody>
      </p:sp>
      <p:sp>
        <p:nvSpPr>
          <p:cNvPr id="160" name="Shape 7">
            <a:extLst>
              <a:ext uri="{FF2B5EF4-FFF2-40B4-BE49-F238E27FC236}">
                <a16:creationId xmlns:a16="http://schemas.microsoft.com/office/drawing/2014/main" id="{64127FB2-31D8-1A56-FE3F-A142E6D63B7F}"/>
              </a:ext>
            </a:extLst>
          </p:cNvPr>
          <p:cNvSpPr/>
          <p:nvPr/>
        </p:nvSpPr>
        <p:spPr>
          <a:xfrm>
            <a:off x="1040400" y="8233200"/>
            <a:ext cx="8204400" cy="13607"/>
          </a:xfrm>
          <a:prstGeom prst="rect">
            <a:avLst/>
          </a:prstGeom>
          <a:solidFill>
            <a:srgbClr val="CCCCCC"/>
          </a:solidFill>
          <a:ln/>
        </p:spPr>
      </p:sp>
      <p:sp>
        <p:nvSpPr>
          <p:cNvPr id="161" name="Text 11">
            <a:extLst>
              <a:ext uri="{FF2B5EF4-FFF2-40B4-BE49-F238E27FC236}">
                <a16:creationId xmlns:a16="http://schemas.microsoft.com/office/drawing/2014/main" id="{A3E3B819-E0D2-5245-F783-B7C3665FF436}"/>
              </a:ext>
            </a:extLst>
          </p:cNvPr>
          <p:cNvSpPr/>
          <p:nvPr/>
        </p:nvSpPr>
        <p:spPr>
          <a:xfrm>
            <a:off x="1044000" y="8244000"/>
            <a:ext cx="5987930" cy="331200"/>
          </a:xfrm>
          <a:prstGeom prst="rect">
            <a:avLst/>
          </a:prstGeom>
          <a:noFill/>
          <a:ln/>
        </p:spPr>
        <p:txBody>
          <a:bodyPr wrap="none" lIns="72000" tIns="0" rIns="72000" bIns="0" rtlCol="0" anchor="ctr" anchorCtr="0">
            <a:normAutofit/>
          </a:bodyPr>
          <a:lstStyle/>
          <a:p>
            <a:r>
              <a:rPr lang="ja-JP" sz="1314" dirty="0">
                <a:solidFill>
                  <a:srgbClr val="555555"/>
                </a:solidFill>
                <a:latin typeface="Noto Serif JP SemiBold"/>
                <a:ea typeface="Noto Serif JP SemiBold"/>
                <a:cs typeface="Arial" pitchFamily="34" charset="-120"/>
              </a:rPr>
              <a:t>顔下半分全体（鼻下 · あご先 · フェイスライン · もみあげ · 頬 · あご下）</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62" name="Text 15">
            <a:extLst>
              <a:ext uri="{FF2B5EF4-FFF2-40B4-BE49-F238E27FC236}">
                <a16:creationId xmlns:a16="http://schemas.microsoft.com/office/drawing/2014/main" id="{6541FC45-2F76-FA08-4151-9D4B816BFCC6}"/>
              </a:ext>
            </a:extLst>
          </p:cNvPr>
          <p:cNvSpPr/>
          <p:nvPr/>
        </p:nvSpPr>
        <p:spPr>
          <a:xfrm>
            <a:off x="7053072" y="83016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120,000</a:t>
            </a:r>
          </a:p>
        </p:txBody>
      </p:sp>
      <p:sp>
        <p:nvSpPr>
          <p:cNvPr id="163" name="Text 15">
            <a:extLst>
              <a:ext uri="{FF2B5EF4-FFF2-40B4-BE49-F238E27FC236}">
                <a16:creationId xmlns:a16="http://schemas.microsoft.com/office/drawing/2014/main" id="{6541FC45-2F76-FA08-4151-9D4B816BFCC6}"/>
              </a:ext>
            </a:extLst>
          </p:cNvPr>
          <p:cNvSpPr/>
          <p:nvPr/>
        </p:nvSpPr>
        <p:spPr>
          <a:xfrm>
            <a:off x="8226552" y="83016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450,000</a:t>
            </a:r>
          </a:p>
        </p:txBody>
      </p:sp>
      <p:sp>
        <p:nvSpPr>
          <p:cNvPr id="164" name="Shape 7">
            <a:extLst>
              <a:ext uri="{FF2B5EF4-FFF2-40B4-BE49-F238E27FC236}">
                <a16:creationId xmlns:a16="http://schemas.microsoft.com/office/drawing/2014/main" id="{64127FB2-31D8-1A56-FE3F-A142E6D63B7F}"/>
              </a:ext>
            </a:extLst>
          </p:cNvPr>
          <p:cNvSpPr/>
          <p:nvPr/>
        </p:nvSpPr>
        <p:spPr>
          <a:xfrm>
            <a:off x="1040400" y="8586000"/>
            <a:ext cx="8204400" cy="13607"/>
          </a:xfrm>
          <a:prstGeom prst="rect">
            <a:avLst/>
          </a:prstGeom>
          <a:solidFill>
            <a:srgbClr val="CCCCCC"/>
          </a:solidFill>
          <a:ln/>
        </p:spPr>
      </p:sp>
      <p:sp>
        <p:nvSpPr>
          <p:cNvPr id="165" name="Text 11">
            <a:extLst>
              <a:ext uri="{FF2B5EF4-FFF2-40B4-BE49-F238E27FC236}">
                <a16:creationId xmlns:a16="http://schemas.microsoft.com/office/drawing/2014/main" id="{A3E3B819-E0D2-5245-F783-B7C3665FF436}"/>
              </a:ext>
            </a:extLst>
          </p:cNvPr>
          <p:cNvSpPr/>
          <p:nvPr/>
        </p:nvSpPr>
        <p:spPr>
          <a:xfrm>
            <a:off x="1044000" y="85968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顔全体（額 · 生え際 · 眉間 · あご下含む）</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66" name="Text 15">
            <a:extLst>
              <a:ext uri="{FF2B5EF4-FFF2-40B4-BE49-F238E27FC236}">
                <a16:creationId xmlns:a16="http://schemas.microsoft.com/office/drawing/2014/main" id="{6541FC45-2F76-FA08-4151-9D4B816BFCC6}"/>
              </a:ext>
            </a:extLst>
          </p:cNvPr>
          <p:cNvSpPr/>
          <p:nvPr/>
        </p:nvSpPr>
        <p:spPr>
          <a:xfrm>
            <a:off x="7053072" y="86544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170,000</a:t>
            </a:r>
          </a:p>
        </p:txBody>
      </p:sp>
      <p:sp>
        <p:nvSpPr>
          <p:cNvPr id="167" name="Text 15">
            <a:extLst>
              <a:ext uri="{FF2B5EF4-FFF2-40B4-BE49-F238E27FC236}">
                <a16:creationId xmlns:a16="http://schemas.microsoft.com/office/drawing/2014/main" id="{6541FC45-2F76-FA08-4151-9D4B816BFCC6}"/>
              </a:ext>
            </a:extLst>
          </p:cNvPr>
          <p:cNvSpPr/>
          <p:nvPr/>
        </p:nvSpPr>
        <p:spPr>
          <a:xfrm>
            <a:off x="8226552" y="86544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650,000</a:t>
            </a:r>
          </a:p>
        </p:txBody>
      </p:sp>
      <p:sp>
        <p:nvSpPr>
          <p:cNvPr id="168" name="Shape 7">
            <a:extLst>
              <a:ext uri="{FF2B5EF4-FFF2-40B4-BE49-F238E27FC236}">
                <a16:creationId xmlns:a16="http://schemas.microsoft.com/office/drawing/2014/main" id="{64127FB2-31D8-1A56-FE3F-A142E6D63B7F}"/>
              </a:ext>
            </a:extLst>
          </p:cNvPr>
          <p:cNvSpPr/>
          <p:nvPr/>
        </p:nvSpPr>
        <p:spPr>
          <a:xfrm>
            <a:off x="1040400" y="8938800"/>
            <a:ext cx="8204400" cy="13607"/>
          </a:xfrm>
          <a:prstGeom prst="rect">
            <a:avLst/>
          </a:prstGeom>
          <a:solidFill>
            <a:srgbClr val="CCCCCC"/>
          </a:solidFill>
          <a:ln/>
        </p:spPr>
      </p:sp>
      <p:sp>
        <p:nvSpPr>
          <p:cNvPr id="169" name="Text 11">
            <a:extLst>
              <a:ext uri="{FF2B5EF4-FFF2-40B4-BE49-F238E27FC236}">
                <a16:creationId xmlns:a16="http://schemas.microsoft.com/office/drawing/2014/main" id="{A3E3B819-E0D2-5245-F783-B7C3665FF436}"/>
              </a:ext>
            </a:extLst>
          </p:cNvPr>
          <p:cNvSpPr/>
          <p:nvPr/>
        </p:nvSpPr>
        <p:spPr>
          <a:xfrm>
            <a:off x="1044000" y="89496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オプション）首追加</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70" name="Text 15">
            <a:extLst>
              <a:ext uri="{FF2B5EF4-FFF2-40B4-BE49-F238E27FC236}">
                <a16:creationId xmlns:a16="http://schemas.microsoft.com/office/drawing/2014/main" id="{6541FC45-2F76-FA08-4151-9D4B816BFCC6}"/>
              </a:ext>
            </a:extLst>
          </p:cNvPr>
          <p:cNvSpPr/>
          <p:nvPr/>
        </p:nvSpPr>
        <p:spPr>
          <a:xfrm>
            <a:off x="6692400" y="9007200"/>
            <a:ext cx="953401"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70,000</a:t>
            </a:r>
          </a:p>
        </p:txBody>
      </p:sp>
      <p:sp>
        <p:nvSpPr>
          <p:cNvPr id="171" name="Text 15">
            <a:extLst>
              <a:ext uri="{FF2B5EF4-FFF2-40B4-BE49-F238E27FC236}">
                <a16:creationId xmlns:a16="http://schemas.microsoft.com/office/drawing/2014/main" id="{6541FC45-2F76-FA08-4151-9D4B816BFCC6}"/>
              </a:ext>
            </a:extLst>
          </p:cNvPr>
          <p:cNvSpPr/>
          <p:nvPr/>
        </p:nvSpPr>
        <p:spPr>
          <a:xfrm>
            <a:off x="8226552" y="90072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250,000</a:t>
            </a:r>
          </a:p>
        </p:txBody>
      </p:sp>
      <p:sp>
        <p:nvSpPr>
          <p:cNvPr id="172" name="Shape 7">
            <a:extLst>
              <a:ext uri="{FF2B5EF4-FFF2-40B4-BE49-F238E27FC236}">
                <a16:creationId xmlns:a16="http://schemas.microsoft.com/office/drawing/2014/main" id="{64127FB2-31D8-1A56-FE3F-A142E6D63B7F}"/>
              </a:ext>
            </a:extLst>
          </p:cNvPr>
          <p:cNvSpPr/>
          <p:nvPr/>
        </p:nvSpPr>
        <p:spPr>
          <a:xfrm>
            <a:off x="1040400" y="9291600"/>
            <a:ext cx="8204400" cy="13607"/>
          </a:xfrm>
          <a:prstGeom prst="rect">
            <a:avLst/>
          </a:prstGeom>
          <a:solidFill>
            <a:srgbClr val="CCCCCC"/>
          </a:solidFill>
          <a:ln/>
        </p:spPr>
      </p:sp>
      <p:sp>
        <p:nvSpPr>
          <p:cNvPr id="173" name="Text 11">
            <a:extLst>
              <a:ext uri="{FF2B5EF4-FFF2-40B4-BE49-F238E27FC236}">
                <a16:creationId xmlns:a16="http://schemas.microsoft.com/office/drawing/2014/main" id="{A3E3B819-E0D2-5245-F783-B7C3665FF436}"/>
              </a:ext>
            </a:extLst>
          </p:cNvPr>
          <p:cNvSpPr/>
          <p:nvPr/>
        </p:nvSpPr>
        <p:spPr>
          <a:xfrm>
            <a:off x="1044000" y="93024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額（生え際含む）</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74" name="Text 15">
            <a:extLst>
              <a:ext uri="{FF2B5EF4-FFF2-40B4-BE49-F238E27FC236}">
                <a16:creationId xmlns:a16="http://schemas.microsoft.com/office/drawing/2014/main" id="{6541FC45-2F76-FA08-4151-9D4B816BFCC6}"/>
              </a:ext>
            </a:extLst>
          </p:cNvPr>
          <p:cNvSpPr/>
          <p:nvPr/>
        </p:nvSpPr>
        <p:spPr>
          <a:xfrm>
            <a:off x="6692400" y="9360000"/>
            <a:ext cx="953401"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70,000</a:t>
            </a:r>
          </a:p>
        </p:txBody>
      </p:sp>
      <p:sp>
        <p:nvSpPr>
          <p:cNvPr id="175" name="Text 15">
            <a:extLst>
              <a:ext uri="{FF2B5EF4-FFF2-40B4-BE49-F238E27FC236}">
                <a16:creationId xmlns:a16="http://schemas.microsoft.com/office/drawing/2014/main" id="{6541FC45-2F76-FA08-4151-9D4B816BFCC6}"/>
              </a:ext>
            </a:extLst>
          </p:cNvPr>
          <p:cNvSpPr/>
          <p:nvPr/>
        </p:nvSpPr>
        <p:spPr>
          <a:xfrm>
            <a:off x="8226552" y="93600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250,000</a:t>
            </a:r>
          </a:p>
        </p:txBody>
      </p:sp>
      <p:sp>
        <p:nvSpPr>
          <p:cNvPr id="176" name="Shape 7">
            <a:extLst>
              <a:ext uri="{FF2B5EF4-FFF2-40B4-BE49-F238E27FC236}">
                <a16:creationId xmlns:a16="http://schemas.microsoft.com/office/drawing/2014/main" id="{64127FB2-31D8-1A56-FE3F-A142E6D63B7F}"/>
              </a:ext>
            </a:extLst>
          </p:cNvPr>
          <p:cNvSpPr/>
          <p:nvPr/>
        </p:nvSpPr>
        <p:spPr>
          <a:xfrm>
            <a:off x="1040400" y="9644400"/>
            <a:ext cx="8204400" cy="13607"/>
          </a:xfrm>
          <a:prstGeom prst="rect">
            <a:avLst/>
          </a:prstGeom>
          <a:solidFill>
            <a:srgbClr val="CCCCCC"/>
          </a:solidFill>
          <a:ln/>
        </p:spPr>
      </p:sp>
      <p:sp>
        <p:nvSpPr>
          <p:cNvPr id="177" name="Text 11">
            <a:extLst>
              <a:ext uri="{FF2B5EF4-FFF2-40B4-BE49-F238E27FC236}">
                <a16:creationId xmlns:a16="http://schemas.microsoft.com/office/drawing/2014/main" id="{A3E3B819-E0D2-5245-F783-B7C3665FF436}"/>
              </a:ext>
            </a:extLst>
          </p:cNvPr>
          <p:cNvSpPr/>
          <p:nvPr/>
        </p:nvSpPr>
        <p:spPr>
          <a:xfrm>
            <a:off x="1044000" y="96552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うなじ</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78" name="Text 15">
            <a:extLst>
              <a:ext uri="{FF2B5EF4-FFF2-40B4-BE49-F238E27FC236}">
                <a16:creationId xmlns:a16="http://schemas.microsoft.com/office/drawing/2014/main" id="{6541FC45-2F76-FA08-4151-9D4B816BFCC6}"/>
              </a:ext>
            </a:extLst>
          </p:cNvPr>
          <p:cNvSpPr/>
          <p:nvPr/>
        </p:nvSpPr>
        <p:spPr>
          <a:xfrm>
            <a:off x="7053072" y="97128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120,000</a:t>
            </a:r>
          </a:p>
        </p:txBody>
      </p:sp>
      <p:sp>
        <p:nvSpPr>
          <p:cNvPr id="179" name="Text 15">
            <a:extLst>
              <a:ext uri="{FF2B5EF4-FFF2-40B4-BE49-F238E27FC236}">
                <a16:creationId xmlns:a16="http://schemas.microsoft.com/office/drawing/2014/main" id="{6541FC45-2F76-FA08-4151-9D4B816BFCC6}"/>
              </a:ext>
            </a:extLst>
          </p:cNvPr>
          <p:cNvSpPr/>
          <p:nvPr/>
        </p:nvSpPr>
        <p:spPr>
          <a:xfrm>
            <a:off x="8226552" y="97128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390,000</a:t>
            </a:r>
          </a:p>
        </p:txBody>
      </p:sp>
      <p:sp>
        <p:nvSpPr>
          <p:cNvPr id="180" name="Shape 7">
            <a:extLst>
              <a:ext uri="{FF2B5EF4-FFF2-40B4-BE49-F238E27FC236}">
                <a16:creationId xmlns:a16="http://schemas.microsoft.com/office/drawing/2014/main" id="{64127FB2-31D8-1A56-FE3F-A142E6D63B7F}"/>
              </a:ext>
            </a:extLst>
          </p:cNvPr>
          <p:cNvSpPr/>
          <p:nvPr/>
        </p:nvSpPr>
        <p:spPr>
          <a:xfrm>
            <a:off x="1040400" y="9997200"/>
            <a:ext cx="8204400" cy="13607"/>
          </a:xfrm>
          <a:prstGeom prst="rect">
            <a:avLst/>
          </a:prstGeom>
          <a:solidFill>
            <a:srgbClr val="CCCCCC"/>
          </a:solidFill>
          <a:ln/>
        </p:spPr>
      </p:sp>
      <p:sp>
        <p:nvSpPr>
          <p:cNvPr id="181" name="Text 11">
            <a:extLst>
              <a:ext uri="{FF2B5EF4-FFF2-40B4-BE49-F238E27FC236}">
                <a16:creationId xmlns:a16="http://schemas.microsoft.com/office/drawing/2014/main" id="{A3E3B819-E0D2-5245-F783-B7C3665FF436}"/>
              </a:ext>
            </a:extLst>
          </p:cNvPr>
          <p:cNvSpPr/>
          <p:nvPr/>
        </p:nvSpPr>
        <p:spPr>
          <a:xfrm>
            <a:off x="1044000" y="100080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ワキ</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82" name="Text 15">
            <a:extLst>
              <a:ext uri="{FF2B5EF4-FFF2-40B4-BE49-F238E27FC236}">
                <a16:creationId xmlns:a16="http://schemas.microsoft.com/office/drawing/2014/main" id="{6541FC45-2F76-FA08-4151-9D4B816BFCC6}"/>
              </a:ext>
            </a:extLst>
          </p:cNvPr>
          <p:cNvSpPr/>
          <p:nvPr/>
        </p:nvSpPr>
        <p:spPr>
          <a:xfrm>
            <a:off x="6692400" y="10065600"/>
            <a:ext cx="953401"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70,000</a:t>
            </a:r>
          </a:p>
        </p:txBody>
      </p:sp>
      <p:sp>
        <p:nvSpPr>
          <p:cNvPr id="183" name="Text 15">
            <a:extLst>
              <a:ext uri="{FF2B5EF4-FFF2-40B4-BE49-F238E27FC236}">
                <a16:creationId xmlns:a16="http://schemas.microsoft.com/office/drawing/2014/main" id="{6541FC45-2F76-FA08-4151-9D4B816BFCC6}"/>
              </a:ext>
            </a:extLst>
          </p:cNvPr>
          <p:cNvSpPr/>
          <p:nvPr/>
        </p:nvSpPr>
        <p:spPr>
          <a:xfrm>
            <a:off x="8226552" y="100656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p>
        </p:txBody>
      </p:sp>
      <p:sp>
        <p:nvSpPr>
          <p:cNvPr id="184" name="Shape 7">
            <a:extLst>
              <a:ext uri="{FF2B5EF4-FFF2-40B4-BE49-F238E27FC236}">
                <a16:creationId xmlns:a16="http://schemas.microsoft.com/office/drawing/2014/main" id="{64127FB2-31D8-1A56-FE3F-A142E6D63B7F}"/>
              </a:ext>
            </a:extLst>
          </p:cNvPr>
          <p:cNvSpPr/>
          <p:nvPr/>
        </p:nvSpPr>
        <p:spPr>
          <a:xfrm>
            <a:off x="1040400" y="10350000"/>
            <a:ext cx="8204400" cy="13607"/>
          </a:xfrm>
          <a:prstGeom prst="rect">
            <a:avLst/>
          </a:prstGeom>
          <a:solidFill>
            <a:srgbClr val="CCCCCC"/>
          </a:solidFill>
          <a:ln/>
        </p:spPr>
      </p:sp>
      <p:sp>
        <p:nvSpPr>
          <p:cNvPr id="185" name="Text 11">
            <a:extLst>
              <a:ext uri="{FF2B5EF4-FFF2-40B4-BE49-F238E27FC236}">
                <a16:creationId xmlns:a16="http://schemas.microsoft.com/office/drawing/2014/main" id="{A3E3B819-E0D2-5245-F783-B7C3665FF436}"/>
              </a:ext>
            </a:extLst>
          </p:cNvPr>
          <p:cNvSpPr/>
          <p:nvPr/>
        </p:nvSpPr>
        <p:spPr>
          <a:xfrm>
            <a:off x="1044000" y="103608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手の指＋手の甲 または 足の指＋足の甲</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86" name="Text 15">
            <a:extLst>
              <a:ext uri="{FF2B5EF4-FFF2-40B4-BE49-F238E27FC236}">
                <a16:creationId xmlns:a16="http://schemas.microsoft.com/office/drawing/2014/main" id="{6541FC45-2F76-FA08-4151-9D4B816BFCC6}"/>
              </a:ext>
            </a:extLst>
          </p:cNvPr>
          <p:cNvSpPr/>
          <p:nvPr/>
        </p:nvSpPr>
        <p:spPr>
          <a:xfrm>
            <a:off x="6692400" y="10418400"/>
            <a:ext cx="953401"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70,000</a:t>
            </a:r>
          </a:p>
        </p:txBody>
      </p:sp>
      <p:sp>
        <p:nvSpPr>
          <p:cNvPr id="187" name="Text 15">
            <a:extLst>
              <a:ext uri="{FF2B5EF4-FFF2-40B4-BE49-F238E27FC236}">
                <a16:creationId xmlns:a16="http://schemas.microsoft.com/office/drawing/2014/main" id="{6541FC45-2F76-FA08-4151-9D4B816BFCC6}"/>
              </a:ext>
            </a:extLst>
          </p:cNvPr>
          <p:cNvSpPr/>
          <p:nvPr/>
        </p:nvSpPr>
        <p:spPr>
          <a:xfrm>
            <a:off x="8226552" y="104184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p>
        </p:txBody>
      </p:sp>
      <p:sp>
        <p:nvSpPr>
          <p:cNvPr id="188" name="Shape 7">
            <a:extLst>
              <a:ext uri="{FF2B5EF4-FFF2-40B4-BE49-F238E27FC236}">
                <a16:creationId xmlns:a16="http://schemas.microsoft.com/office/drawing/2014/main" id="{64127FB2-31D8-1A56-FE3F-A142E6D63B7F}"/>
              </a:ext>
            </a:extLst>
          </p:cNvPr>
          <p:cNvSpPr/>
          <p:nvPr/>
        </p:nvSpPr>
        <p:spPr>
          <a:xfrm>
            <a:off x="1040400" y="10702800"/>
            <a:ext cx="8204400" cy="13607"/>
          </a:xfrm>
          <a:prstGeom prst="rect">
            <a:avLst/>
          </a:prstGeom>
          <a:solidFill>
            <a:srgbClr val="CCCCCC"/>
          </a:solidFill>
          <a:ln/>
        </p:spPr>
      </p:sp>
      <p:sp>
        <p:nvSpPr>
          <p:cNvPr id="189" name="Text 11">
            <a:extLst>
              <a:ext uri="{FF2B5EF4-FFF2-40B4-BE49-F238E27FC236}">
                <a16:creationId xmlns:a16="http://schemas.microsoft.com/office/drawing/2014/main" id="{A3E3B819-E0D2-5245-F783-B7C3665FF436}"/>
              </a:ext>
            </a:extLst>
          </p:cNvPr>
          <p:cNvSpPr/>
          <p:nvPr/>
        </p:nvSpPr>
        <p:spPr>
          <a:xfrm>
            <a:off x="1044000" y="107136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ひじ下 または ひじ上（ひじ含む）</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90" name="Text 15">
            <a:extLst>
              <a:ext uri="{FF2B5EF4-FFF2-40B4-BE49-F238E27FC236}">
                <a16:creationId xmlns:a16="http://schemas.microsoft.com/office/drawing/2014/main" id="{6541FC45-2F76-FA08-4151-9D4B816BFCC6}"/>
              </a:ext>
            </a:extLst>
          </p:cNvPr>
          <p:cNvSpPr/>
          <p:nvPr/>
        </p:nvSpPr>
        <p:spPr>
          <a:xfrm>
            <a:off x="7053072" y="107712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150,000</a:t>
            </a:r>
          </a:p>
        </p:txBody>
      </p:sp>
      <p:sp>
        <p:nvSpPr>
          <p:cNvPr id="191" name="Text 15">
            <a:extLst>
              <a:ext uri="{FF2B5EF4-FFF2-40B4-BE49-F238E27FC236}">
                <a16:creationId xmlns:a16="http://schemas.microsoft.com/office/drawing/2014/main" id="{6541FC45-2F76-FA08-4151-9D4B816BFCC6}"/>
              </a:ext>
            </a:extLst>
          </p:cNvPr>
          <p:cNvSpPr/>
          <p:nvPr/>
        </p:nvSpPr>
        <p:spPr>
          <a:xfrm>
            <a:off x="8226552" y="107712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450,000</a:t>
            </a:r>
          </a:p>
        </p:txBody>
      </p:sp>
      <p:sp>
        <p:nvSpPr>
          <p:cNvPr id="192" name="Shape 7">
            <a:extLst>
              <a:ext uri="{FF2B5EF4-FFF2-40B4-BE49-F238E27FC236}">
                <a16:creationId xmlns:a16="http://schemas.microsoft.com/office/drawing/2014/main" id="{64127FB2-31D8-1A56-FE3F-A142E6D63B7F}"/>
              </a:ext>
            </a:extLst>
          </p:cNvPr>
          <p:cNvSpPr/>
          <p:nvPr/>
        </p:nvSpPr>
        <p:spPr>
          <a:xfrm>
            <a:off x="1040400" y="11055600"/>
            <a:ext cx="8204400" cy="13607"/>
          </a:xfrm>
          <a:prstGeom prst="rect">
            <a:avLst/>
          </a:prstGeom>
          <a:solidFill>
            <a:srgbClr val="CCCCCC"/>
          </a:solidFill>
          <a:ln/>
        </p:spPr>
      </p:sp>
      <p:sp>
        <p:nvSpPr>
          <p:cNvPr id="193" name="Text 11">
            <a:extLst>
              <a:ext uri="{FF2B5EF4-FFF2-40B4-BE49-F238E27FC236}">
                <a16:creationId xmlns:a16="http://schemas.microsoft.com/office/drawing/2014/main" id="{A3E3B819-E0D2-5245-F783-B7C3665FF436}"/>
              </a:ext>
            </a:extLst>
          </p:cNvPr>
          <p:cNvSpPr/>
          <p:nvPr/>
        </p:nvSpPr>
        <p:spPr>
          <a:xfrm>
            <a:off x="1044000" y="110664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腕全体（手首まで）</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94" name="Text 15">
            <a:extLst>
              <a:ext uri="{FF2B5EF4-FFF2-40B4-BE49-F238E27FC236}">
                <a16:creationId xmlns:a16="http://schemas.microsoft.com/office/drawing/2014/main" id="{6541FC45-2F76-FA08-4151-9D4B816BFCC6}"/>
              </a:ext>
            </a:extLst>
          </p:cNvPr>
          <p:cNvSpPr/>
          <p:nvPr/>
        </p:nvSpPr>
        <p:spPr>
          <a:xfrm>
            <a:off x="7053072" y="111240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230,000</a:t>
            </a:r>
          </a:p>
        </p:txBody>
      </p:sp>
      <p:sp>
        <p:nvSpPr>
          <p:cNvPr id="195" name="Text 15">
            <a:extLst>
              <a:ext uri="{FF2B5EF4-FFF2-40B4-BE49-F238E27FC236}">
                <a16:creationId xmlns:a16="http://schemas.microsoft.com/office/drawing/2014/main" id="{6541FC45-2F76-FA08-4151-9D4B816BFCC6}"/>
              </a:ext>
            </a:extLst>
          </p:cNvPr>
          <p:cNvSpPr/>
          <p:nvPr/>
        </p:nvSpPr>
        <p:spPr>
          <a:xfrm>
            <a:off x="8226552" y="111240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700,000</a:t>
            </a:r>
          </a:p>
        </p:txBody>
      </p:sp>
      <p:sp>
        <p:nvSpPr>
          <p:cNvPr id="196" name="Shape 7">
            <a:extLst>
              <a:ext uri="{FF2B5EF4-FFF2-40B4-BE49-F238E27FC236}">
                <a16:creationId xmlns:a16="http://schemas.microsoft.com/office/drawing/2014/main" id="{64127FB2-31D8-1A56-FE3F-A142E6D63B7F}"/>
              </a:ext>
            </a:extLst>
          </p:cNvPr>
          <p:cNvSpPr/>
          <p:nvPr/>
        </p:nvSpPr>
        <p:spPr>
          <a:xfrm>
            <a:off x="1040400" y="11408400"/>
            <a:ext cx="8204400" cy="13607"/>
          </a:xfrm>
          <a:prstGeom prst="rect">
            <a:avLst/>
          </a:prstGeom>
          <a:solidFill>
            <a:srgbClr val="CCCCCC"/>
          </a:solidFill>
          <a:ln/>
        </p:spPr>
      </p:sp>
      <p:sp>
        <p:nvSpPr>
          <p:cNvPr id="197" name="Text 11">
            <a:extLst>
              <a:ext uri="{FF2B5EF4-FFF2-40B4-BE49-F238E27FC236}">
                <a16:creationId xmlns:a16="http://schemas.microsoft.com/office/drawing/2014/main" id="{A3E3B819-E0D2-5245-F783-B7C3665FF436}"/>
              </a:ext>
            </a:extLst>
          </p:cNvPr>
          <p:cNvSpPr/>
          <p:nvPr/>
        </p:nvSpPr>
        <p:spPr>
          <a:xfrm>
            <a:off x="1044000" y="114192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ひざ下（ひざ含む）</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98" name="Text 15">
            <a:extLst>
              <a:ext uri="{FF2B5EF4-FFF2-40B4-BE49-F238E27FC236}">
                <a16:creationId xmlns:a16="http://schemas.microsoft.com/office/drawing/2014/main" id="{6541FC45-2F76-FA08-4151-9D4B816BFCC6}"/>
              </a:ext>
            </a:extLst>
          </p:cNvPr>
          <p:cNvSpPr/>
          <p:nvPr/>
        </p:nvSpPr>
        <p:spPr>
          <a:xfrm>
            <a:off x="7053072" y="114768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150,000</a:t>
            </a:r>
          </a:p>
        </p:txBody>
      </p:sp>
      <p:sp>
        <p:nvSpPr>
          <p:cNvPr id="199" name="Text 15">
            <a:extLst>
              <a:ext uri="{FF2B5EF4-FFF2-40B4-BE49-F238E27FC236}">
                <a16:creationId xmlns:a16="http://schemas.microsoft.com/office/drawing/2014/main" id="{6541FC45-2F76-FA08-4151-9D4B816BFCC6}"/>
              </a:ext>
            </a:extLst>
          </p:cNvPr>
          <p:cNvSpPr/>
          <p:nvPr/>
        </p:nvSpPr>
        <p:spPr>
          <a:xfrm>
            <a:off x="8226552" y="114768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450,000</a:t>
            </a:r>
          </a:p>
        </p:txBody>
      </p:sp>
      <p:sp>
        <p:nvSpPr>
          <p:cNvPr id="200" name="Shape 7">
            <a:extLst>
              <a:ext uri="{FF2B5EF4-FFF2-40B4-BE49-F238E27FC236}">
                <a16:creationId xmlns:a16="http://schemas.microsoft.com/office/drawing/2014/main" id="{64127FB2-31D8-1A56-FE3F-A142E6D63B7F}"/>
              </a:ext>
            </a:extLst>
          </p:cNvPr>
          <p:cNvSpPr/>
          <p:nvPr/>
        </p:nvSpPr>
        <p:spPr>
          <a:xfrm>
            <a:off x="1040400" y="11761200"/>
            <a:ext cx="8204400" cy="13607"/>
          </a:xfrm>
          <a:prstGeom prst="rect">
            <a:avLst/>
          </a:prstGeom>
          <a:solidFill>
            <a:srgbClr val="CCCCCC"/>
          </a:solidFill>
          <a:ln/>
        </p:spPr>
      </p:sp>
      <p:sp>
        <p:nvSpPr>
          <p:cNvPr id="201" name="Text 11">
            <a:extLst>
              <a:ext uri="{FF2B5EF4-FFF2-40B4-BE49-F238E27FC236}">
                <a16:creationId xmlns:a16="http://schemas.microsoft.com/office/drawing/2014/main" id="{A3E3B819-E0D2-5245-F783-B7C3665FF436}"/>
              </a:ext>
            </a:extLst>
          </p:cNvPr>
          <p:cNvSpPr/>
          <p:nvPr/>
        </p:nvSpPr>
        <p:spPr>
          <a:xfrm>
            <a:off x="1044000" y="117720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太もも（ひざ含む）</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202" name="Text 15">
            <a:extLst>
              <a:ext uri="{FF2B5EF4-FFF2-40B4-BE49-F238E27FC236}">
                <a16:creationId xmlns:a16="http://schemas.microsoft.com/office/drawing/2014/main" id="{6541FC45-2F76-FA08-4151-9D4B816BFCC6}"/>
              </a:ext>
            </a:extLst>
          </p:cNvPr>
          <p:cNvSpPr/>
          <p:nvPr/>
        </p:nvSpPr>
        <p:spPr>
          <a:xfrm>
            <a:off x="7053072" y="11829600"/>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p>
        </p:txBody>
      </p:sp>
      <p:sp>
        <p:nvSpPr>
          <p:cNvPr id="203" name="Text 15">
            <a:extLst>
              <a:ext uri="{FF2B5EF4-FFF2-40B4-BE49-F238E27FC236}">
                <a16:creationId xmlns:a16="http://schemas.microsoft.com/office/drawing/2014/main" id="{6541FC45-2F76-FA08-4151-9D4B816BFCC6}"/>
              </a:ext>
            </a:extLst>
          </p:cNvPr>
          <p:cNvSpPr/>
          <p:nvPr/>
        </p:nvSpPr>
        <p:spPr>
          <a:xfrm>
            <a:off x="8226552" y="11829600"/>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600,000</a:t>
            </a:r>
          </a:p>
        </p:txBody>
      </p:sp>
      <p:sp>
        <p:nvSpPr>
          <p:cNvPr id="204" name="Shape 7">
            <a:extLst>
              <a:ext uri="{FF2B5EF4-FFF2-40B4-BE49-F238E27FC236}">
                <a16:creationId xmlns:a16="http://schemas.microsoft.com/office/drawing/2014/main" id="{64127FB2-31D8-1A56-FE3F-A142E6D63B7F}"/>
              </a:ext>
            </a:extLst>
          </p:cNvPr>
          <p:cNvSpPr/>
          <p:nvPr/>
        </p:nvSpPr>
        <p:spPr>
          <a:xfrm>
            <a:off x="1040400" y="12114000"/>
            <a:ext cx="8204400" cy="13607"/>
          </a:xfrm>
          <a:prstGeom prst="rect">
            <a:avLst/>
          </a:prstGeom>
          <a:solidFill>
            <a:srgbClr val="CCCCCC"/>
          </a:solidFill>
          <a:ln/>
        </p:spPr>
      </p:sp>
      <p:sp>
        <p:nvSpPr>
          <p:cNvPr id="205" name="Text 11">
            <a:extLst>
              <a:ext uri="{FF2B5EF4-FFF2-40B4-BE49-F238E27FC236}">
                <a16:creationId xmlns:a16="http://schemas.microsoft.com/office/drawing/2014/main" id="{A3E3B819-E0D2-5245-F783-B7C3665FF436}"/>
              </a:ext>
            </a:extLst>
          </p:cNvPr>
          <p:cNvSpPr/>
          <p:nvPr/>
        </p:nvSpPr>
        <p:spPr>
          <a:xfrm>
            <a:off x="1044000" y="12124800"/>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脚全体（足首まで）</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206" name="Text 15">
            <a:extLst>
              <a:ext uri="{FF2B5EF4-FFF2-40B4-BE49-F238E27FC236}">
                <a16:creationId xmlns:a16="http://schemas.microsoft.com/office/drawing/2014/main" id="{6541FC45-2F76-FA08-4151-9D4B816BFCC6}"/>
              </a:ext>
            </a:extLst>
          </p:cNvPr>
          <p:cNvSpPr/>
          <p:nvPr/>
        </p:nvSpPr>
        <p:spPr>
          <a:xfrm>
            <a:off x="7053072" y="12182399"/>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250,000</a:t>
            </a:r>
          </a:p>
        </p:txBody>
      </p:sp>
      <p:sp>
        <p:nvSpPr>
          <p:cNvPr id="207" name="Text 15">
            <a:extLst>
              <a:ext uri="{FF2B5EF4-FFF2-40B4-BE49-F238E27FC236}">
                <a16:creationId xmlns:a16="http://schemas.microsoft.com/office/drawing/2014/main" id="{6541FC45-2F76-FA08-4151-9D4B816BFCC6}"/>
              </a:ext>
            </a:extLst>
          </p:cNvPr>
          <p:cNvSpPr/>
          <p:nvPr/>
        </p:nvSpPr>
        <p:spPr>
          <a:xfrm>
            <a:off x="8226552" y="12182399"/>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750,000</a:t>
            </a:r>
          </a:p>
        </p:txBody>
      </p:sp>
      <p:sp>
        <p:nvSpPr>
          <p:cNvPr id="208" name="Shape 7">
            <a:extLst>
              <a:ext uri="{FF2B5EF4-FFF2-40B4-BE49-F238E27FC236}">
                <a16:creationId xmlns:a16="http://schemas.microsoft.com/office/drawing/2014/main" id="{64127FB2-31D8-1A56-FE3F-A142E6D63B7F}"/>
              </a:ext>
            </a:extLst>
          </p:cNvPr>
          <p:cNvSpPr/>
          <p:nvPr/>
        </p:nvSpPr>
        <p:spPr>
          <a:xfrm>
            <a:off x="1040400" y="12466799"/>
            <a:ext cx="8204400" cy="13607"/>
          </a:xfrm>
          <a:prstGeom prst="rect">
            <a:avLst/>
          </a:prstGeom>
          <a:solidFill>
            <a:srgbClr val="CCCCCC"/>
          </a:solidFill>
          <a:ln/>
        </p:spPr>
      </p:sp>
      <p:sp>
        <p:nvSpPr>
          <p:cNvPr id="209" name="Text 11">
            <a:extLst>
              <a:ext uri="{FF2B5EF4-FFF2-40B4-BE49-F238E27FC236}">
                <a16:creationId xmlns:a16="http://schemas.microsoft.com/office/drawing/2014/main" id="{A3E3B819-E0D2-5245-F783-B7C3665FF436}"/>
              </a:ext>
            </a:extLst>
          </p:cNvPr>
          <p:cNvSpPr/>
          <p:nvPr/>
        </p:nvSpPr>
        <p:spPr>
          <a:xfrm>
            <a:off x="1044000" y="12477599"/>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胸（乳輪含む）または お腹（へそ周り含む）*みぞおち基準</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210" name="Text 15">
            <a:extLst>
              <a:ext uri="{FF2B5EF4-FFF2-40B4-BE49-F238E27FC236}">
                <a16:creationId xmlns:a16="http://schemas.microsoft.com/office/drawing/2014/main" id="{6541FC45-2F76-FA08-4151-9D4B816BFCC6}"/>
              </a:ext>
            </a:extLst>
          </p:cNvPr>
          <p:cNvSpPr/>
          <p:nvPr/>
        </p:nvSpPr>
        <p:spPr>
          <a:xfrm>
            <a:off x="7053072" y="12535199"/>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160,000</a:t>
            </a:r>
          </a:p>
        </p:txBody>
      </p:sp>
      <p:sp>
        <p:nvSpPr>
          <p:cNvPr id="211" name="Text 15">
            <a:extLst>
              <a:ext uri="{FF2B5EF4-FFF2-40B4-BE49-F238E27FC236}">
                <a16:creationId xmlns:a16="http://schemas.microsoft.com/office/drawing/2014/main" id="{6541FC45-2F76-FA08-4151-9D4B816BFCC6}"/>
              </a:ext>
            </a:extLst>
          </p:cNvPr>
          <p:cNvSpPr/>
          <p:nvPr/>
        </p:nvSpPr>
        <p:spPr>
          <a:xfrm>
            <a:off x="8226552" y="12535199"/>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500,000</a:t>
            </a:r>
          </a:p>
        </p:txBody>
      </p:sp>
      <p:sp>
        <p:nvSpPr>
          <p:cNvPr id="212" name="Shape 7">
            <a:extLst>
              <a:ext uri="{FF2B5EF4-FFF2-40B4-BE49-F238E27FC236}">
                <a16:creationId xmlns:a16="http://schemas.microsoft.com/office/drawing/2014/main" id="{64127FB2-31D8-1A56-FE3F-A142E6D63B7F}"/>
              </a:ext>
            </a:extLst>
          </p:cNvPr>
          <p:cNvSpPr/>
          <p:nvPr/>
        </p:nvSpPr>
        <p:spPr>
          <a:xfrm>
            <a:off x="1040400" y="12819599"/>
            <a:ext cx="8204400" cy="13607"/>
          </a:xfrm>
          <a:prstGeom prst="rect">
            <a:avLst/>
          </a:prstGeom>
          <a:solidFill>
            <a:srgbClr val="CCCCCC"/>
          </a:solidFill>
          <a:ln/>
        </p:spPr>
      </p:sp>
      <p:sp>
        <p:nvSpPr>
          <p:cNvPr id="213" name="Text 11">
            <a:extLst>
              <a:ext uri="{FF2B5EF4-FFF2-40B4-BE49-F238E27FC236}">
                <a16:creationId xmlns:a16="http://schemas.microsoft.com/office/drawing/2014/main" id="{A3E3B819-E0D2-5245-F783-B7C3665FF436}"/>
              </a:ext>
            </a:extLst>
          </p:cNvPr>
          <p:cNvSpPr/>
          <p:nvPr/>
        </p:nvSpPr>
        <p:spPr>
          <a:xfrm>
            <a:off x="1044000" y="12830399"/>
            <a:ext cx="5040000" cy="331200"/>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背中全体</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214" name="Text 15">
            <a:extLst>
              <a:ext uri="{FF2B5EF4-FFF2-40B4-BE49-F238E27FC236}">
                <a16:creationId xmlns:a16="http://schemas.microsoft.com/office/drawing/2014/main" id="{6541FC45-2F76-FA08-4151-9D4B816BFCC6}"/>
              </a:ext>
            </a:extLst>
          </p:cNvPr>
          <p:cNvSpPr/>
          <p:nvPr/>
        </p:nvSpPr>
        <p:spPr>
          <a:xfrm>
            <a:off x="7053072" y="12887999"/>
            <a:ext cx="1063637" cy="215444"/>
          </a:xfrm>
          <a:prstGeom prst="rect">
            <a:avLst/>
          </a:prstGeom>
          <a:noFill/>
          <a:ln/>
        </p:spPr>
        <p:txBody>
          <a:bodyPr wrap="none" lIns="0" tIns="0" rIns="0" bIns="0" rtlCol="0" anchor="ctr" anchorCtr="0">
            <a:spAutoFit/>
          </a:bodyPr>
          <a:lstStyle/>
          <a:p>
            <a:r>
              <a:rPr lang="ja-JP" sz="1155" dirty="0">
                <a:solidFill>
                  <a:srgbClr val="2498BD"/>
                </a:solidFill>
                <a:latin typeface="Noto Serif JP SemiBold"/>
                <a:ea typeface="Noto Serif JP SemiBold"/>
                <a:cs typeface="GC 16 Mono" pitchFamily="34" charset="-120"/>
              </a:rPr>
              <a:t>1回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250,000</a:t>
            </a:r>
          </a:p>
        </p:txBody>
      </p:sp>
      <p:sp>
        <p:nvSpPr>
          <p:cNvPr id="215" name="Text 15">
            <a:extLst>
              <a:ext uri="{FF2B5EF4-FFF2-40B4-BE49-F238E27FC236}">
                <a16:creationId xmlns:a16="http://schemas.microsoft.com/office/drawing/2014/main" id="{6541FC45-2F76-FA08-4151-9D4B816BFCC6}"/>
              </a:ext>
            </a:extLst>
          </p:cNvPr>
          <p:cNvSpPr/>
          <p:nvPr/>
        </p:nvSpPr>
        <p:spPr>
          <a:xfrm>
            <a:off x="8226552" y="12887999"/>
            <a:ext cx="1072896" cy="215444"/>
          </a:xfrm>
          <a:prstGeom prst="rect">
            <a:avLst/>
          </a:prstGeom>
          <a:noFill/>
          <a:ln/>
        </p:spPr>
        <p:txBody>
          <a:bodyPr wrap="none" lIns="0" tIns="0" rIns="0" bIns="0" rtlCol="0" anchor="ctr" anchorCtr="0">
            <a:spAutoFit/>
          </a:bodyPr>
          <a:lstStyle/>
          <a:p>
            <a:r>
              <a:rPr lang="ja-JP" sz="1200" dirty="0">
                <a:solidFill>
                  <a:srgbClr val="2498BD"/>
                </a:solidFill>
                <a:latin typeface="Noto Serif JP SemiBold"/>
                <a:ea typeface="Noto Serif JP SemiBold"/>
                <a:cs typeface="GC 16 Mono" pitchFamily="34" charset="-120"/>
              </a:rPr>
              <a:t>5回</a:t>
            </a:r>
            <a:r>
              <a:rPr lang="en-US" altLang="ko-KR" sz="11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750,000</a:t>
            </a:r>
          </a:p>
        </p:txBody>
      </p:sp>
      <p:sp>
        <p:nvSpPr>
          <p:cNvPr id="216" name="Shape 7">
            <a:extLst>
              <a:ext uri="{FF2B5EF4-FFF2-40B4-BE49-F238E27FC236}">
                <a16:creationId xmlns:a16="http://schemas.microsoft.com/office/drawing/2014/main" id="{64127FB2-31D8-1A56-FE3F-A142E6D63B7F}"/>
              </a:ext>
            </a:extLst>
          </p:cNvPr>
          <p:cNvSpPr/>
          <p:nvPr/>
        </p:nvSpPr>
        <p:spPr>
          <a:xfrm>
            <a:off x="1040400" y="13172399"/>
            <a:ext cx="8204400" cy="13607"/>
          </a:xfrm>
          <a:prstGeom prst="rect">
            <a:avLst/>
          </a:prstGeom>
          <a:solidFill>
            <a:srgbClr val="CCCCCC"/>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그림 35">
            <a:extLst>
              <a:ext uri="{FF2B5EF4-FFF2-40B4-BE49-F238E27FC236}">
                <a16:creationId xmlns:a16="http://schemas.microsoft.com/office/drawing/2014/main" id="{F374F5D5-A62C-4439-C792-C9D88D3047B7}"/>
              </a:ext>
            </a:extLst>
          </p:cNvPr>
          <p:cNvPicPr>
            <a:picLocks noChangeAspect="1"/>
          </p:cNvPicPr>
          <p:nvPr/>
        </p:nvPicPr>
        <p:blipFill>
          <a:blip r:embed="rId3"/>
          <a:stretch>
            <a:fillRect/>
          </a:stretch>
        </p:blipFill>
        <p:spPr>
          <a:xfrm>
            <a:off x="3073268" y="5174312"/>
            <a:ext cx="1830633" cy="1044119"/>
          </a:xfrm>
          <a:prstGeom prst="rect">
            <a:avLst/>
          </a:prstGeom>
          <a:ln>
            <a:solidFill>
              <a:schemeClr val="bg1">
                <a:lumMod val="95000"/>
              </a:schemeClr>
            </a:solidFill>
          </a:ln>
        </p:spPr>
      </p:pic>
      <p:sp>
        <p:nvSpPr>
          <p:cNvPr id="54" name="Text 3">
            <a:extLst>
              <a:ext uri="{FF2B5EF4-FFF2-40B4-BE49-F238E27FC236}">
                <a16:creationId xmlns:a16="http://schemas.microsoft.com/office/drawing/2014/main" id="{70B1DE5D-40DB-EE22-ECCD-C0972A197244}"/>
              </a:ext>
            </a:extLst>
          </p:cNvPr>
          <p:cNvSpPr/>
          <p:nvPr/>
        </p:nvSpPr>
        <p:spPr>
          <a:xfrm>
            <a:off x="-514350" y="868094"/>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SKIN BOOSTER</a:t>
            </a:r>
            <a:endParaRPr lang="en-US" sz="1050" dirty="0">
              <a:latin typeface="신세계 Regular" panose="02000300000000000000" pitchFamily="50" charset="-127"/>
              <a:ea typeface="신세계 Regular" panose="02000300000000000000" pitchFamily="50" charset="-127"/>
            </a:endParaRPr>
          </a:p>
        </p:txBody>
      </p:sp>
      <p:sp>
        <p:nvSpPr>
          <p:cNvPr id="56" name="Text 4">
            <a:extLst>
              <a:ext uri="{FF2B5EF4-FFF2-40B4-BE49-F238E27FC236}">
                <a16:creationId xmlns:a16="http://schemas.microsoft.com/office/drawing/2014/main" id="{2A98A99F-80A2-D258-DB15-5DF5F5E994F0}"/>
              </a:ext>
            </a:extLst>
          </p:cNvPr>
          <p:cNvSpPr/>
          <p:nvPr/>
        </p:nvSpPr>
        <p:spPr>
          <a:xfrm>
            <a:off x="-514350" y="1069437"/>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2540" b="1" kern="0" spc="-63" dirty="0">
                <a:solidFill>
                  <a:srgbClr val="2498BD"/>
                </a:solidFill>
                <a:latin typeface="Noto Serif JP SemiBold"/>
                <a:ea typeface="Noto Serif JP SemiBold"/>
                <a:cs typeface="Sinsegye" pitchFamily="34" charset="-120"/>
              </a:rPr>
              <a:t>スキンブースター</a:t>
            </a:r>
            <a:endParaRPr lang="en-US" sz="3150" dirty="0">
              <a:latin typeface="신세계 Regular" panose="02000300000000000000" pitchFamily="50" charset="-127"/>
              <a:ea typeface="신세계 Regular" panose="02000300000000000000" pitchFamily="50" charset="-127"/>
            </a:endParaRPr>
          </a:p>
        </p:txBody>
      </p:sp>
      <p:sp>
        <p:nvSpPr>
          <p:cNvPr id="58" name="Text 5">
            <a:extLst>
              <a:ext uri="{FF2B5EF4-FFF2-40B4-BE49-F238E27FC236}">
                <a16:creationId xmlns:a16="http://schemas.microsoft.com/office/drawing/2014/main" id="{3F9F0950-79CD-71D1-D16C-D4F9BB36487D}"/>
              </a:ext>
            </a:extLst>
          </p:cNvPr>
          <p:cNvSpPr/>
          <p:nvPr/>
        </p:nvSpPr>
        <p:spPr>
          <a:xfrm>
            <a:off x="-514350" y="1542923"/>
            <a:ext cx="11315700" cy="276225"/>
          </a:xfrm>
          <a:prstGeom prst="rect">
            <a:avLst/>
          </a:prstGeom>
          <a:noFill/>
          <a:ln/>
        </p:spPr>
        <p:txBody>
          <a:bodyPr wrap="square" lIns="25400" tIns="25400" rIns="25400" bIns="25400" rtlCol="0" anchor="t">
            <a:normAutofit/>
          </a:bodyPr>
          <a:lstStyle/>
          <a:p>
            <a:pPr algn="ctr"/>
            <a:r>
              <a:rPr lang="ja-JP" sz="1115" dirty="0">
                <a:solidFill>
                  <a:srgbClr val="6E6E6E"/>
                </a:solidFill>
                <a:latin typeface="Noto Serif JP SemiBold"/>
                <a:ea typeface="Noto Serif JP SemiBold"/>
                <a:cs typeface="Arial" pitchFamily="34" charset="-120"/>
              </a:rPr>
              <a:t>再生 · コラーゲン/ボリューム · ECM · 弾力/ツヤ</a:t>
            </a:r>
            <a:endParaRPr lang="en-US" sz="1275" dirty="0">
              <a:latin typeface="신세계 Regular" panose="02000300000000000000" pitchFamily="50" charset="-127"/>
              <a:ea typeface="신세계 Regular" panose="02000300000000000000" pitchFamily="50" charset="-127"/>
            </a:endParaRPr>
          </a:p>
        </p:txBody>
      </p:sp>
      <p:pic>
        <p:nvPicPr>
          <p:cNvPr id="183" name="그림 182">
            <a:extLst>
              <a:ext uri="{FF2B5EF4-FFF2-40B4-BE49-F238E27FC236}">
                <a16:creationId xmlns:a16="http://schemas.microsoft.com/office/drawing/2014/main" id="{05C60A78-E929-024F-11CE-12017848EF55}"/>
              </a:ext>
            </a:extLst>
          </p:cNvPr>
          <p:cNvPicPr>
            <a:picLocks noChangeAspect="1"/>
          </p:cNvPicPr>
          <p:nvPr/>
        </p:nvPicPr>
        <p:blipFill>
          <a:blip r:embed="rId4"/>
          <a:stretch>
            <a:fillRect/>
          </a:stretch>
        </p:blipFill>
        <p:spPr>
          <a:xfrm>
            <a:off x="5379520" y="11470631"/>
            <a:ext cx="1837632" cy="1048111"/>
          </a:xfrm>
          <a:prstGeom prst="rect">
            <a:avLst/>
          </a:prstGeom>
          <a:ln w="12700">
            <a:solidFill>
              <a:schemeClr val="bg1">
                <a:lumMod val="95000"/>
              </a:schemeClr>
            </a:solidFill>
          </a:ln>
        </p:spPr>
      </p:pic>
      <p:sp>
        <p:nvSpPr>
          <p:cNvPr id="11" name="Text 8"/>
          <p:cNvSpPr/>
          <p:nvPr/>
        </p:nvSpPr>
        <p:spPr>
          <a:xfrm>
            <a:off x="927339" y="2959124"/>
            <a:ext cx="9275470" cy="242333"/>
          </a:xfrm>
          <a:prstGeom prst="rect">
            <a:avLst/>
          </a:prstGeom>
          <a:noFill/>
          <a:ln/>
        </p:spPr>
        <p:txBody>
          <a:bodyPr wrap="square" lIns="21079" tIns="21079" rIns="21079" bIns="21079" rtlCol="0" anchor="t">
            <a:normAutofit fontScale="92500" lnSpcReduction="10000"/>
          </a:bodyPr>
          <a:lstStyle/>
          <a:p>
            <a:r>
              <a:rPr lang="ja-JP" sz="1556" b="1" dirty="0">
                <a:solidFill>
                  <a:srgbClr val="1A1A1A"/>
                </a:solidFill>
                <a:latin typeface="Noto Serif JP SemiBold"/>
                <a:ea typeface="Noto Serif JP SemiBold"/>
                <a:cs typeface="Sinsegye" pitchFamily="34" charset="-120"/>
              </a:rPr>
              <a:t>再生</a:t>
            </a:r>
            <a:endParaRPr lang="en-US" altLang="ko-KR" sz="1556" dirty="0">
              <a:latin typeface="신세계 Regular" panose="02000300000000000000" pitchFamily="50" charset="-127"/>
              <a:ea typeface="신세계 Regular" panose="02000300000000000000" pitchFamily="50" charset="-127"/>
            </a:endParaRPr>
          </a:p>
        </p:txBody>
      </p:sp>
      <p:grpSp>
        <p:nvGrpSpPr>
          <p:cNvPr id="64" name="그룹 63">
            <a:extLst>
              <a:ext uri="{FF2B5EF4-FFF2-40B4-BE49-F238E27FC236}">
                <a16:creationId xmlns:a16="http://schemas.microsoft.com/office/drawing/2014/main" id="{32AB248D-F131-E8F2-0733-C64244F22B3D}"/>
              </a:ext>
            </a:extLst>
          </p:cNvPr>
          <p:cNvGrpSpPr/>
          <p:nvPr/>
        </p:nvGrpSpPr>
        <p:grpSpPr>
          <a:xfrm>
            <a:off x="927338" y="3369812"/>
            <a:ext cx="2175436" cy="1554999"/>
            <a:chOff x="927338" y="3292929"/>
            <a:chExt cx="2175436" cy="1554999"/>
          </a:xfrm>
        </p:grpSpPr>
        <p:sp>
          <p:nvSpPr>
            <p:cNvPr id="12" name="Text 9"/>
            <p:cNvSpPr/>
            <p:nvPr/>
          </p:nvSpPr>
          <p:spPr>
            <a:xfrm>
              <a:off x="927338" y="4422876"/>
              <a:ext cx="2175436" cy="192223"/>
            </a:xfrm>
            <a:prstGeom prst="rect">
              <a:avLst/>
            </a:prstGeom>
            <a:noFill/>
            <a:ln/>
          </p:spPr>
          <p:txBody>
            <a:bodyPr wrap="square" lIns="21079" tIns="21079" rIns="21079" bIns="21079" rtlCol="0" anchor="t">
              <a:normAutofit fontScale="92500" lnSpcReduction="20000"/>
            </a:bodyPr>
            <a:lstStyle/>
            <a:p>
              <a:r>
                <a:rPr lang="ja-JP" sz="953" b="1" dirty="0">
                  <a:solidFill>
                    <a:srgbClr val="1A1A1A"/>
                  </a:solidFill>
                  <a:latin typeface="Noto Serif JP SemiBold"/>
                  <a:ea typeface="Noto Serif JP SemiBold"/>
                  <a:cs typeface="Sinsegye" pitchFamily="34" charset="-120"/>
                </a:rPr>
                <a:t>リジュランヒーラー R</a:t>
              </a:r>
              <a:endParaRPr lang="en-US" sz="1183" dirty="0">
                <a:latin typeface="신세계 Regular" panose="02000300000000000000" pitchFamily="50" charset="-127"/>
                <a:ea typeface="신세계 Regular" panose="02000300000000000000" pitchFamily="50" charset="-127"/>
              </a:endParaRPr>
            </a:p>
          </p:txBody>
        </p:sp>
        <p:sp>
          <p:nvSpPr>
            <p:cNvPr id="13" name="Text 10"/>
            <p:cNvSpPr/>
            <p:nvPr/>
          </p:nvSpPr>
          <p:spPr>
            <a:xfrm>
              <a:off x="927338" y="4638766"/>
              <a:ext cx="2175436" cy="209162"/>
            </a:xfrm>
            <a:prstGeom prst="rect">
              <a:avLst/>
            </a:prstGeom>
            <a:noFill/>
            <a:ln/>
          </p:spPr>
          <p:txBody>
            <a:bodyPr wrap="square" lIns="21079" tIns="21079" rIns="21079" bIns="21079" rtlCol="0" anchor="t">
              <a:normAutofit fontScale="92500" lnSpcReduction="10000"/>
            </a:bodyPr>
            <a:lstStyle/>
            <a:p>
              <a:pPr>
                <a:lnSpc>
                  <a:spcPct val="131104"/>
                </a:lnSpc>
              </a:pPr>
              <a:r>
                <a:rPr lang="ja-JP" sz="927" dirty="0">
                  <a:solidFill>
                    <a:srgbClr val="555555"/>
                  </a:solidFill>
                  <a:latin typeface="Noto Serif JP SemiBold"/>
                  <a:ea typeface="Noto Serif JP SemiBold"/>
                  <a:cs typeface="Sinsegye" pitchFamily="34" charset="-120"/>
                </a:rPr>
                <a:t>サーモン由来PN — 肌バリア強化</a:t>
              </a:r>
              <a:endParaRPr lang="en-US" sz="965" dirty="0">
                <a:latin typeface="신세계 Regular" panose="02000300000000000000" pitchFamily="50" charset="-127"/>
                <a:ea typeface="신세계 Regular" panose="02000300000000000000" pitchFamily="50" charset="-127"/>
              </a:endParaRPr>
            </a:p>
          </p:txBody>
        </p:sp>
        <p:sp>
          <p:nvSpPr>
            <p:cNvPr id="59" name="직사각형 58">
              <a:extLst>
                <a:ext uri="{FF2B5EF4-FFF2-40B4-BE49-F238E27FC236}">
                  <a16:creationId xmlns:a16="http://schemas.microsoft.com/office/drawing/2014/main" id="{A5BF1024-D103-4CF7-087A-3BC9F0A918A1}"/>
                </a:ext>
              </a:extLst>
            </p:cNvPr>
            <p:cNvSpPr/>
            <p:nvPr/>
          </p:nvSpPr>
          <p:spPr>
            <a:xfrm>
              <a:off x="927339" y="3292929"/>
              <a:ext cx="1837632" cy="1040862"/>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68" name="그룹 67">
            <a:extLst>
              <a:ext uri="{FF2B5EF4-FFF2-40B4-BE49-F238E27FC236}">
                <a16:creationId xmlns:a16="http://schemas.microsoft.com/office/drawing/2014/main" id="{0629E457-9CAC-078C-E409-E48937729BBD}"/>
              </a:ext>
            </a:extLst>
          </p:cNvPr>
          <p:cNvGrpSpPr/>
          <p:nvPr/>
        </p:nvGrpSpPr>
        <p:grpSpPr>
          <a:xfrm>
            <a:off x="927338" y="5174312"/>
            <a:ext cx="2193623" cy="1554999"/>
            <a:chOff x="5212202" y="3292929"/>
            <a:chExt cx="2193623" cy="1554999"/>
          </a:xfrm>
        </p:grpSpPr>
        <p:sp>
          <p:nvSpPr>
            <p:cNvPr id="16" name="Text 13"/>
            <p:cNvSpPr/>
            <p:nvPr/>
          </p:nvSpPr>
          <p:spPr>
            <a:xfrm>
              <a:off x="5230389" y="4422876"/>
              <a:ext cx="2175436" cy="192223"/>
            </a:xfrm>
            <a:prstGeom prst="rect">
              <a:avLst/>
            </a:prstGeom>
            <a:noFill/>
            <a:ln/>
          </p:spPr>
          <p:txBody>
            <a:bodyPr wrap="square" lIns="21079" tIns="21079" rIns="21079" bIns="21079" rtlCol="0" anchor="t">
              <a:normAutofit fontScale="92500" lnSpcReduction="20000"/>
            </a:bodyPr>
            <a:lstStyle/>
            <a:p>
              <a:r>
                <a:rPr lang="ja-JP" sz="953" b="1" dirty="0">
                  <a:solidFill>
                    <a:srgbClr val="1A1A1A"/>
                  </a:solidFill>
                  <a:latin typeface="Noto Serif JP SemiBold"/>
                  <a:ea typeface="Noto Serif JP SemiBold"/>
                  <a:cs typeface="Sinsegye" pitchFamily="34" charset="-120"/>
                </a:rPr>
                <a:t>リジュランヒーラー I</a:t>
              </a:r>
              <a:endParaRPr lang="en-US" sz="1183" dirty="0">
                <a:latin typeface="신세계 Regular" panose="02000300000000000000" pitchFamily="50" charset="-127"/>
                <a:ea typeface="신세계 Regular" panose="02000300000000000000" pitchFamily="50" charset="-127"/>
              </a:endParaRPr>
            </a:p>
          </p:txBody>
        </p:sp>
        <p:sp>
          <p:nvSpPr>
            <p:cNvPr id="17" name="Text 14"/>
            <p:cNvSpPr/>
            <p:nvPr/>
          </p:nvSpPr>
          <p:spPr>
            <a:xfrm>
              <a:off x="5230389" y="4638766"/>
              <a:ext cx="2175436" cy="209162"/>
            </a:xfrm>
            <a:prstGeom prst="rect">
              <a:avLst/>
            </a:prstGeom>
            <a:noFill/>
            <a:ln/>
          </p:spPr>
          <p:txBody>
            <a:bodyPr wrap="square" lIns="21079" tIns="21079" rIns="21079" bIns="21079" rtlCol="0" anchor="t">
              <a:normAutofit fontScale="92500" lnSpcReduction="10000"/>
            </a:bodyPr>
            <a:lstStyle/>
            <a:p>
              <a:pPr>
                <a:lnSpc>
                  <a:spcPct val="131104"/>
                </a:lnSpc>
              </a:pPr>
              <a:r>
                <a:rPr lang="ja-JP" sz="965" dirty="0">
                  <a:solidFill>
                    <a:srgbClr val="555555"/>
                  </a:solidFill>
                  <a:latin typeface="Noto Serif JP SemiBold"/>
                  <a:ea typeface="Noto Serif JP SemiBold"/>
                  <a:cs typeface="Sinsegye" pitchFamily="34" charset="-120"/>
                </a:rPr>
                <a:t>目元専用・小ジワ緩和</a:t>
              </a:r>
              <a:endParaRPr lang="en-US" sz="965" dirty="0">
                <a:latin typeface="신세계 Regular" panose="02000300000000000000" pitchFamily="50" charset="-127"/>
                <a:ea typeface="신세계 Regular" panose="02000300000000000000" pitchFamily="50" charset="-127"/>
              </a:endParaRPr>
            </a:p>
          </p:txBody>
        </p:sp>
        <p:sp>
          <p:nvSpPr>
            <p:cNvPr id="61" name="직사각형 60">
              <a:extLst>
                <a:ext uri="{FF2B5EF4-FFF2-40B4-BE49-F238E27FC236}">
                  <a16:creationId xmlns:a16="http://schemas.microsoft.com/office/drawing/2014/main" id="{91A01021-BD47-EBD4-6847-95ED29822700}"/>
                </a:ext>
              </a:extLst>
            </p:cNvPr>
            <p:cNvSpPr/>
            <p:nvPr/>
          </p:nvSpPr>
          <p:spPr>
            <a:xfrm>
              <a:off x="5212202" y="3292929"/>
              <a:ext cx="1837632" cy="1040862"/>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66" name="그룹 65">
            <a:extLst>
              <a:ext uri="{FF2B5EF4-FFF2-40B4-BE49-F238E27FC236}">
                <a16:creationId xmlns:a16="http://schemas.microsoft.com/office/drawing/2014/main" id="{0E6322D0-35FD-9B7B-82C4-C23F485DD1F6}"/>
              </a:ext>
            </a:extLst>
          </p:cNvPr>
          <p:cNvGrpSpPr/>
          <p:nvPr/>
        </p:nvGrpSpPr>
        <p:grpSpPr>
          <a:xfrm>
            <a:off x="3069771" y="3369812"/>
            <a:ext cx="2184529" cy="1732541"/>
            <a:chOff x="3069771" y="3292929"/>
            <a:chExt cx="2184529" cy="1732541"/>
          </a:xfrm>
        </p:grpSpPr>
        <p:sp>
          <p:nvSpPr>
            <p:cNvPr id="14" name="Text 11"/>
            <p:cNvSpPr/>
            <p:nvPr/>
          </p:nvSpPr>
          <p:spPr>
            <a:xfrm>
              <a:off x="3078864" y="4422876"/>
              <a:ext cx="2175436" cy="192223"/>
            </a:xfrm>
            <a:prstGeom prst="rect">
              <a:avLst/>
            </a:prstGeom>
            <a:noFill/>
            <a:ln/>
          </p:spPr>
          <p:txBody>
            <a:bodyPr wrap="square" lIns="21079" tIns="21079" rIns="21079" bIns="21079" rtlCol="0" anchor="t">
              <a:normAutofit fontScale="92500" lnSpcReduction="20000"/>
            </a:bodyPr>
            <a:lstStyle/>
            <a:p>
              <a:r>
                <a:rPr lang="ja-JP" sz="970" b="1" dirty="0">
                  <a:solidFill>
                    <a:srgbClr val="1A1A1A"/>
                  </a:solidFill>
                  <a:latin typeface="Noto Serif JP SemiBold"/>
                  <a:ea typeface="Noto Serif JP SemiBold"/>
                  <a:cs typeface="Sinsegye" pitchFamily="34" charset="-120"/>
                </a:rPr>
                <a:t>リジュランヒーラー HB</a:t>
              </a:r>
              <a:endParaRPr lang="en-US" sz="1183" dirty="0">
                <a:latin typeface="신세계 Regular" panose="02000300000000000000" pitchFamily="50" charset="-127"/>
                <a:ea typeface="신세계 Regular" panose="02000300000000000000" pitchFamily="50" charset="-127"/>
              </a:endParaRPr>
            </a:p>
          </p:txBody>
        </p:sp>
        <p:sp>
          <p:nvSpPr>
            <p:cNvPr id="15" name="Text 12"/>
            <p:cNvSpPr/>
            <p:nvPr/>
          </p:nvSpPr>
          <p:spPr>
            <a:xfrm>
              <a:off x="3078864" y="4638766"/>
              <a:ext cx="2040907" cy="386704"/>
            </a:xfrm>
            <a:prstGeom prst="rect">
              <a:avLst/>
            </a:prstGeom>
            <a:noFill/>
            <a:ln/>
          </p:spPr>
          <p:txBody>
            <a:bodyPr wrap="square" lIns="21079" tIns="21079" rIns="21079" bIns="21079" rtlCol="0" anchor="t">
              <a:normAutofit fontScale="92500"/>
            </a:bodyPr>
            <a:lstStyle/>
            <a:p>
              <a:pPr>
                <a:lnSpc>
                  <a:spcPct val="131104"/>
                </a:lnSpc>
              </a:pPr>
              <a:r>
                <a:rPr lang="ja-JP" sz="885" dirty="0">
                  <a:solidFill>
                    <a:srgbClr val="555555"/>
                  </a:solidFill>
                  <a:latin typeface="Noto Serif JP SemiBold"/>
                  <a:ea typeface="Noto Serif JP SemiBold"/>
                  <a:cs typeface="Sinsegye" pitchFamily="34" charset="-120"/>
                </a:rPr>
                <a:t>痛みが少なく · ヒアルロン酸配合で保湿まで</a:t>
              </a:r>
              <a:endParaRPr lang="en-US" sz="965" dirty="0">
                <a:latin typeface="신세계 Regular" panose="02000300000000000000" pitchFamily="50" charset="-127"/>
                <a:ea typeface="신세계 Regular" panose="02000300000000000000" pitchFamily="50" charset="-127"/>
              </a:endParaRPr>
            </a:p>
          </p:txBody>
        </p:sp>
        <p:sp>
          <p:nvSpPr>
            <p:cNvPr id="63" name="직사각형 62">
              <a:extLst>
                <a:ext uri="{FF2B5EF4-FFF2-40B4-BE49-F238E27FC236}">
                  <a16:creationId xmlns:a16="http://schemas.microsoft.com/office/drawing/2014/main" id="{5F669CEB-1944-DA80-6059-C5088AE6DDA2}"/>
                </a:ext>
              </a:extLst>
            </p:cNvPr>
            <p:cNvSpPr/>
            <p:nvPr/>
          </p:nvSpPr>
          <p:spPr>
            <a:xfrm>
              <a:off x="3069771" y="3292929"/>
              <a:ext cx="1837632" cy="1040862"/>
            </a:xfrm>
            <a:prstGeom prst="rect">
              <a:avLst/>
            </a:prstGeom>
            <a:blipFill dpi="0" rotWithShape="1">
              <a:blip r:embed="rId7">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 name="그룹 1">
            <a:extLst>
              <a:ext uri="{FF2B5EF4-FFF2-40B4-BE49-F238E27FC236}">
                <a16:creationId xmlns:a16="http://schemas.microsoft.com/office/drawing/2014/main" id="{2896F72D-9F51-4BEA-799D-655D1545DD4F}"/>
              </a:ext>
            </a:extLst>
          </p:cNvPr>
          <p:cNvGrpSpPr/>
          <p:nvPr/>
        </p:nvGrpSpPr>
        <p:grpSpPr>
          <a:xfrm>
            <a:off x="927338" y="9675648"/>
            <a:ext cx="2202716" cy="1685006"/>
            <a:chOff x="7354635" y="3300108"/>
            <a:chExt cx="2202716" cy="1685006"/>
          </a:xfrm>
        </p:grpSpPr>
        <p:sp>
          <p:nvSpPr>
            <p:cNvPr id="22" name="Text 19"/>
            <p:cNvSpPr/>
            <p:nvPr/>
          </p:nvSpPr>
          <p:spPr>
            <a:xfrm>
              <a:off x="7381915" y="4422876"/>
              <a:ext cx="2175436" cy="192223"/>
            </a:xfrm>
            <a:prstGeom prst="rect">
              <a:avLst/>
            </a:prstGeom>
            <a:noFill/>
            <a:ln/>
          </p:spPr>
          <p:txBody>
            <a:bodyPr wrap="square" lIns="21079" tIns="21079" rIns="21079" bIns="21079" rtlCol="0" anchor="t">
              <a:normAutofit fontScale="92500" lnSpcReduction="20000"/>
            </a:bodyPr>
            <a:lstStyle/>
            <a:p>
              <a:r>
                <a:rPr lang="ja-JP" sz="1137" b="1">
                  <a:solidFill>
                    <a:srgbClr val="1A1A1A"/>
                  </a:solidFill>
                  <a:latin typeface="Noto Serif JP SemiBold"/>
                  <a:ea typeface="Noto Serif JP SemiBold"/>
                  <a:cs typeface="Sinsegye" pitchFamily="34" charset="-120"/>
                </a:rPr>
                <a:t xml:space="preserve">オリディア </a:t>
              </a:r>
              <a:r>
                <a:rPr lang="en-US" sz="934">
                  <a:solidFill>
                    <a:srgbClr val="6E6E6E"/>
                  </a:solidFill>
                  <a:latin typeface="신세계 Regular" panose="02000300000000000000" pitchFamily="50" charset="-127"/>
                  <a:ea typeface="신세계 Regular" panose="02000300000000000000" pitchFamily="50" charset="-127"/>
                  <a:cs typeface="Sinsegye" pitchFamily="34" charset="-120"/>
                </a:rPr>
                <a:t>120 · 365</a:t>
              </a:r>
              <a:endParaRPr lang="en-US" sz="1183" dirty="0">
                <a:latin typeface="신세계 Regular" panose="02000300000000000000" pitchFamily="50" charset="-127"/>
                <a:ea typeface="신세계 Regular" panose="02000300000000000000" pitchFamily="50" charset="-127"/>
              </a:endParaRPr>
            </a:p>
          </p:txBody>
        </p:sp>
        <p:sp>
          <p:nvSpPr>
            <p:cNvPr id="23" name="Text 20"/>
            <p:cNvSpPr/>
            <p:nvPr/>
          </p:nvSpPr>
          <p:spPr>
            <a:xfrm>
              <a:off x="7381915" y="4598410"/>
              <a:ext cx="2040907" cy="386704"/>
            </a:xfrm>
            <a:prstGeom prst="rect">
              <a:avLst/>
            </a:prstGeom>
            <a:noFill/>
            <a:ln/>
          </p:spPr>
          <p:txBody>
            <a:bodyPr wrap="square" lIns="21079" tIns="21079" rIns="21079" bIns="21079" rtlCol="0" anchor="t">
              <a:normAutofit fontScale="92500" lnSpcReduction="10000"/>
            </a:bodyPr>
            <a:lstStyle/>
            <a:p>
              <a:pPr>
                <a:lnSpc>
                  <a:spcPct val="131104"/>
                </a:lnSpc>
              </a:pPr>
              <a:r>
                <a:rPr lang="ja-JP" sz="873">
                  <a:solidFill>
                    <a:srgbClr val="555555"/>
                  </a:solidFill>
                  <a:latin typeface="Noto Serif JP SemiBold"/>
                  <a:ea typeface="Noto Serif JP SemiBold"/>
                  <a:cs typeface="Sinsegye" pitchFamily="34" charset="-120"/>
                </a:rPr>
                <a:t xml:space="preserve">PLLA — 線維芽細胞を刺激し、 </a:t>
              </a:r>
            </a:p>
            <a:p>
              <a:pPr>
                <a:lnSpc>
                  <a:spcPct val="131104"/>
                </a:lnSpc>
              </a:pPr>
              <a:r>
                <a:rPr lang="ja-JP" sz="873">
                  <a:solidFill>
                    <a:srgbClr val="555555"/>
                  </a:solidFill>
                  <a:latin typeface="Noto Serif JP SemiBold"/>
                  <a:ea typeface="Noto Serif JP SemiBold"/>
                  <a:cs typeface="Sinsegye" pitchFamily="34" charset="-120"/>
                </a:rPr>
                <a:t>コラーゲン生成を促進</a:t>
              </a:r>
              <a:endParaRPr lang="en-US" sz="965" dirty="0">
                <a:latin typeface="신세계 Regular" panose="02000300000000000000" pitchFamily="50" charset="-127"/>
                <a:ea typeface="신세계 Regular" panose="02000300000000000000" pitchFamily="50" charset="-127"/>
              </a:endParaRPr>
            </a:p>
          </p:txBody>
        </p:sp>
        <p:sp>
          <p:nvSpPr>
            <p:cNvPr id="65" name="직사각형 64">
              <a:extLst>
                <a:ext uri="{FF2B5EF4-FFF2-40B4-BE49-F238E27FC236}">
                  <a16:creationId xmlns:a16="http://schemas.microsoft.com/office/drawing/2014/main" id="{DFCC2E1F-378F-2FA4-C71B-961B07F06797}"/>
                </a:ext>
              </a:extLst>
            </p:cNvPr>
            <p:cNvSpPr/>
            <p:nvPr/>
          </p:nvSpPr>
          <p:spPr>
            <a:xfrm>
              <a:off x="7354635" y="3300108"/>
              <a:ext cx="1837632" cy="1040862"/>
            </a:xfrm>
            <a:prstGeom prst="rect">
              <a:avLst/>
            </a:prstGeom>
            <a:blipFill dpi="0" rotWithShape="1">
              <a:blip r:embed="rId8">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5" name="그룹 4">
            <a:extLst>
              <a:ext uri="{FF2B5EF4-FFF2-40B4-BE49-F238E27FC236}">
                <a16:creationId xmlns:a16="http://schemas.microsoft.com/office/drawing/2014/main" id="{50A7581D-D363-162D-470A-28A79D76B2D1}"/>
              </a:ext>
            </a:extLst>
          </p:cNvPr>
          <p:cNvGrpSpPr/>
          <p:nvPr/>
        </p:nvGrpSpPr>
        <p:grpSpPr>
          <a:xfrm>
            <a:off x="3078864" y="9675648"/>
            <a:ext cx="2193623" cy="1733009"/>
            <a:chOff x="5212202" y="5104272"/>
            <a:chExt cx="2193623" cy="1733009"/>
          </a:xfrm>
        </p:grpSpPr>
        <p:sp>
          <p:nvSpPr>
            <p:cNvPr id="24" name="Text 21"/>
            <p:cNvSpPr/>
            <p:nvPr/>
          </p:nvSpPr>
          <p:spPr>
            <a:xfrm>
              <a:off x="5230389" y="6234687"/>
              <a:ext cx="2175436" cy="192223"/>
            </a:xfrm>
            <a:prstGeom prst="rect">
              <a:avLst/>
            </a:prstGeom>
            <a:noFill/>
            <a:ln/>
          </p:spPr>
          <p:txBody>
            <a:bodyPr wrap="square" lIns="21079" tIns="21079" rIns="21079" bIns="21079" rtlCol="0" anchor="t">
              <a:normAutofit fontScale="92500" lnSpcReduction="20000"/>
            </a:bodyPr>
            <a:lstStyle/>
            <a:p>
              <a:r>
                <a:rPr lang="ja-JP" sz="985" b="1">
                  <a:solidFill>
                    <a:srgbClr val="1A1A1A"/>
                  </a:solidFill>
                  <a:latin typeface="Noto Serif JP SemiBold"/>
                  <a:ea typeface="Noto Serif JP SemiBold"/>
                  <a:cs typeface="Sinsegye" pitchFamily="34" charset="-120"/>
                </a:rPr>
                <a:t>ラディエッセ</a:t>
              </a:r>
              <a:endParaRPr lang="en-US" sz="1183" dirty="0">
                <a:latin typeface="신세계 Regular" panose="02000300000000000000" pitchFamily="50" charset="-127"/>
                <a:ea typeface="신세계 Regular" panose="02000300000000000000" pitchFamily="50" charset="-127"/>
              </a:endParaRPr>
            </a:p>
          </p:txBody>
        </p:sp>
        <p:sp>
          <p:nvSpPr>
            <p:cNvPr id="25" name="Text 22"/>
            <p:cNvSpPr/>
            <p:nvPr/>
          </p:nvSpPr>
          <p:spPr>
            <a:xfrm>
              <a:off x="5230390" y="6450577"/>
              <a:ext cx="2040907" cy="386704"/>
            </a:xfrm>
            <a:prstGeom prst="rect">
              <a:avLst/>
            </a:prstGeom>
            <a:noFill/>
            <a:ln/>
          </p:spPr>
          <p:txBody>
            <a:bodyPr wrap="square" lIns="21079" tIns="21079" rIns="21079" bIns="21079" rtlCol="0" anchor="t">
              <a:normAutofit fontScale="92500" lnSpcReduction="10000"/>
            </a:bodyPr>
            <a:lstStyle/>
            <a:p>
              <a:pPr>
                <a:lnSpc>
                  <a:spcPct val="131104"/>
                </a:lnSpc>
              </a:pPr>
              <a:r>
                <a:rPr lang="ja-JP" sz="867">
                  <a:solidFill>
                    <a:srgbClr val="555555"/>
                  </a:solidFill>
                  <a:latin typeface="Noto Serif JP SemiBold"/>
                  <a:ea typeface="Noto Serif JP SemiBold"/>
                  <a:cs typeface="Sinsegye" pitchFamily="34" charset="-120"/>
                </a:rPr>
                <a:t xml:space="preserve">CaHA — 即効性のあるボリュームと </a:t>
              </a:r>
            </a:p>
            <a:p>
              <a:pPr>
                <a:lnSpc>
                  <a:spcPct val="131104"/>
                </a:lnSpc>
              </a:pPr>
              <a:r>
                <a:rPr lang="ja-JP" sz="867">
                  <a:solidFill>
                    <a:srgbClr val="555555"/>
                  </a:solidFill>
                  <a:latin typeface="Noto Serif JP SemiBold"/>
                  <a:ea typeface="Noto Serif JP SemiBold"/>
                  <a:cs typeface="Sinsegye" pitchFamily="34" charset="-120"/>
                </a:rPr>
                <a:t>持続するハリ</a:t>
              </a:r>
              <a:endParaRPr lang="en-US" sz="965" dirty="0">
                <a:latin typeface="신세계 Regular" panose="02000300000000000000" pitchFamily="50" charset="-127"/>
                <a:ea typeface="신세계 Regular" panose="02000300000000000000" pitchFamily="50" charset="-127"/>
              </a:endParaRPr>
            </a:p>
          </p:txBody>
        </p:sp>
        <p:sp>
          <p:nvSpPr>
            <p:cNvPr id="71" name="직사각형 70">
              <a:extLst>
                <a:ext uri="{FF2B5EF4-FFF2-40B4-BE49-F238E27FC236}">
                  <a16:creationId xmlns:a16="http://schemas.microsoft.com/office/drawing/2014/main" id="{F25357A3-24F0-10F9-3F57-01C1A0F34EAE}"/>
                </a:ext>
              </a:extLst>
            </p:cNvPr>
            <p:cNvSpPr/>
            <p:nvPr/>
          </p:nvSpPr>
          <p:spPr>
            <a:xfrm>
              <a:off x="5212202" y="5104272"/>
              <a:ext cx="1837632" cy="1040862"/>
            </a:xfrm>
            <a:prstGeom prst="rect">
              <a:avLst/>
            </a:prstGeom>
            <a:blipFill dpi="0" rotWithShape="1">
              <a:blip r:embed="rId9">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9" name="그룹 48">
            <a:extLst>
              <a:ext uri="{FF2B5EF4-FFF2-40B4-BE49-F238E27FC236}">
                <a16:creationId xmlns:a16="http://schemas.microsoft.com/office/drawing/2014/main" id="{54C190F9-BDA6-D466-EC6D-0E6D9D573C8B}"/>
              </a:ext>
            </a:extLst>
          </p:cNvPr>
          <p:cNvGrpSpPr/>
          <p:nvPr/>
        </p:nvGrpSpPr>
        <p:grpSpPr>
          <a:xfrm>
            <a:off x="927338" y="7871484"/>
            <a:ext cx="2175437" cy="1562646"/>
            <a:chOff x="927338" y="5097093"/>
            <a:chExt cx="2175437" cy="1562646"/>
          </a:xfrm>
        </p:grpSpPr>
        <p:sp>
          <p:nvSpPr>
            <p:cNvPr id="50" name="Text 15">
              <a:extLst>
                <a:ext uri="{FF2B5EF4-FFF2-40B4-BE49-F238E27FC236}">
                  <a16:creationId xmlns:a16="http://schemas.microsoft.com/office/drawing/2014/main" id="{B267F8B4-B4A0-BF67-6F01-F232C05EFE80}"/>
                </a:ext>
              </a:extLst>
            </p:cNvPr>
            <p:cNvSpPr/>
            <p:nvPr/>
          </p:nvSpPr>
          <p:spPr>
            <a:xfrm>
              <a:off x="927339" y="6234687"/>
              <a:ext cx="2175436" cy="192223"/>
            </a:xfrm>
            <a:prstGeom prst="rect">
              <a:avLst/>
            </a:prstGeom>
            <a:noFill/>
            <a:ln/>
          </p:spPr>
          <p:txBody>
            <a:bodyPr wrap="square" lIns="21079" tIns="21079" rIns="21079" bIns="21079" rtlCol="0" anchor="t">
              <a:normAutofit fontScale="92500" lnSpcReduction="20000"/>
            </a:bodyPr>
            <a:lstStyle/>
            <a:p>
              <a:r>
                <a:rPr lang="ja-JP" sz="924" b="1">
                  <a:solidFill>
                    <a:srgbClr val="1A1A1A"/>
                  </a:solidFill>
                  <a:latin typeface="Noto Serif JP SemiBold"/>
                  <a:ea typeface="Noto Serif JP SemiBold"/>
                  <a:cs typeface="Sinsegye" pitchFamily="34" charset="-120"/>
                </a:rPr>
                <a:t>ジュベルックスキン</a:t>
              </a:r>
              <a:endParaRPr lang="en-US" sz="1183" dirty="0">
                <a:latin typeface="신세계 Regular" panose="02000300000000000000" pitchFamily="50" charset="-127"/>
                <a:ea typeface="신세계 Regular" panose="02000300000000000000" pitchFamily="50" charset="-127"/>
              </a:endParaRPr>
            </a:p>
          </p:txBody>
        </p:sp>
        <p:sp>
          <p:nvSpPr>
            <p:cNvPr id="51" name="Text 16">
              <a:extLst>
                <a:ext uri="{FF2B5EF4-FFF2-40B4-BE49-F238E27FC236}">
                  <a16:creationId xmlns:a16="http://schemas.microsoft.com/office/drawing/2014/main" id="{1B32C0F2-7B72-51EC-8E75-6BE570894F8E}"/>
                </a:ext>
              </a:extLst>
            </p:cNvPr>
            <p:cNvSpPr/>
            <p:nvPr/>
          </p:nvSpPr>
          <p:spPr>
            <a:xfrm>
              <a:off x="927339" y="6450577"/>
              <a:ext cx="2175436" cy="209162"/>
            </a:xfrm>
            <a:prstGeom prst="rect">
              <a:avLst/>
            </a:prstGeom>
            <a:noFill/>
            <a:ln/>
          </p:spPr>
          <p:txBody>
            <a:bodyPr wrap="square" lIns="21079" tIns="21079" rIns="21079" bIns="21079" rtlCol="0" anchor="t">
              <a:normAutofit fontScale="92500" lnSpcReduction="10000"/>
            </a:bodyPr>
            <a:lstStyle/>
            <a:p>
              <a:pPr>
                <a:lnSpc>
                  <a:spcPct val="131104"/>
                </a:lnSpc>
              </a:pPr>
              <a:r>
                <a:rPr lang="ja-JP" sz="965">
                  <a:solidFill>
                    <a:srgbClr val="555555"/>
                  </a:solidFill>
                  <a:latin typeface="Noto Serif JP SemiBold"/>
                  <a:ea typeface="Noto Serif JP SemiBold"/>
                  <a:cs typeface="Sinsegye" pitchFamily="34" charset="-120"/>
                </a:rPr>
                <a:t>PDLLA — 肌質改善 · 毛穴縮小</a:t>
              </a:r>
              <a:endParaRPr lang="en-US" sz="965" dirty="0">
                <a:latin typeface="신세계 Regular" panose="02000300000000000000" pitchFamily="50" charset="-127"/>
                <a:ea typeface="신세계 Regular" panose="02000300000000000000" pitchFamily="50" charset="-127"/>
              </a:endParaRPr>
            </a:p>
          </p:txBody>
        </p:sp>
        <p:sp>
          <p:nvSpPr>
            <p:cNvPr id="52" name="직사각형 51">
              <a:extLst>
                <a:ext uri="{FF2B5EF4-FFF2-40B4-BE49-F238E27FC236}">
                  <a16:creationId xmlns:a16="http://schemas.microsoft.com/office/drawing/2014/main" id="{0730483F-ED13-E0B0-94A9-17B6EBC20138}"/>
                </a:ext>
              </a:extLst>
            </p:cNvPr>
            <p:cNvSpPr/>
            <p:nvPr/>
          </p:nvSpPr>
          <p:spPr>
            <a:xfrm>
              <a:off x="927338" y="5097093"/>
              <a:ext cx="1837632" cy="1040862"/>
            </a:xfrm>
            <a:prstGeom prst="rect">
              <a:avLst/>
            </a:prstGeom>
            <a:blipFill dpi="0" rotWithShape="1">
              <a:blip r:embed="rId10">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53" name="그룹 52">
            <a:extLst>
              <a:ext uri="{FF2B5EF4-FFF2-40B4-BE49-F238E27FC236}">
                <a16:creationId xmlns:a16="http://schemas.microsoft.com/office/drawing/2014/main" id="{50AAF7C7-7E88-959E-4B8F-1097235CB6AD}"/>
              </a:ext>
            </a:extLst>
          </p:cNvPr>
          <p:cNvGrpSpPr/>
          <p:nvPr/>
        </p:nvGrpSpPr>
        <p:grpSpPr>
          <a:xfrm>
            <a:off x="3069770" y="7871484"/>
            <a:ext cx="2184529" cy="1740188"/>
            <a:chOff x="3069770" y="5097093"/>
            <a:chExt cx="2184529" cy="1740188"/>
          </a:xfrm>
        </p:grpSpPr>
        <p:sp>
          <p:nvSpPr>
            <p:cNvPr id="55" name="Text 17">
              <a:extLst>
                <a:ext uri="{FF2B5EF4-FFF2-40B4-BE49-F238E27FC236}">
                  <a16:creationId xmlns:a16="http://schemas.microsoft.com/office/drawing/2014/main" id="{B0BECB8D-00BB-52AA-0DCE-4B70AE925F25}"/>
                </a:ext>
              </a:extLst>
            </p:cNvPr>
            <p:cNvSpPr/>
            <p:nvPr/>
          </p:nvSpPr>
          <p:spPr>
            <a:xfrm>
              <a:off x="3078863" y="6234687"/>
              <a:ext cx="2175436" cy="192223"/>
            </a:xfrm>
            <a:prstGeom prst="rect">
              <a:avLst/>
            </a:prstGeom>
            <a:noFill/>
            <a:ln/>
          </p:spPr>
          <p:txBody>
            <a:bodyPr wrap="square" lIns="21079" tIns="21079" rIns="21079" bIns="21079" rtlCol="0" anchor="t">
              <a:normAutofit fontScale="92500" lnSpcReduction="20000"/>
            </a:bodyPr>
            <a:lstStyle/>
            <a:p>
              <a:r>
                <a:rPr lang="ja-JP" sz="851" b="1">
                  <a:solidFill>
                    <a:srgbClr val="1A1A1A"/>
                  </a:solidFill>
                  <a:latin typeface="Noto Serif JP SemiBold"/>
                  <a:ea typeface="Noto Serif JP SemiBold"/>
                  <a:cs typeface="Sinsegye" pitchFamily="34" charset="-120"/>
                </a:rPr>
                <a:t>ジュベルックボリューム</a:t>
              </a:r>
              <a:endParaRPr lang="en-US" sz="1183" dirty="0">
                <a:latin typeface="신세계 Regular" panose="02000300000000000000" pitchFamily="50" charset="-127"/>
                <a:ea typeface="신세계 Regular" panose="02000300000000000000" pitchFamily="50" charset="-127"/>
              </a:endParaRPr>
            </a:p>
          </p:txBody>
        </p:sp>
        <p:sp>
          <p:nvSpPr>
            <p:cNvPr id="57" name="Text 18">
              <a:extLst>
                <a:ext uri="{FF2B5EF4-FFF2-40B4-BE49-F238E27FC236}">
                  <a16:creationId xmlns:a16="http://schemas.microsoft.com/office/drawing/2014/main" id="{37C54209-7E29-29E8-2B1C-C7DFCD7E6D68}"/>
                </a:ext>
              </a:extLst>
            </p:cNvPr>
            <p:cNvSpPr/>
            <p:nvPr/>
          </p:nvSpPr>
          <p:spPr>
            <a:xfrm>
              <a:off x="3078863" y="6450577"/>
              <a:ext cx="2040907" cy="386704"/>
            </a:xfrm>
            <a:prstGeom prst="rect">
              <a:avLst/>
            </a:prstGeom>
            <a:noFill/>
            <a:ln/>
          </p:spPr>
          <p:txBody>
            <a:bodyPr wrap="square" lIns="21079" tIns="21079" rIns="21079" bIns="21079" rtlCol="0" anchor="t">
              <a:normAutofit fontScale="92500" lnSpcReduction="10000"/>
            </a:bodyPr>
            <a:lstStyle/>
            <a:p>
              <a:pPr>
                <a:lnSpc>
                  <a:spcPct val="131104"/>
                </a:lnSpc>
              </a:pPr>
              <a:r>
                <a:rPr lang="ja-JP" sz="855">
                  <a:solidFill>
                    <a:srgbClr val="555555"/>
                  </a:solidFill>
                  <a:latin typeface="Noto Serif JP SemiBold"/>
                  <a:ea typeface="Noto Serif JP SemiBold"/>
                  <a:cs typeface="Sinsegye" pitchFamily="34" charset="-120"/>
                </a:rPr>
                <a:t xml:space="preserve">エレガントな輪郭を叶える </a:t>
              </a:r>
            </a:p>
            <a:p>
              <a:pPr>
                <a:lnSpc>
                  <a:spcPct val="131104"/>
                </a:lnSpc>
              </a:pPr>
              <a:r>
                <a:rPr lang="ja-JP" sz="855">
                  <a:solidFill>
                    <a:srgbClr val="555555"/>
                  </a:solidFill>
                  <a:latin typeface="Noto Serif JP SemiBold"/>
                  <a:ea typeface="Noto Serif JP SemiBold"/>
                  <a:cs typeface="Sinsegye" pitchFamily="34" charset="-120"/>
                </a:rPr>
                <a:t>コラーゲンブースター</a:t>
              </a:r>
              <a:endParaRPr lang="en-US" sz="965" dirty="0">
                <a:latin typeface="신세계 Regular" panose="02000300000000000000" pitchFamily="50" charset="-127"/>
                <a:ea typeface="신세계 Regular" panose="02000300000000000000" pitchFamily="50" charset="-127"/>
              </a:endParaRPr>
            </a:p>
          </p:txBody>
        </p:sp>
        <p:sp>
          <p:nvSpPr>
            <p:cNvPr id="60" name="직사각형 59">
              <a:extLst>
                <a:ext uri="{FF2B5EF4-FFF2-40B4-BE49-F238E27FC236}">
                  <a16:creationId xmlns:a16="http://schemas.microsoft.com/office/drawing/2014/main" id="{3B2E1963-D386-0B1D-1573-EC480B2F2AFA}"/>
                </a:ext>
              </a:extLst>
            </p:cNvPr>
            <p:cNvSpPr/>
            <p:nvPr/>
          </p:nvSpPr>
          <p:spPr>
            <a:xfrm>
              <a:off x="3069770" y="5097093"/>
              <a:ext cx="1837632" cy="1040862"/>
            </a:xfrm>
            <a:prstGeom prst="rect">
              <a:avLst/>
            </a:prstGeom>
            <a:blipFill dpi="0" rotWithShape="1">
              <a:blip r:embed="rId11">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9" name="Text 26"/>
          <p:cNvSpPr/>
          <p:nvPr/>
        </p:nvSpPr>
        <p:spPr>
          <a:xfrm>
            <a:off x="927339" y="7460460"/>
            <a:ext cx="2904432" cy="222257"/>
          </a:xfrm>
          <a:prstGeom prst="rect">
            <a:avLst/>
          </a:prstGeom>
          <a:noFill/>
          <a:ln/>
        </p:spPr>
        <p:txBody>
          <a:bodyPr wrap="square" lIns="21079" tIns="21079" rIns="21079" bIns="21079" rtlCol="0" anchor="t">
            <a:normAutofit fontScale="85000" lnSpcReduction="20000"/>
          </a:bodyPr>
          <a:lstStyle/>
          <a:p>
            <a:r>
              <a:rPr lang="ja-JP" sz="1174" b="1" dirty="0">
                <a:solidFill>
                  <a:srgbClr val="1A1A1A"/>
                </a:solidFill>
                <a:latin typeface="Noto Serif JP SemiBold"/>
                <a:ea typeface="Noto Serif JP SemiBold"/>
                <a:cs typeface="Sinsegye" pitchFamily="34" charset="-120"/>
              </a:rPr>
              <a:t>コラーゲン / ボリューム</a:t>
            </a:r>
            <a:endParaRPr lang="en-US" sz="1556" dirty="0">
              <a:latin typeface="신세계 Regular" panose="02000300000000000000" pitchFamily="50" charset="-127"/>
              <a:ea typeface="신세계 Regular" panose="02000300000000000000" pitchFamily="50" charset="-127"/>
            </a:endParaRPr>
          </a:p>
        </p:txBody>
      </p:sp>
      <p:grpSp>
        <p:nvGrpSpPr>
          <p:cNvPr id="8" name="그룹 7">
            <a:extLst>
              <a:ext uri="{FF2B5EF4-FFF2-40B4-BE49-F238E27FC236}">
                <a16:creationId xmlns:a16="http://schemas.microsoft.com/office/drawing/2014/main" id="{322D1372-66B1-421E-EC60-58B7C0D34C44}"/>
              </a:ext>
            </a:extLst>
          </p:cNvPr>
          <p:cNvGrpSpPr/>
          <p:nvPr/>
        </p:nvGrpSpPr>
        <p:grpSpPr>
          <a:xfrm>
            <a:off x="5379520" y="3338169"/>
            <a:ext cx="2175436" cy="1732206"/>
            <a:chOff x="927338" y="5508117"/>
            <a:chExt cx="2175436" cy="1732206"/>
          </a:xfrm>
        </p:grpSpPr>
        <p:sp>
          <p:nvSpPr>
            <p:cNvPr id="30" name="Text 27"/>
            <p:cNvSpPr/>
            <p:nvPr/>
          </p:nvSpPr>
          <p:spPr>
            <a:xfrm>
              <a:off x="927338" y="6637729"/>
              <a:ext cx="2175436" cy="192223"/>
            </a:xfrm>
            <a:prstGeom prst="rect">
              <a:avLst/>
            </a:prstGeom>
            <a:noFill/>
            <a:ln/>
          </p:spPr>
          <p:txBody>
            <a:bodyPr wrap="square" lIns="21079" tIns="21079" rIns="21079" bIns="21079" rtlCol="0" anchor="t">
              <a:normAutofit fontScale="92500" lnSpcReduction="20000"/>
            </a:bodyPr>
            <a:lstStyle/>
            <a:p>
              <a:r>
                <a:rPr lang="ja-JP" sz="1044" b="1" dirty="0">
                  <a:solidFill>
                    <a:srgbClr val="1A1A1A"/>
                  </a:solidFill>
                  <a:latin typeface="Noto Serif JP SemiBold"/>
                  <a:ea typeface="Noto Serif JP SemiBold"/>
                  <a:cs typeface="Sinsegye" pitchFamily="34" charset="-120"/>
                </a:rPr>
                <a:t>セルコア</a:t>
              </a:r>
              <a:endParaRPr lang="en-US" sz="1183" dirty="0">
                <a:latin typeface="신세계 Regular" panose="02000300000000000000" pitchFamily="50" charset="-127"/>
                <a:ea typeface="신세계 Regular" panose="02000300000000000000" pitchFamily="50" charset="-127"/>
              </a:endParaRPr>
            </a:p>
          </p:txBody>
        </p:sp>
        <p:sp>
          <p:nvSpPr>
            <p:cNvPr id="31" name="Text 28"/>
            <p:cNvSpPr/>
            <p:nvPr/>
          </p:nvSpPr>
          <p:spPr>
            <a:xfrm>
              <a:off x="927338" y="6853619"/>
              <a:ext cx="2040907" cy="386704"/>
            </a:xfrm>
            <a:prstGeom prst="rect">
              <a:avLst/>
            </a:prstGeom>
            <a:noFill/>
            <a:ln/>
          </p:spPr>
          <p:txBody>
            <a:bodyPr wrap="square" lIns="21079" tIns="21079" rIns="21079" bIns="21079" rtlCol="0" anchor="t">
              <a:normAutofit fontScale="92500" lnSpcReduction="10000"/>
            </a:bodyPr>
            <a:lstStyle/>
            <a:p>
              <a:pPr>
                <a:lnSpc>
                  <a:spcPct val="131104"/>
                </a:lnSpc>
              </a:pPr>
              <a:r>
                <a:rPr lang="ja-JP" sz="965">
                  <a:solidFill>
                    <a:srgbClr val="555555"/>
                  </a:solidFill>
                  <a:latin typeface="Noto Serif JP SemiBold"/>
                  <a:ea typeface="Noto Serif JP SemiBold"/>
                  <a:cs typeface="Sinsegye" pitchFamily="34" charset="-120"/>
                </a:rPr>
                <a:t xml:space="preserve">ECM基盤 — 肌の構造的 </a:t>
              </a:r>
            </a:p>
            <a:p>
              <a:pPr>
                <a:lnSpc>
                  <a:spcPct val="131104"/>
                </a:lnSpc>
              </a:pPr>
              <a:r>
                <a:rPr lang="ja-JP" sz="965">
                  <a:solidFill>
                    <a:srgbClr val="555555"/>
                  </a:solidFill>
                  <a:latin typeface="Noto Serif JP SemiBold"/>
                  <a:ea typeface="Noto Serif JP SemiBold"/>
                  <a:cs typeface="Sinsegye" pitchFamily="34" charset="-120"/>
                </a:rPr>
                <a:t>再生と復元</a:t>
              </a:r>
              <a:endParaRPr lang="en-US" sz="965" dirty="0">
                <a:latin typeface="신세계 Regular" panose="02000300000000000000" pitchFamily="50" charset="-127"/>
                <a:ea typeface="신세계 Regular" panose="02000300000000000000" pitchFamily="50" charset="-127"/>
              </a:endParaRPr>
            </a:p>
          </p:txBody>
        </p:sp>
        <p:sp>
          <p:nvSpPr>
            <p:cNvPr id="75" name="직사각형 74">
              <a:extLst>
                <a:ext uri="{FF2B5EF4-FFF2-40B4-BE49-F238E27FC236}">
                  <a16:creationId xmlns:a16="http://schemas.microsoft.com/office/drawing/2014/main" id="{A2976A93-3C2E-C979-685E-253010963591}"/>
                </a:ext>
              </a:extLst>
            </p:cNvPr>
            <p:cNvSpPr/>
            <p:nvPr/>
          </p:nvSpPr>
          <p:spPr>
            <a:xfrm>
              <a:off x="927338" y="5508117"/>
              <a:ext cx="1837632" cy="1040862"/>
            </a:xfrm>
            <a:prstGeom prst="rect">
              <a:avLst/>
            </a:prstGeom>
            <a:blipFill dpi="0" rotWithShape="1">
              <a:blip r:embed="rId12"/>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9" name="그룹 8">
            <a:extLst>
              <a:ext uri="{FF2B5EF4-FFF2-40B4-BE49-F238E27FC236}">
                <a16:creationId xmlns:a16="http://schemas.microsoft.com/office/drawing/2014/main" id="{33A4B7FF-5B05-CC18-2AF5-6EE4C045689E}"/>
              </a:ext>
            </a:extLst>
          </p:cNvPr>
          <p:cNvGrpSpPr/>
          <p:nvPr/>
        </p:nvGrpSpPr>
        <p:grpSpPr>
          <a:xfrm>
            <a:off x="7521952" y="3338169"/>
            <a:ext cx="2184530" cy="1732206"/>
            <a:chOff x="3069770" y="5508117"/>
            <a:chExt cx="2184530" cy="1732206"/>
          </a:xfrm>
        </p:grpSpPr>
        <p:sp>
          <p:nvSpPr>
            <p:cNvPr id="32" name="Text 29"/>
            <p:cNvSpPr/>
            <p:nvPr/>
          </p:nvSpPr>
          <p:spPr>
            <a:xfrm>
              <a:off x="3078864" y="6637729"/>
              <a:ext cx="2175436" cy="192223"/>
            </a:xfrm>
            <a:prstGeom prst="rect">
              <a:avLst/>
            </a:prstGeom>
            <a:noFill/>
            <a:ln/>
          </p:spPr>
          <p:txBody>
            <a:bodyPr wrap="square" lIns="21079" tIns="21079" rIns="21079" bIns="21079" rtlCol="0" anchor="t">
              <a:normAutofit fontScale="92500" lnSpcReduction="20000"/>
            </a:bodyPr>
            <a:lstStyle/>
            <a:p>
              <a:r>
                <a:rPr lang="ja-JP" sz="1085" b="1" dirty="0">
                  <a:solidFill>
                    <a:srgbClr val="1A1A1A"/>
                  </a:solidFill>
                  <a:latin typeface="Noto Serif JP SemiBold"/>
                  <a:ea typeface="Noto Serif JP SemiBold"/>
                  <a:cs typeface="Sinsegye" pitchFamily="34" charset="-120"/>
                </a:rPr>
                <a:t>エラヴィエリトゥオ</a:t>
              </a:r>
              <a:endParaRPr lang="en-US" sz="1183" dirty="0">
                <a:latin typeface="신세계 Regular" panose="02000300000000000000" pitchFamily="50" charset="-127"/>
                <a:ea typeface="신세계 Regular" panose="02000300000000000000" pitchFamily="50" charset="-127"/>
              </a:endParaRPr>
            </a:p>
          </p:txBody>
        </p:sp>
        <p:sp>
          <p:nvSpPr>
            <p:cNvPr id="33" name="Text 30"/>
            <p:cNvSpPr/>
            <p:nvPr/>
          </p:nvSpPr>
          <p:spPr>
            <a:xfrm>
              <a:off x="3078864" y="6853619"/>
              <a:ext cx="2040907" cy="386704"/>
            </a:xfrm>
            <a:prstGeom prst="rect">
              <a:avLst/>
            </a:prstGeom>
            <a:noFill/>
            <a:ln/>
          </p:spPr>
          <p:txBody>
            <a:bodyPr wrap="square" lIns="21079" tIns="21079" rIns="21079" bIns="21079" rtlCol="0" anchor="t">
              <a:normAutofit fontScale="92500" lnSpcReduction="10000"/>
            </a:bodyPr>
            <a:lstStyle/>
            <a:p>
              <a:pPr>
                <a:lnSpc>
                  <a:spcPct val="131104"/>
                </a:lnSpc>
              </a:pPr>
              <a:r>
                <a:rPr lang="ja-JP" sz="891" dirty="0">
                  <a:solidFill>
                    <a:srgbClr val="555555"/>
                  </a:solidFill>
                  <a:latin typeface="Noto Serif JP SemiBold"/>
                  <a:ea typeface="Noto Serif JP SemiBold"/>
                  <a:cs typeface="Sinsegye" pitchFamily="34" charset="-120"/>
                </a:rPr>
                <a:t xml:space="preserve">ヒト由来同種真皮 — 即時的な肌の </a:t>
              </a:r>
            </a:p>
            <a:p>
              <a:pPr>
                <a:lnSpc>
                  <a:spcPct val="131104"/>
                </a:lnSpc>
              </a:pPr>
              <a:r>
                <a:rPr lang="ja-JP" sz="891" dirty="0">
                  <a:solidFill>
                    <a:srgbClr val="555555"/>
                  </a:solidFill>
                  <a:latin typeface="Noto Serif JP SemiBold"/>
                  <a:ea typeface="Noto Serif JP SemiBold"/>
                  <a:cs typeface="Sinsegye" pitchFamily="34" charset="-120"/>
                </a:rPr>
                <a:t>リモデリング</a:t>
              </a:r>
              <a:endParaRPr lang="en-US" sz="965" dirty="0">
                <a:latin typeface="신세계 Regular" panose="02000300000000000000" pitchFamily="50" charset="-127"/>
                <a:ea typeface="신세계 Regular" panose="02000300000000000000" pitchFamily="50" charset="-127"/>
              </a:endParaRPr>
            </a:p>
          </p:txBody>
        </p:sp>
        <p:sp>
          <p:nvSpPr>
            <p:cNvPr id="77" name="직사각형 76">
              <a:extLst>
                <a:ext uri="{FF2B5EF4-FFF2-40B4-BE49-F238E27FC236}">
                  <a16:creationId xmlns:a16="http://schemas.microsoft.com/office/drawing/2014/main" id="{6FAA6388-BBFB-432C-0BD8-E98CD8943AF2}"/>
                </a:ext>
              </a:extLst>
            </p:cNvPr>
            <p:cNvSpPr/>
            <p:nvPr/>
          </p:nvSpPr>
          <p:spPr>
            <a:xfrm>
              <a:off x="3069770" y="5508117"/>
              <a:ext cx="1837632" cy="1040862"/>
            </a:xfrm>
            <a:prstGeom prst="rect">
              <a:avLst/>
            </a:prstGeom>
            <a:blipFill dpi="0" rotWithShape="1">
              <a:blip r:embed="rId13">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8" name="그룹 47">
            <a:extLst>
              <a:ext uri="{FF2B5EF4-FFF2-40B4-BE49-F238E27FC236}">
                <a16:creationId xmlns:a16="http://schemas.microsoft.com/office/drawing/2014/main" id="{2FC42B10-3699-9EEA-87F1-59402B3CC5BC}"/>
              </a:ext>
            </a:extLst>
          </p:cNvPr>
          <p:cNvGrpSpPr/>
          <p:nvPr/>
        </p:nvGrpSpPr>
        <p:grpSpPr>
          <a:xfrm>
            <a:off x="5379520" y="5174312"/>
            <a:ext cx="2193623" cy="1725027"/>
            <a:chOff x="5212202" y="5515296"/>
            <a:chExt cx="2193623" cy="1725027"/>
          </a:xfrm>
        </p:grpSpPr>
        <p:sp>
          <p:nvSpPr>
            <p:cNvPr id="34" name="Text 31"/>
            <p:cNvSpPr/>
            <p:nvPr/>
          </p:nvSpPr>
          <p:spPr>
            <a:xfrm>
              <a:off x="5230389" y="6637729"/>
              <a:ext cx="2175436" cy="192223"/>
            </a:xfrm>
            <a:prstGeom prst="rect">
              <a:avLst/>
            </a:prstGeom>
            <a:noFill/>
            <a:ln/>
          </p:spPr>
          <p:txBody>
            <a:bodyPr wrap="square" lIns="21079" tIns="21079" rIns="21079" bIns="21079" rtlCol="0" anchor="t">
              <a:normAutofit fontScale="92500" lnSpcReduction="20000"/>
            </a:bodyPr>
            <a:lstStyle/>
            <a:p>
              <a:r>
                <a:rPr lang="ja-JP" sz="1023" b="1" dirty="0">
                  <a:solidFill>
                    <a:srgbClr val="1A1A1A"/>
                  </a:solidFill>
                  <a:latin typeface="Noto Serif JP SemiBold"/>
                  <a:ea typeface="Noto Serif JP SemiBold"/>
                  <a:cs typeface="Sinsegye" pitchFamily="34" charset="-120"/>
                </a:rPr>
                <a:t>エラヴィエリトゥオ ファイン</a:t>
              </a:r>
              <a:endParaRPr lang="en-US" sz="1183" dirty="0">
                <a:latin typeface="신세계 Regular" panose="02000300000000000000" pitchFamily="50" charset="-127"/>
                <a:ea typeface="신세계 Regular" panose="02000300000000000000" pitchFamily="50" charset="-127"/>
              </a:endParaRPr>
            </a:p>
          </p:txBody>
        </p:sp>
        <p:sp>
          <p:nvSpPr>
            <p:cNvPr id="35" name="Text 32"/>
            <p:cNvSpPr/>
            <p:nvPr/>
          </p:nvSpPr>
          <p:spPr>
            <a:xfrm>
              <a:off x="5230390" y="6853619"/>
              <a:ext cx="2040907" cy="386704"/>
            </a:xfrm>
            <a:prstGeom prst="rect">
              <a:avLst/>
            </a:prstGeom>
            <a:noFill/>
            <a:ln/>
          </p:spPr>
          <p:txBody>
            <a:bodyPr wrap="square" lIns="21079" tIns="21079" rIns="21079" bIns="21079" rtlCol="0" anchor="t">
              <a:normAutofit fontScale="92500" lnSpcReduction="10000"/>
            </a:bodyPr>
            <a:lstStyle/>
            <a:p>
              <a:pPr>
                <a:lnSpc>
                  <a:spcPct val="131104"/>
                </a:lnSpc>
              </a:pPr>
              <a:r>
                <a:rPr lang="ja-JP" sz="908" dirty="0">
                  <a:solidFill>
                    <a:srgbClr val="555555"/>
                  </a:solidFill>
                  <a:latin typeface="Noto Serif JP SemiBold"/>
                  <a:ea typeface="Noto Serif JP SemiBold"/>
                  <a:cs typeface="Sinsegye" pitchFamily="34" charset="-120"/>
                </a:rPr>
                <a:t xml:space="preserve">繊細な部位のための同種真皮 </a:t>
              </a:r>
            </a:p>
            <a:p>
              <a:pPr>
                <a:lnSpc>
                  <a:spcPct val="131104"/>
                </a:lnSpc>
              </a:pPr>
              <a:r>
                <a:rPr lang="ja-JP" sz="908" dirty="0">
                  <a:solidFill>
                    <a:srgbClr val="555555"/>
                  </a:solidFill>
                  <a:latin typeface="Noto Serif JP SemiBold"/>
                  <a:ea typeface="Noto Serif JP SemiBold"/>
                  <a:cs typeface="Sinsegye" pitchFamily="34" charset="-120"/>
                </a:rPr>
                <a:t>スキンブースター</a:t>
              </a:r>
              <a:endParaRPr lang="en-US" sz="965" dirty="0">
                <a:latin typeface="신세계 Regular" panose="02000300000000000000" pitchFamily="50" charset="-127"/>
                <a:ea typeface="신세계 Regular" panose="02000300000000000000" pitchFamily="50" charset="-127"/>
              </a:endParaRPr>
            </a:p>
          </p:txBody>
        </p:sp>
        <p:sp>
          <p:nvSpPr>
            <p:cNvPr id="79" name="직사각형 78">
              <a:extLst>
                <a:ext uri="{FF2B5EF4-FFF2-40B4-BE49-F238E27FC236}">
                  <a16:creationId xmlns:a16="http://schemas.microsoft.com/office/drawing/2014/main" id="{7677C29C-E50A-C685-B8A6-C022B8388B8D}"/>
                </a:ext>
              </a:extLst>
            </p:cNvPr>
            <p:cNvSpPr/>
            <p:nvPr/>
          </p:nvSpPr>
          <p:spPr>
            <a:xfrm>
              <a:off x="5212202" y="5515296"/>
              <a:ext cx="1837632" cy="1040862"/>
            </a:xfrm>
            <a:prstGeom prst="rect">
              <a:avLst/>
            </a:prstGeom>
            <a:blipFill dpi="0" rotWithShape="1">
              <a:blip r:embed="rId14">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9" name="Text 36"/>
          <p:cNvSpPr/>
          <p:nvPr/>
        </p:nvSpPr>
        <p:spPr>
          <a:xfrm>
            <a:off x="5379521" y="2959124"/>
            <a:ext cx="4382546" cy="242333"/>
          </a:xfrm>
          <a:prstGeom prst="rect">
            <a:avLst/>
          </a:prstGeom>
          <a:noFill/>
          <a:ln/>
        </p:spPr>
        <p:txBody>
          <a:bodyPr wrap="square" lIns="21079" tIns="21079" rIns="21079" bIns="21079" rtlCol="0" anchor="t">
            <a:normAutofit fontScale="92500" lnSpcReduction="10000"/>
          </a:bodyPr>
          <a:lstStyle/>
          <a:p>
            <a:r>
              <a:rPr lang="en-US" sz="1556" b="1" dirty="0">
                <a:solidFill>
                  <a:srgbClr val="1A1A1A"/>
                </a:solidFill>
                <a:latin typeface="신세계 Regular" panose="02000300000000000000" pitchFamily="50" charset="-127"/>
                <a:ea typeface="신세계 Regular" panose="02000300000000000000" pitchFamily="50" charset="-127"/>
                <a:cs typeface="Sinsegye" pitchFamily="34" charset="-120"/>
              </a:rPr>
              <a:t>ECM</a:t>
            </a:r>
            <a:endParaRPr lang="en-US" sz="1556" dirty="0">
              <a:latin typeface="신세계 Regular" panose="02000300000000000000" pitchFamily="50" charset="-127"/>
              <a:ea typeface="신세계 Regular" panose="02000300000000000000" pitchFamily="50" charset="-127"/>
            </a:endParaRPr>
          </a:p>
        </p:txBody>
      </p:sp>
      <p:grpSp>
        <p:nvGrpSpPr>
          <p:cNvPr id="74" name="그룹 73">
            <a:extLst>
              <a:ext uri="{FF2B5EF4-FFF2-40B4-BE49-F238E27FC236}">
                <a16:creationId xmlns:a16="http://schemas.microsoft.com/office/drawing/2014/main" id="{05C39862-A3A3-AB2E-CAC7-7A613C171073}"/>
              </a:ext>
            </a:extLst>
          </p:cNvPr>
          <p:cNvGrpSpPr/>
          <p:nvPr/>
        </p:nvGrpSpPr>
        <p:grpSpPr>
          <a:xfrm>
            <a:off x="5379520" y="7851915"/>
            <a:ext cx="2175436" cy="1586642"/>
            <a:chOff x="927338" y="7840652"/>
            <a:chExt cx="2175436" cy="1586642"/>
          </a:xfrm>
        </p:grpSpPr>
        <p:sp>
          <p:nvSpPr>
            <p:cNvPr id="40" name="Text 37"/>
            <p:cNvSpPr/>
            <p:nvPr/>
          </p:nvSpPr>
          <p:spPr>
            <a:xfrm>
              <a:off x="927338" y="9002242"/>
              <a:ext cx="2175436" cy="192223"/>
            </a:xfrm>
            <a:prstGeom prst="rect">
              <a:avLst/>
            </a:prstGeom>
            <a:noFill/>
            <a:ln/>
          </p:spPr>
          <p:txBody>
            <a:bodyPr wrap="square" lIns="21079" tIns="21079" rIns="21079" bIns="21079" rtlCol="0" anchor="t">
              <a:normAutofit fontScale="92500" lnSpcReduction="20000"/>
            </a:bodyPr>
            <a:lstStyle/>
            <a:p>
              <a:r>
                <a:rPr lang="ja-JP" sz="1183" b="1" dirty="0">
                  <a:solidFill>
                    <a:srgbClr val="1A1A1A"/>
                  </a:solidFill>
                  <a:latin typeface="Noto Serif JP SemiBold"/>
                  <a:ea typeface="Noto Serif JP SemiBold"/>
                  <a:cs typeface="Sinsegye" pitchFamily="34" charset="-120"/>
                </a:rPr>
                <a:t>リリイドM</a:t>
              </a:r>
              <a:endParaRPr lang="en-US" sz="1183" dirty="0">
                <a:latin typeface="신세계 Regular" panose="02000300000000000000" pitchFamily="50" charset="-127"/>
                <a:ea typeface="신세계 Regular" panose="02000300000000000000" pitchFamily="50" charset="-127"/>
              </a:endParaRPr>
            </a:p>
          </p:txBody>
        </p:sp>
        <p:sp>
          <p:nvSpPr>
            <p:cNvPr id="41" name="Text 38"/>
            <p:cNvSpPr/>
            <p:nvPr/>
          </p:nvSpPr>
          <p:spPr>
            <a:xfrm>
              <a:off x="927338" y="9218132"/>
              <a:ext cx="2175436" cy="209162"/>
            </a:xfrm>
            <a:prstGeom prst="rect">
              <a:avLst/>
            </a:prstGeom>
            <a:noFill/>
            <a:ln/>
          </p:spPr>
          <p:txBody>
            <a:bodyPr wrap="square" lIns="21079" tIns="21079" rIns="21079" bIns="21079" rtlCol="0" anchor="t">
              <a:normAutofit fontScale="92500" lnSpcReduction="10000"/>
            </a:bodyPr>
            <a:lstStyle/>
            <a:p>
              <a:pPr>
                <a:lnSpc>
                  <a:spcPct val="131104"/>
                </a:lnSpc>
              </a:pPr>
              <a:r>
                <a:rPr lang="ja-JP" sz="965" dirty="0">
                  <a:solidFill>
                    <a:srgbClr val="555555"/>
                  </a:solidFill>
                  <a:latin typeface="Noto Serif JP SemiBold"/>
                  <a:ea typeface="Noto Serif JP SemiBold"/>
                  <a:cs typeface="Sinsegye" pitchFamily="34" charset="-120"/>
                </a:rPr>
                <a:t>HA — 保湿と油水分バランスの調整</a:t>
              </a:r>
              <a:endParaRPr lang="en-US" sz="965" dirty="0">
                <a:latin typeface="신세계 Regular" panose="02000300000000000000" pitchFamily="50" charset="-127"/>
                <a:ea typeface="신세계 Regular" panose="02000300000000000000" pitchFamily="50" charset="-127"/>
              </a:endParaRPr>
            </a:p>
          </p:txBody>
        </p:sp>
        <p:sp>
          <p:nvSpPr>
            <p:cNvPr id="83" name="직사각형 82">
              <a:extLst>
                <a:ext uri="{FF2B5EF4-FFF2-40B4-BE49-F238E27FC236}">
                  <a16:creationId xmlns:a16="http://schemas.microsoft.com/office/drawing/2014/main" id="{F8820AC2-0B7C-F3C3-C322-D7F474366210}"/>
                </a:ext>
              </a:extLst>
            </p:cNvPr>
            <p:cNvSpPr/>
            <p:nvPr/>
          </p:nvSpPr>
          <p:spPr>
            <a:xfrm>
              <a:off x="927338" y="7840652"/>
              <a:ext cx="1837632" cy="1040862"/>
            </a:xfrm>
            <a:prstGeom prst="rect">
              <a:avLst/>
            </a:prstGeom>
            <a:blipFill dpi="0" rotWithShape="1">
              <a:blip r:embed="rId15">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6" name="그룹 75">
            <a:extLst>
              <a:ext uri="{FF2B5EF4-FFF2-40B4-BE49-F238E27FC236}">
                <a16:creationId xmlns:a16="http://schemas.microsoft.com/office/drawing/2014/main" id="{B7983FEA-4D67-7A57-F534-1D009731D8B9}"/>
              </a:ext>
            </a:extLst>
          </p:cNvPr>
          <p:cNvGrpSpPr/>
          <p:nvPr/>
        </p:nvGrpSpPr>
        <p:grpSpPr>
          <a:xfrm>
            <a:off x="7521952" y="7851915"/>
            <a:ext cx="2184530" cy="1764184"/>
            <a:chOff x="3069770" y="7840652"/>
            <a:chExt cx="2184530" cy="1764184"/>
          </a:xfrm>
        </p:grpSpPr>
        <p:sp>
          <p:nvSpPr>
            <p:cNvPr id="42" name="Text 39"/>
            <p:cNvSpPr/>
            <p:nvPr/>
          </p:nvSpPr>
          <p:spPr>
            <a:xfrm>
              <a:off x="3078864" y="9002242"/>
              <a:ext cx="2175436" cy="192223"/>
            </a:xfrm>
            <a:prstGeom prst="rect">
              <a:avLst/>
            </a:prstGeom>
            <a:noFill/>
            <a:ln/>
          </p:spPr>
          <p:txBody>
            <a:bodyPr wrap="square" lIns="21079" tIns="21079" rIns="21079" bIns="21079" rtlCol="0" anchor="t">
              <a:normAutofit fontScale="92500" lnSpcReduction="20000"/>
            </a:bodyPr>
            <a:lstStyle/>
            <a:p>
              <a:r>
                <a:rPr lang="ja-JP" sz="1019" b="1" dirty="0">
                  <a:solidFill>
                    <a:srgbClr val="1A1A1A"/>
                  </a:solidFill>
                  <a:latin typeface="Noto Serif JP SemiBold"/>
                  <a:ea typeface="Noto Serif JP SemiBold"/>
                  <a:cs typeface="Sinsegye" pitchFamily="34" charset="-120"/>
                </a:rPr>
                <a:t>ヒローウェーブ</a:t>
              </a:r>
              <a:endParaRPr lang="en-US" sz="1183" dirty="0">
                <a:latin typeface="신세계 Regular" panose="02000300000000000000" pitchFamily="50" charset="-127"/>
                <a:ea typeface="신세계 Regular" panose="02000300000000000000" pitchFamily="50" charset="-127"/>
              </a:endParaRPr>
            </a:p>
          </p:txBody>
        </p:sp>
        <p:sp>
          <p:nvSpPr>
            <p:cNvPr id="43" name="Text 40"/>
            <p:cNvSpPr/>
            <p:nvPr/>
          </p:nvSpPr>
          <p:spPr>
            <a:xfrm>
              <a:off x="3078864" y="9218132"/>
              <a:ext cx="2040907" cy="386704"/>
            </a:xfrm>
            <a:prstGeom prst="rect">
              <a:avLst/>
            </a:prstGeom>
            <a:noFill/>
            <a:ln/>
          </p:spPr>
          <p:txBody>
            <a:bodyPr wrap="square" lIns="21079" tIns="21079" rIns="21079" bIns="21079" rtlCol="0" anchor="t">
              <a:normAutofit fontScale="92500" lnSpcReduction="10000"/>
            </a:bodyPr>
            <a:lstStyle/>
            <a:p>
              <a:pPr>
                <a:lnSpc>
                  <a:spcPct val="131104"/>
                </a:lnSpc>
              </a:pPr>
              <a:r>
                <a:rPr lang="ja-JP" sz="869" dirty="0">
                  <a:solidFill>
                    <a:srgbClr val="555555"/>
                  </a:solidFill>
                  <a:latin typeface="Noto Serif JP SemiBold"/>
                  <a:ea typeface="Noto Serif JP SemiBold"/>
                  <a:cs typeface="Sinsegye" pitchFamily="34" charset="-120"/>
                </a:rPr>
                <a:t>高純度HAコラーゲンブースター</a:t>
              </a:r>
              <a:endParaRPr lang="en-US" sz="965" dirty="0">
                <a:solidFill>
                  <a:srgbClr val="555555"/>
                </a:solidFill>
                <a:latin typeface="신세계 Regular" panose="02000300000000000000" pitchFamily="50" charset="-127"/>
                <a:ea typeface="신세계 Regular" panose="02000300000000000000" pitchFamily="50" charset="-127"/>
                <a:cs typeface="Sinsegye" pitchFamily="34" charset="-120"/>
              </a:endParaRPr>
            </a:p>
            <a:p>
              <a:pPr>
                <a:lnSpc>
                  <a:spcPct val="131104"/>
                </a:lnSpc>
              </a:pPr>
              <a:r>
                <a:rPr lang="ja-JP" sz="869" dirty="0">
                  <a:solidFill>
                    <a:srgbClr val="555555"/>
                  </a:solidFill>
                  <a:latin typeface="Noto Serif JP SemiBold"/>
                  <a:ea typeface="Noto Serif JP SemiBold"/>
                  <a:cs typeface="Sinsegye" pitchFamily="34" charset="-120"/>
                </a:rPr>
                <a:t xml:space="preserve"> — うるおい · 弾力 · キメ</a:t>
              </a:r>
              <a:endParaRPr lang="en-US" sz="965" dirty="0">
                <a:latin typeface="신세계 Regular" panose="02000300000000000000" pitchFamily="50" charset="-127"/>
                <a:ea typeface="신세계 Regular" panose="02000300000000000000" pitchFamily="50" charset="-127"/>
              </a:endParaRPr>
            </a:p>
          </p:txBody>
        </p:sp>
        <p:sp>
          <p:nvSpPr>
            <p:cNvPr id="85" name="직사각형 84">
              <a:extLst>
                <a:ext uri="{FF2B5EF4-FFF2-40B4-BE49-F238E27FC236}">
                  <a16:creationId xmlns:a16="http://schemas.microsoft.com/office/drawing/2014/main" id="{07AC3AC3-F052-C230-853A-99FEF9369ACB}"/>
                </a:ext>
              </a:extLst>
            </p:cNvPr>
            <p:cNvSpPr/>
            <p:nvPr/>
          </p:nvSpPr>
          <p:spPr>
            <a:xfrm>
              <a:off x="3069770" y="7840652"/>
              <a:ext cx="1837632" cy="1040862"/>
            </a:xfrm>
            <a:prstGeom prst="rect">
              <a:avLst/>
            </a:prstGeom>
            <a:blipFill dpi="0" rotWithShape="1">
              <a:blip r:embed="rId16">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81" name="그룹 180">
            <a:extLst>
              <a:ext uri="{FF2B5EF4-FFF2-40B4-BE49-F238E27FC236}">
                <a16:creationId xmlns:a16="http://schemas.microsoft.com/office/drawing/2014/main" id="{C93FF9B0-2397-3227-5BB6-AC461D01FDA9}"/>
              </a:ext>
            </a:extLst>
          </p:cNvPr>
          <p:cNvGrpSpPr/>
          <p:nvPr/>
        </p:nvGrpSpPr>
        <p:grpSpPr>
          <a:xfrm>
            <a:off x="5379520" y="9675648"/>
            <a:ext cx="4345149" cy="1757005"/>
            <a:chOff x="9664384" y="7263323"/>
            <a:chExt cx="4345149" cy="1757005"/>
          </a:xfrm>
        </p:grpSpPr>
        <p:grpSp>
          <p:nvGrpSpPr>
            <p:cNvPr id="78" name="그룹 77">
              <a:extLst>
                <a:ext uri="{FF2B5EF4-FFF2-40B4-BE49-F238E27FC236}">
                  <a16:creationId xmlns:a16="http://schemas.microsoft.com/office/drawing/2014/main" id="{8CBC44F5-AC36-CF95-37DC-3400D4038C9F}"/>
                </a:ext>
              </a:extLst>
            </p:cNvPr>
            <p:cNvGrpSpPr/>
            <p:nvPr/>
          </p:nvGrpSpPr>
          <p:grpSpPr>
            <a:xfrm>
              <a:off x="9664384" y="7263323"/>
              <a:ext cx="2193623" cy="1757005"/>
              <a:chOff x="5212202" y="7847831"/>
              <a:chExt cx="2193623" cy="1757005"/>
            </a:xfrm>
          </p:grpSpPr>
          <p:sp>
            <p:nvSpPr>
              <p:cNvPr id="44" name="Text 41"/>
              <p:cNvSpPr/>
              <p:nvPr/>
            </p:nvSpPr>
            <p:spPr>
              <a:xfrm>
                <a:off x="5230389" y="9002242"/>
                <a:ext cx="2175436" cy="192223"/>
              </a:xfrm>
              <a:prstGeom prst="rect">
                <a:avLst/>
              </a:prstGeom>
              <a:noFill/>
              <a:ln/>
            </p:spPr>
            <p:txBody>
              <a:bodyPr wrap="square" lIns="21079" tIns="21079" rIns="21079" bIns="21079" rtlCol="0" anchor="t">
                <a:normAutofit fontScale="92500" lnSpcReduction="20000"/>
              </a:bodyPr>
              <a:lstStyle/>
              <a:p>
                <a:r>
                  <a:rPr lang="ja-JP" sz="990" b="1" dirty="0">
                    <a:solidFill>
                      <a:srgbClr val="1A1A1A"/>
                    </a:solidFill>
                    <a:latin typeface="Noto Serif JP SemiBold"/>
                    <a:ea typeface="Noto Serif JP SemiBold"/>
                    <a:cs typeface="Sinsegye" pitchFamily="34" charset="-120"/>
                  </a:rPr>
                  <a:t>ジュビダーム スキンバイブ</a:t>
                </a:r>
                <a:endParaRPr lang="en-US" sz="1183" dirty="0">
                  <a:latin typeface="신세계 Regular" panose="02000300000000000000" pitchFamily="50" charset="-127"/>
                  <a:ea typeface="신세계 Regular" panose="02000300000000000000" pitchFamily="50" charset="-127"/>
                </a:endParaRPr>
              </a:p>
            </p:txBody>
          </p:sp>
          <p:sp>
            <p:nvSpPr>
              <p:cNvPr id="45" name="Text 42"/>
              <p:cNvSpPr/>
              <p:nvPr/>
            </p:nvSpPr>
            <p:spPr>
              <a:xfrm>
                <a:off x="5230390" y="9218132"/>
                <a:ext cx="2040907" cy="386704"/>
              </a:xfrm>
              <a:prstGeom prst="rect">
                <a:avLst/>
              </a:prstGeom>
              <a:noFill/>
              <a:ln/>
            </p:spPr>
            <p:txBody>
              <a:bodyPr wrap="square" lIns="21079" tIns="21079" rIns="21079" bIns="21079" rtlCol="0" anchor="t">
                <a:normAutofit fontScale="92500" lnSpcReduction="10000"/>
              </a:bodyPr>
              <a:lstStyle/>
              <a:p>
                <a:pPr>
                  <a:lnSpc>
                    <a:spcPct val="131104"/>
                  </a:lnSpc>
                </a:pPr>
                <a:r>
                  <a:rPr lang="ja-JP" sz="965" dirty="0">
                    <a:solidFill>
                      <a:srgbClr val="555555"/>
                    </a:solidFill>
                    <a:latin typeface="Noto Serif JP SemiBold"/>
                    <a:ea typeface="Noto Serif JP SemiBold"/>
                    <a:cs typeface="Sinsegye" pitchFamily="34" charset="-120"/>
                  </a:rPr>
                  <a:t xml:space="preserve">プレミアムHA — 長持ちする保湿 · </a:t>
                </a:r>
              </a:p>
              <a:p>
                <a:pPr>
                  <a:lnSpc>
                    <a:spcPct val="131104"/>
                  </a:lnSpc>
                </a:pPr>
                <a:r>
                  <a:rPr lang="ja-JP" sz="965" dirty="0">
                    <a:solidFill>
                      <a:srgbClr val="555555"/>
                    </a:solidFill>
                    <a:latin typeface="Noto Serif JP SemiBold"/>
                    <a:ea typeface="Noto Serif JP SemiBold"/>
                    <a:cs typeface="Sinsegye" pitchFamily="34" charset="-120"/>
                  </a:rPr>
                  <a:t>小ジワ改善</a:t>
                </a:r>
                <a:endParaRPr lang="en-US" sz="965" dirty="0">
                  <a:latin typeface="신세계 Regular" panose="02000300000000000000" pitchFamily="50" charset="-127"/>
                  <a:ea typeface="신세계 Regular" panose="02000300000000000000" pitchFamily="50" charset="-127"/>
                </a:endParaRPr>
              </a:p>
            </p:txBody>
          </p:sp>
          <p:sp>
            <p:nvSpPr>
              <p:cNvPr id="87" name="직사각형 86">
                <a:extLst>
                  <a:ext uri="{FF2B5EF4-FFF2-40B4-BE49-F238E27FC236}">
                    <a16:creationId xmlns:a16="http://schemas.microsoft.com/office/drawing/2014/main" id="{78D7F5B0-12CF-C48D-0374-D756879E73E1}"/>
                  </a:ext>
                </a:extLst>
              </p:cNvPr>
              <p:cNvSpPr/>
              <p:nvPr/>
            </p:nvSpPr>
            <p:spPr>
              <a:xfrm>
                <a:off x="5212202" y="7847831"/>
                <a:ext cx="1837632" cy="1040862"/>
              </a:xfrm>
              <a:prstGeom prst="rect">
                <a:avLst/>
              </a:prstGeom>
              <a:blipFill dpi="0" rotWithShape="1">
                <a:blip r:embed="rId17">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80" name="그룹 79">
              <a:extLst>
                <a:ext uri="{FF2B5EF4-FFF2-40B4-BE49-F238E27FC236}">
                  <a16:creationId xmlns:a16="http://schemas.microsoft.com/office/drawing/2014/main" id="{22A4D949-DF8A-3352-E43B-9DF607312FC8}"/>
                </a:ext>
              </a:extLst>
            </p:cNvPr>
            <p:cNvGrpSpPr/>
            <p:nvPr/>
          </p:nvGrpSpPr>
          <p:grpSpPr>
            <a:xfrm>
              <a:off x="11806816" y="7263323"/>
              <a:ext cx="2202717" cy="1757005"/>
              <a:chOff x="7354634" y="7847831"/>
              <a:chExt cx="2202717" cy="1757005"/>
            </a:xfrm>
          </p:grpSpPr>
          <p:sp>
            <p:nvSpPr>
              <p:cNvPr id="46" name="Text 43"/>
              <p:cNvSpPr/>
              <p:nvPr/>
            </p:nvSpPr>
            <p:spPr>
              <a:xfrm>
                <a:off x="7381915" y="9002242"/>
                <a:ext cx="2175436" cy="192223"/>
              </a:xfrm>
              <a:prstGeom prst="rect">
                <a:avLst/>
              </a:prstGeom>
              <a:noFill/>
              <a:ln/>
            </p:spPr>
            <p:txBody>
              <a:bodyPr wrap="square" lIns="21079" tIns="21079" rIns="21079" bIns="21079" rtlCol="0" anchor="t">
                <a:normAutofit fontScale="92500" lnSpcReduction="20000"/>
              </a:bodyPr>
              <a:lstStyle/>
              <a:p>
                <a:r>
                  <a:rPr lang="ja-JP" sz="1183" b="1" dirty="0">
                    <a:solidFill>
                      <a:srgbClr val="1A1A1A"/>
                    </a:solidFill>
                    <a:latin typeface="Noto Serif JP SemiBold"/>
                    <a:ea typeface="Noto Serif JP SemiBold"/>
                    <a:cs typeface="Sinsegye" pitchFamily="34" charset="-120"/>
                  </a:rPr>
                  <a:t>ベロテロ リバイブ</a:t>
                </a:r>
                <a:endParaRPr lang="en-US" sz="1183" dirty="0">
                  <a:latin typeface="신세계 Regular" panose="02000300000000000000" pitchFamily="50" charset="-127"/>
                  <a:ea typeface="신세계 Regular" panose="02000300000000000000" pitchFamily="50" charset="-127"/>
                </a:endParaRPr>
              </a:p>
            </p:txBody>
          </p:sp>
          <p:sp>
            <p:nvSpPr>
              <p:cNvPr id="47" name="Text 44"/>
              <p:cNvSpPr/>
              <p:nvPr/>
            </p:nvSpPr>
            <p:spPr>
              <a:xfrm>
                <a:off x="7381915" y="9218132"/>
                <a:ext cx="2040907" cy="386704"/>
              </a:xfrm>
              <a:prstGeom prst="rect">
                <a:avLst/>
              </a:prstGeom>
              <a:noFill/>
              <a:ln/>
            </p:spPr>
            <p:txBody>
              <a:bodyPr wrap="square" lIns="21079" tIns="21079" rIns="21079" bIns="21079" rtlCol="0" anchor="t">
                <a:normAutofit fontScale="92500" lnSpcReduction="10000"/>
              </a:bodyPr>
              <a:lstStyle/>
              <a:p>
                <a:pPr>
                  <a:lnSpc>
                    <a:spcPct val="131104"/>
                  </a:lnSpc>
                </a:pPr>
                <a:r>
                  <a:rPr lang="ja-JP" sz="859" dirty="0">
                    <a:solidFill>
                      <a:srgbClr val="555555"/>
                    </a:solidFill>
                    <a:latin typeface="Noto Serif JP SemiBold"/>
                    <a:ea typeface="Noto Serif JP SemiBold"/>
                    <a:cs typeface="Sinsegye" pitchFamily="34" charset="-120"/>
                  </a:rPr>
                  <a:t>HA＋グリセロール — 保湿 · バリア強化 · 抗炎症</a:t>
                </a:r>
                <a:endParaRPr lang="en-US" sz="965" dirty="0">
                  <a:latin typeface="신세계 Regular" panose="02000300000000000000" pitchFamily="50" charset="-127"/>
                  <a:ea typeface="신세계 Regular" panose="02000300000000000000" pitchFamily="50" charset="-127"/>
                </a:endParaRPr>
              </a:p>
            </p:txBody>
          </p:sp>
          <p:sp>
            <p:nvSpPr>
              <p:cNvPr id="89" name="직사각형 88">
                <a:extLst>
                  <a:ext uri="{FF2B5EF4-FFF2-40B4-BE49-F238E27FC236}">
                    <a16:creationId xmlns:a16="http://schemas.microsoft.com/office/drawing/2014/main" id="{6842A6A3-0F28-D48F-2F62-69A6C2DCCBC8}"/>
                  </a:ext>
                </a:extLst>
              </p:cNvPr>
              <p:cNvSpPr/>
              <p:nvPr/>
            </p:nvSpPr>
            <p:spPr>
              <a:xfrm>
                <a:off x="7354634" y="7847831"/>
                <a:ext cx="1837632" cy="1040862"/>
              </a:xfrm>
              <a:prstGeom prst="rect">
                <a:avLst/>
              </a:prstGeom>
              <a:blipFill dpi="0" rotWithShape="1">
                <a:blip r:embed="rId18">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92" name="Text 36">
            <a:extLst>
              <a:ext uri="{FF2B5EF4-FFF2-40B4-BE49-F238E27FC236}">
                <a16:creationId xmlns:a16="http://schemas.microsoft.com/office/drawing/2014/main" id="{7E4C7A88-8F87-BC7C-5E4F-37B6E63124F1}"/>
              </a:ext>
            </a:extLst>
          </p:cNvPr>
          <p:cNvSpPr/>
          <p:nvPr/>
        </p:nvSpPr>
        <p:spPr>
          <a:xfrm>
            <a:off x="5379521" y="7460460"/>
            <a:ext cx="4382546" cy="242333"/>
          </a:xfrm>
          <a:prstGeom prst="rect">
            <a:avLst/>
          </a:prstGeom>
          <a:noFill/>
          <a:ln/>
        </p:spPr>
        <p:txBody>
          <a:bodyPr wrap="square" lIns="21079" tIns="21079" rIns="21079" bIns="21079" rtlCol="0" anchor="t">
            <a:normAutofit fontScale="92500" lnSpcReduction="10000"/>
          </a:bodyPr>
          <a:lstStyle/>
          <a:p>
            <a:r>
              <a:rPr lang="ja-JP" sz="1556" b="1" dirty="0">
                <a:solidFill>
                  <a:srgbClr val="1A1A1A"/>
                </a:solidFill>
                <a:latin typeface="Noto Serif JP SemiBold"/>
                <a:ea typeface="Noto Serif JP SemiBold"/>
                <a:cs typeface="Sinsegye" pitchFamily="34" charset="-120"/>
              </a:rPr>
              <a:t>弾力 / ツヤ</a:t>
            </a:r>
            <a:endParaRPr lang="en-US" sz="1556" dirty="0">
              <a:latin typeface="신세계 Regular" panose="02000300000000000000" pitchFamily="50" charset="-127"/>
              <a:ea typeface="신세계 Regular" panose="02000300000000000000" pitchFamily="50" charset="-127"/>
            </a:endParaRPr>
          </a:p>
        </p:txBody>
      </p:sp>
      <p:sp>
        <p:nvSpPr>
          <p:cNvPr id="127" name="Text 37">
            <a:extLst>
              <a:ext uri="{FF2B5EF4-FFF2-40B4-BE49-F238E27FC236}">
                <a16:creationId xmlns:a16="http://schemas.microsoft.com/office/drawing/2014/main" id="{8703C385-418D-C576-3BD5-9C9EBF15EAC0}"/>
              </a:ext>
            </a:extLst>
          </p:cNvPr>
          <p:cNvSpPr/>
          <p:nvPr/>
        </p:nvSpPr>
        <p:spPr>
          <a:xfrm>
            <a:off x="5379520" y="12632221"/>
            <a:ext cx="2175436" cy="192223"/>
          </a:xfrm>
          <a:prstGeom prst="rect">
            <a:avLst/>
          </a:prstGeom>
          <a:noFill/>
          <a:ln/>
        </p:spPr>
        <p:txBody>
          <a:bodyPr wrap="square" lIns="21079" tIns="21079" rIns="21079" bIns="21079" rtlCol="0" anchor="t">
            <a:normAutofit fontScale="92500" lnSpcReduction="20000"/>
          </a:bodyPr>
          <a:lstStyle/>
          <a:p>
            <a:r>
              <a:rPr lang="ja-JP" sz="1044" b="1">
                <a:solidFill>
                  <a:srgbClr val="1A1A1A"/>
                </a:solidFill>
                <a:latin typeface="Noto Serif JP SemiBold"/>
                <a:ea typeface="Noto Serif JP SemiBold"/>
                <a:cs typeface="Sinsegye" pitchFamily="34" charset="-120"/>
              </a:rPr>
              <a:t>ハイジュ</a:t>
            </a:r>
            <a:endParaRPr lang="en-US" sz="1183" dirty="0">
              <a:latin typeface="신세계 Regular" panose="02000300000000000000" pitchFamily="50" charset="-127"/>
              <a:ea typeface="신세계 Regular" panose="02000300000000000000" pitchFamily="50" charset="-127"/>
            </a:endParaRPr>
          </a:p>
        </p:txBody>
      </p:sp>
      <p:sp>
        <p:nvSpPr>
          <p:cNvPr id="128" name="Text 38">
            <a:extLst>
              <a:ext uri="{FF2B5EF4-FFF2-40B4-BE49-F238E27FC236}">
                <a16:creationId xmlns:a16="http://schemas.microsoft.com/office/drawing/2014/main" id="{D156B3FE-DADC-EC72-3392-A81F5090B9B2}"/>
              </a:ext>
            </a:extLst>
          </p:cNvPr>
          <p:cNvSpPr/>
          <p:nvPr/>
        </p:nvSpPr>
        <p:spPr>
          <a:xfrm>
            <a:off x="5379520" y="12848111"/>
            <a:ext cx="2175436" cy="209162"/>
          </a:xfrm>
          <a:prstGeom prst="rect">
            <a:avLst/>
          </a:prstGeom>
          <a:noFill/>
          <a:ln/>
        </p:spPr>
        <p:txBody>
          <a:bodyPr wrap="square" lIns="21079" tIns="21079" rIns="21079" bIns="21079" rtlCol="0" anchor="t">
            <a:normAutofit fontScale="92500" lnSpcReduction="10000"/>
          </a:bodyPr>
          <a:lstStyle/>
          <a:p>
            <a:pPr>
              <a:lnSpc>
                <a:spcPct val="131104"/>
              </a:lnSpc>
            </a:pPr>
            <a:r>
              <a:rPr lang="ja-JP" sz="885" dirty="0">
                <a:solidFill>
                  <a:srgbClr val="555555"/>
                </a:solidFill>
                <a:latin typeface="Noto Serif JP SemiBold"/>
                <a:ea typeface="Noto Serif JP SemiBold"/>
                <a:cs typeface="Sinsegye" pitchFamily="34" charset="-120"/>
              </a:rPr>
              <a:t>高密度うるおいケア</a:t>
            </a:r>
            <a:endParaRPr lang="en-US" sz="965" dirty="0">
              <a:latin typeface="신세계 Regular" panose="02000300000000000000" pitchFamily="50" charset="-127"/>
              <a:ea typeface="신세계 Regular" panose="02000300000000000000" pitchFamily="50" charset="-127"/>
            </a:endParaRPr>
          </a:p>
        </p:txBody>
      </p:sp>
      <p:grpSp>
        <p:nvGrpSpPr>
          <p:cNvPr id="192" name="그룹 191">
            <a:extLst>
              <a:ext uri="{FF2B5EF4-FFF2-40B4-BE49-F238E27FC236}">
                <a16:creationId xmlns:a16="http://schemas.microsoft.com/office/drawing/2014/main" id="{CF773360-A023-032B-A4FA-4B0B80893B79}"/>
              </a:ext>
            </a:extLst>
          </p:cNvPr>
          <p:cNvGrpSpPr/>
          <p:nvPr/>
        </p:nvGrpSpPr>
        <p:grpSpPr>
          <a:xfrm>
            <a:off x="927338" y="3248885"/>
            <a:ext cx="8432248" cy="0"/>
            <a:chOff x="927338" y="3248885"/>
            <a:chExt cx="8432248" cy="0"/>
          </a:xfrm>
        </p:grpSpPr>
        <p:cxnSp>
          <p:nvCxnSpPr>
            <p:cNvPr id="190" name="직선 연결선 189">
              <a:extLst>
                <a:ext uri="{FF2B5EF4-FFF2-40B4-BE49-F238E27FC236}">
                  <a16:creationId xmlns:a16="http://schemas.microsoft.com/office/drawing/2014/main" id="{01735976-8FB8-113C-2A04-C4D5B5403F33}"/>
                </a:ext>
              </a:extLst>
            </p:cNvPr>
            <p:cNvCxnSpPr>
              <a:cxnSpLocks/>
            </p:cNvCxnSpPr>
            <p:nvPr/>
          </p:nvCxnSpPr>
          <p:spPr>
            <a:xfrm>
              <a:off x="927338" y="3248885"/>
              <a:ext cx="3980065" cy="0"/>
            </a:xfrm>
            <a:prstGeom prst="line">
              <a:avLst/>
            </a:prstGeom>
            <a:ln w="19050">
              <a:solidFill>
                <a:srgbClr val="2498BD"/>
              </a:solidFill>
            </a:ln>
          </p:spPr>
          <p:style>
            <a:lnRef idx="1">
              <a:schemeClr val="accent5"/>
            </a:lnRef>
            <a:fillRef idx="0">
              <a:schemeClr val="accent5"/>
            </a:fillRef>
            <a:effectRef idx="0">
              <a:schemeClr val="accent5"/>
            </a:effectRef>
            <a:fontRef idx="minor">
              <a:schemeClr val="tx1"/>
            </a:fontRef>
          </p:style>
        </p:cxnSp>
        <p:cxnSp>
          <p:nvCxnSpPr>
            <p:cNvPr id="191" name="직선 연결선 190">
              <a:extLst>
                <a:ext uri="{FF2B5EF4-FFF2-40B4-BE49-F238E27FC236}">
                  <a16:creationId xmlns:a16="http://schemas.microsoft.com/office/drawing/2014/main" id="{9715F6CC-9CE3-EF6B-DD40-AC5C9FBB3CEB}"/>
                </a:ext>
              </a:extLst>
            </p:cNvPr>
            <p:cNvCxnSpPr>
              <a:cxnSpLocks/>
            </p:cNvCxnSpPr>
            <p:nvPr/>
          </p:nvCxnSpPr>
          <p:spPr>
            <a:xfrm>
              <a:off x="5379521" y="3248885"/>
              <a:ext cx="3980065" cy="0"/>
            </a:xfrm>
            <a:prstGeom prst="line">
              <a:avLst/>
            </a:prstGeom>
            <a:ln w="19050">
              <a:solidFill>
                <a:srgbClr val="2498BD"/>
              </a:solidFill>
            </a:ln>
          </p:spPr>
          <p:style>
            <a:lnRef idx="1">
              <a:schemeClr val="accent5"/>
            </a:lnRef>
            <a:fillRef idx="0">
              <a:schemeClr val="accent5"/>
            </a:fillRef>
            <a:effectRef idx="0">
              <a:schemeClr val="accent5"/>
            </a:effectRef>
            <a:fontRef idx="minor">
              <a:schemeClr val="tx1"/>
            </a:fontRef>
          </p:style>
        </p:cxnSp>
      </p:grpSp>
      <p:grpSp>
        <p:nvGrpSpPr>
          <p:cNvPr id="193" name="그룹 192">
            <a:extLst>
              <a:ext uri="{FF2B5EF4-FFF2-40B4-BE49-F238E27FC236}">
                <a16:creationId xmlns:a16="http://schemas.microsoft.com/office/drawing/2014/main" id="{6780811B-7007-8124-B2BB-2B884832C080}"/>
              </a:ext>
            </a:extLst>
          </p:cNvPr>
          <p:cNvGrpSpPr/>
          <p:nvPr/>
        </p:nvGrpSpPr>
        <p:grpSpPr>
          <a:xfrm>
            <a:off x="927338" y="7760260"/>
            <a:ext cx="8432248" cy="0"/>
            <a:chOff x="927338" y="3248885"/>
            <a:chExt cx="8432248" cy="0"/>
          </a:xfrm>
        </p:grpSpPr>
        <p:cxnSp>
          <p:nvCxnSpPr>
            <p:cNvPr id="194" name="직선 연결선 193">
              <a:extLst>
                <a:ext uri="{FF2B5EF4-FFF2-40B4-BE49-F238E27FC236}">
                  <a16:creationId xmlns:a16="http://schemas.microsoft.com/office/drawing/2014/main" id="{A10763DF-B096-9E02-9E98-EBF1ADD6F58F}"/>
                </a:ext>
              </a:extLst>
            </p:cNvPr>
            <p:cNvCxnSpPr>
              <a:cxnSpLocks/>
            </p:cNvCxnSpPr>
            <p:nvPr/>
          </p:nvCxnSpPr>
          <p:spPr>
            <a:xfrm>
              <a:off x="927338" y="3248885"/>
              <a:ext cx="3980065" cy="0"/>
            </a:xfrm>
            <a:prstGeom prst="line">
              <a:avLst/>
            </a:prstGeom>
            <a:ln w="19050">
              <a:solidFill>
                <a:srgbClr val="2498BD"/>
              </a:solidFill>
            </a:ln>
          </p:spPr>
          <p:style>
            <a:lnRef idx="1">
              <a:schemeClr val="accent5"/>
            </a:lnRef>
            <a:fillRef idx="0">
              <a:schemeClr val="accent5"/>
            </a:fillRef>
            <a:effectRef idx="0">
              <a:schemeClr val="accent5"/>
            </a:effectRef>
            <a:fontRef idx="minor">
              <a:schemeClr val="tx1"/>
            </a:fontRef>
          </p:style>
        </p:cxnSp>
        <p:cxnSp>
          <p:nvCxnSpPr>
            <p:cNvPr id="195" name="직선 연결선 194">
              <a:extLst>
                <a:ext uri="{FF2B5EF4-FFF2-40B4-BE49-F238E27FC236}">
                  <a16:creationId xmlns:a16="http://schemas.microsoft.com/office/drawing/2014/main" id="{1CE9895A-F689-72E1-7C5E-6FA1C9D5BE46}"/>
                </a:ext>
              </a:extLst>
            </p:cNvPr>
            <p:cNvCxnSpPr>
              <a:cxnSpLocks/>
            </p:cNvCxnSpPr>
            <p:nvPr/>
          </p:nvCxnSpPr>
          <p:spPr>
            <a:xfrm>
              <a:off x="5379521" y="3248885"/>
              <a:ext cx="3980065" cy="0"/>
            </a:xfrm>
            <a:prstGeom prst="line">
              <a:avLst/>
            </a:prstGeom>
            <a:ln w="19050">
              <a:solidFill>
                <a:srgbClr val="2498BD"/>
              </a:solidFill>
            </a:ln>
          </p:spPr>
          <p:style>
            <a:lnRef idx="1">
              <a:schemeClr val="accent5"/>
            </a:lnRef>
            <a:fillRef idx="0">
              <a:schemeClr val="accent5"/>
            </a:fillRef>
            <a:effectRef idx="0">
              <a:schemeClr val="accent5"/>
            </a:effectRef>
            <a:fontRef idx="minor">
              <a:schemeClr val="tx1"/>
            </a:fontRef>
          </p:style>
        </p:cxnSp>
      </p:grpSp>
      <p:grpSp>
        <p:nvGrpSpPr>
          <p:cNvPr id="3" name="그룹 2">
            <a:extLst>
              <a:ext uri="{FF2B5EF4-FFF2-40B4-BE49-F238E27FC236}">
                <a16:creationId xmlns:a16="http://schemas.microsoft.com/office/drawing/2014/main" id="{DFCF7E86-60CC-4359-125C-759FD1CF35A7}"/>
              </a:ext>
            </a:extLst>
          </p:cNvPr>
          <p:cNvGrpSpPr/>
          <p:nvPr/>
        </p:nvGrpSpPr>
        <p:grpSpPr>
          <a:xfrm>
            <a:off x="3087956" y="6304259"/>
            <a:ext cx="2175436" cy="642064"/>
            <a:chOff x="5230389" y="4422876"/>
            <a:chExt cx="2175436" cy="642064"/>
          </a:xfrm>
        </p:grpSpPr>
        <p:sp>
          <p:nvSpPr>
            <p:cNvPr id="4" name="Text 13">
              <a:extLst>
                <a:ext uri="{FF2B5EF4-FFF2-40B4-BE49-F238E27FC236}">
                  <a16:creationId xmlns:a16="http://schemas.microsoft.com/office/drawing/2014/main" id="{204CB965-F157-1162-5997-13DAB2EC61C2}"/>
                </a:ext>
              </a:extLst>
            </p:cNvPr>
            <p:cNvSpPr/>
            <p:nvPr/>
          </p:nvSpPr>
          <p:spPr>
            <a:xfrm>
              <a:off x="5230389" y="4422876"/>
              <a:ext cx="2175436" cy="192223"/>
            </a:xfrm>
            <a:prstGeom prst="rect">
              <a:avLst/>
            </a:prstGeom>
            <a:noFill/>
            <a:ln/>
          </p:spPr>
          <p:txBody>
            <a:bodyPr wrap="square" lIns="21079" tIns="21079" rIns="21079" bIns="21079" rtlCol="0" anchor="t">
              <a:normAutofit fontScale="92500" lnSpcReduction="20000"/>
            </a:bodyPr>
            <a:lstStyle/>
            <a:p>
              <a:r>
                <a:rPr lang="ja-JP" sz="1183" b="1" dirty="0">
                  <a:solidFill>
                    <a:srgbClr val="1A1A1A"/>
                  </a:solidFill>
                  <a:latin typeface="Noto Serif JP SemiBold"/>
                  <a:ea typeface="Noto Serif JP SemiBold"/>
                  <a:cs typeface="Sinsegye" pitchFamily="34" charset="-120"/>
                </a:rPr>
                <a:t>EXOXE</a:t>
              </a:r>
              <a:endParaRPr lang="en-US" sz="1183" dirty="0">
                <a:latin typeface="신세계 Regular" panose="02000300000000000000" pitchFamily="50" charset="-127"/>
                <a:ea typeface="신세계 Regular" panose="02000300000000000000" pitchFamily="50" charset="-127"/>
              </a:endParaRPr>
            </a:p>
          </p:txBody>
        </p:sp>
        <p:sp>
          <p:nvSpPr>
            <p:cNvPr id="7" name="Text 14">
              <a:extLst>
                <a:ext uri="{FF2B5EF4-FFF2-40B4-BE49-F238E27FC236}">
                  <a16:creationId xmlns:a16="http://schemas.microsoft.com/office/drawing/2014/main" id="{0D2CF46A-E595-122C-D7CC-3B57F54930E5}"/>
                </a:ext>
              </a:extLst>
            </p:cNvPr>
            <p:cNvSpPr/>
            <p:nvPr/>
          </p:nvSpPr>
          <p:spPr>
            <a:xfrm>
              <a:off x="5230389" y="4638766"/>
              <a:ext cx="2175436" cy="426174"/>
            </a:xfrm>
            <a:prstGeom prst="rect">
              <a:avLst/>
            </a:prstGeom>
            <a:noFill/>
            <a:ln/>
          </p:spPr>
          <p:txBody>
            <a:bodyPr wrap="square" lIns="21079" tIns="21079" rIns="21079" bIns="21079" rtlCol="0" anchor="t">
              <a:normAutofit/>
            </a:bodyPr>
            <a:lstStyle/>
            <a:p>
              <a:pPr>
                <a:lnSpc>
                  <a:spcPct val="131104"/>
                </a:lnSpc>
              </a:pPr>
              <a:r>
                <a:rPr lang="ja-JP" sz="900" dirty="0">
                  <a:solidFill>
                    <a:srgbClr val="555555"/>
                  </a:solidFill>
                  <a:latin typeface="Noto Serif JP SemiBold"/>
                  <a:ea typeface="Noto Serif JP SemiBold"/>
                  <a:cs typeface="Sinsegye" pitchFamily="34" charset="-120"/>
                </a:rPr>
                <a:t>再生シグナル伝達 — バリア改善 ·</a:t>
              </a:r>
              <a:endParaRPr lang="en-US" altLang="ko-KR" sz="900" dirty="0">
                <a:solidFill>
                  <a:srgbClr val="555555"/>
                </a:solidFill>
                <a:latin typeface="신세계 Regular" panose="02000300000000000000" pitchFamily="50" charset="-127"/>
                <a:ea typeface="신세계 Regular" panose="02000300000000000000" pitchFamily="50" charset="-127"/>
                <a:cs typeface="Sinsegye" pitchFamily="34" charset="-120"/>
              </a:endParaRPr>
            </a:p>
            <a:p>
              <a:pPr>
                <a:lnSpc>
                  <a:spcPct val="131104"/>
                </a:lnSpc>
              </a:pPr>
              <a:r>
                <a:rPr lang="ja-JP" sz="900" dirty="0">
                  <a:solidFill>
                    <a:srgbClr val="555555"/>
                  </a:solidFill>
                  <a:latin typeface="Noto Serif JP SemiBold"/>
                  <a:ea typeface="Noto Serif JP SemiBold"/>
                  <a:cs typeface="Sinsegye" pitchFamily="34" charset="-120"/>
                </a:rPr>
                <a:t>炎症緩和 · ハリ · 肌質改善</a:t>
              </a:r>
              <a:endParaRPr lang="en-US" altLang="ko-KR" sz="900" dirty="0">
                <a:solidFill>
                  <a:srgbClr val="555555"/>
                </a:solidFill>
                <a:latin typeface="신세계 Regular" panose="02000300000000000000" pitchFamily="50" charset="-127"/>
                <a:ea typeface="신세계 Regular" panose="02000300000000000000" pitchFamily="50" charset="-127"/>
                <a:cs typeface="Sinsegye" pitchFamily="34" charset="-120"/>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6" name="Text 3"/>
          <p:cNvSpPr/>
          <p:nvPr/>
        </p:nvSpPr>
        <p:spPr>
          <a:xfrm>
            <a:off x="-514350" y="868094"/>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SKIN BOOSTER</a:t>
            </a:r>
            <a:endParaRPr lang="en-US" sz="1050" dirty="0">
              <a:latin typeface="신세계 Regular" panose="02000300000000000000" pitchFamily="50" charset="-127"/>
              <a:ea typeface="신세계 Regular" panose="02000300000000000000" pitchFamily="50" charset="-127"/>
            </a:endParaRPr>
          </a:p>
        </p:txBody>
      </p:sp>
      <p:sp>
        <p:nvSpPr>
          <p:cNvPr id="7" name="Text 4"/>
          <p:cNvSpPr/>
          <p:nvPr/>
        </p:nvSpPr>
        <p:spPr>
          <a:xfrm>
            <a:off x="-514350" y="1069437"/>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2540" b="1" kern="0" spc="-63" dirty="0">
                <a:solidFill>
                  <a:srgbClr val="2498BD"/>
                </a:solidFill>
                <a:latin typeface="Noto Serif JP SemiBold"/>
                <a:ea typeface="Noto Serif JP SemiBold"/>
                <a:cs typeface="Sinsegye" pitchFamily="34" charset="-120"/>
              </a:rPr>
              <a:t>スキンブースター</a:t>
            </a:r>
            <a:endParaRPr lang="en-US" sz="3150" dirty="0">
              <a:latin typeface="신세계 Regular" panose="02000300000000000000" pitchFamily="50" charset="-127"/>
              <a:ea typeface="신세계 Regular" panose="02000300000000000000" pitchFamily="50" charset="-127"/>
            </a:endParaRPr>
          </a:p>
        </p:txBody>
      </p:sp>
      <p:sp>
        <p:nvSpPr>
          <p:cNvPr id="8" name="Text 5"/>
          <p:cNvSpPr/>
          <p:nvPr/>
        </p:nvSpPr>
        <p:spPr>
          <a:xfrm>
            <a:off x="-514350" y="1542923"/>
            <a:ext cx="11315700" cy="276225"/>
          </a:xfrm>
          <a:prstGeom prst="rect">
            <a:avLst/>
          </a:prstGeom>
          <a:noFill/>
          <a:ln/>
        </p:spPr>
        <p:txBody>
          <a:bodyPr wrap="square" lIns="25400" tIns="25400" rIns="25400" bIns="25400" rtlCol="0" anchor="t">
            <a:normAutofit/>
          </a:bodyPr>
          <a:lstStyle/>
          <a:p>
            <a:pPr algn="ctr"/>
            <a:r>
              <a:rPr lang="ja-JP" sz="1115" dirty="0">
                <a:solidFill>
                  <a:srgbClr val="6E6E6E"/>
                </a:solidFill>
                <a:latin typeface="Noto Serif JP SemiBold"/>
                <a:ea typeface="Noto Serif JP SemiBold"/>
                <a:cs typeface="Arial" pitchFamily="34" charset="-120"/>
              </a:rPr>
              <a:t>再生 · コラーゲン/ボリューム · ECM · 弾力/ツヤ</a:t>
            </a:r>
            <a:endParaRPr lang="en-US" altLang="ko-KR" sz="1275" dirty="0">
              <a:latin typeface="신세계 Regular" panose="02000300000000000000" pitchFamily="50" charset="-127"/>
              <a:ea typeface="신세계 Regular" panose="02000300000000000000" pitchFamily="50" charset="-127"/>
            </a:endParaRPr>
          </a:p>
        </p:txBody>
      </p:sp>
      <p:grpSp>
        <p:nvGrpSpPr>
          <p:cNvPr id="2" name="그룹 1">
            <a:extLst>
              <a:ext uri="{FF2B5EF4-FFF2-40B4-BE49-F238E27FC236}">
                <a16:creationId xmlns:a16="http://schemas.microsoft.com/office/drawing/2014/main" id="{D80627B9-B2BB-446F-4014-D1692DF8E8BE}"/>
              </a:ext>
            </a:extLst>
          </p:cNvPr>
          <p:cNvGrpSpPr/>
          <p:nvPr/>
        </p:nvGrpSpPr>
        <p:grpSpPr>
          <a:xfrm>
            <a:off x="930580" y="2720019"/>
            <a:ext cx="8316077" cy="1496252"/>
            <a:chOff x="930580" y="2720019"/>
            <a:chExt cx="8316077" cy="1496252"/>
          </a:xfrm>
        </p:grpSpPr>
        <p:sp>
          <p:nvSpPr>
            <p:cNvPr id="9" name="TextBox 8">
              <a:extLst>
                <a:ext uri="{FF2B5EF4-FFF2-40B4-BE49-F238E27FC236}">
                  <a16:creationId xmlns:a16="http://schemas.microsoft.com/office/drawing/2014/main" id="{21F6BE59-3378-1C3C-740C-8BCFF4B73C25}"/>
                </a:ext>
              </a:extLst>
            </p:cNvPr>
            <p:cNvSpPr txBox="1"/>
            <p:nvPr/>
          </p:nvSpPr>
          <p:spPr>
            <a:xfrm>
              <a:off x="930580" y="2720019"/>
              <a:ext cx="682907"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再生</a:t>
              </a:r>
            </a:p>
          </p:txBody>
        </p:sp>
        <p:sp>
          <p:nvSpPr>
            <p:cNvPr id="114" name="Shape 7">
              <a:extLst>
                <a:ext uri="{FF2B5EF4-FFF2-40B4-BE49-F238E27FC236}">
                  <a16:creationId xmlns:a16="http://schemas.microsoft.com/office/drawing/2014/main" id="{883F2A57-DC8F-5F6A-617A-619BD74F9056}"/>
                </a:ext>
              </a:extLst>
            </p:cNvPr>
            <p:cNvSpPr/>
            <p:nvPr/>
          </p:nvSpPr>
          <p:spPr>
            <a:xfrm>
              <a:off x="1041515" y="3434742"/>
              <a:ext cx="8205142" cy="13607"/>
            </a:xfrm>
            <a:prstGeom prst="rect">
              <a:avLst/>
            </a:prstGeom>
            <a:solidFill>
              <a:srgbClr val="CCCCCC"/>
            </a:solidFill>
            <a:ln/>
          </p:spPr>
        </p:sp>
        <p:sp>
          <p:nvSpPr>
            <p:cNvPr id="116" name="Shape 7">
              <a:extLst>
                <a:ext uri="{FF2B5EF4-FFF2-40B4-BE49-F238E27FC236}">
                  <a16:creationId xmlns:a16="http://schemas.microsoft.com/office/drawing/2014/main" id="{2C7E9AFF-D4D8-409B-B054-E98A5B26C883}"/>
                </a:ext>
              </a:extLst>
            </p:cNvPr>
            <p:cNvSpPr/>
            <p:nvPr/>
          </p:nvSpPr>
          <p:spPr>
            <a:xfrm>
              <a:off x="1041515" y="3046774"/>
              <a:ext cx="8205142" cy="13607"/>
            </a:xfrm>
            <a:prstGeom prst="rect">
              <a:avLst/>
            </a:prstGeom>
            <a:solidFill>
              <a:srgbClr val="2498BD"/>
            </a:solidFill>
            <a:ln/>
          </p:spPr>
        </p:sp>
        <p:sp>
          <p:nvSpPr>
            <p:cNvPr id="118" name="Shape 7">
              <a:extLst>
                <a:ext uri="{FF2B5EF4-FFF2-40B4-BE49-F238E27FC236}">
                  <a16:creationId xmlns:a16="http://schemas.microsoft.com/office/drawing/2014/main" id="{404CEEB9-FE28-B85C-760A-1116B91CFEDC}"/>
                </a:ext>
              </a:extLst>
            </p:cNvPr>
            <p:cNvSpPr/>
            <p:nvPr/>
          </p:nvSpPr>
          <p:spPr>
            <a:xfrm>
              <a:off x="1041515" y="3820436"/>
              <a:ext cx="8205142" cy="13607"/>
            </a:xfrm>
            <a:prstGeom prst="rect">
              <a:avLst/>
            </a:prstGeom>
            <a:solidFill>
              <a:srgbClr val="CCCCCC"/>
            </a:solidFill>
            <a:ln/>
          </p:spPr>
        </p:sp>
        <p:sp>
          <p:nvSpPr>
            <p:cNvPr id="112" name="Text 11">
              <a:extLst>
                <a:ext uri="{FF2B5EF4-FFF2-40B4-BE49-F238E27FC236}">
                  <a16:creationId xmlns:a16="http://schemas.microsoft.com/office/drawing/2014/main" id="{2117F15C-6805-92B1-E917-BF8F4CAE6D0B}"/>
                </a:ext>
              </a:extLst>
            </p:cNvPr>
            <p:cNvSpPr/>
            <p:nvPr/>
          </p:nvSpPr>
          <p:spPr>
            <a:xfrm>
              <a:off x="1044691" y="3057439"/>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リジュランヒーラー R（2cc）</a:t>
              </a:r>
            </a:p>
          </p:txBody>
        </p:sp>
        <p:sp>
          <p:nvSpPr>
            <p:cNvPr id="113" name="Text 15">
              <a:extLst>
                <a:ext uri="{FF2B5EF4-FFF2-40B4-BE49-F238E27FC236}">
                  <a16:creationId xmlns:a16="http://schemas.microsoft.com/office/drawing/2014/main" id="{F2AD08AD-2B1C-9665-0D8D-A31B92704383}"/>
                </a:ext>
              </a:extLst>
            </p:cNvPr>
            <p:cNvSpPr/>
            <p:nvPr/>
          </p:nvSpPr>
          <p:spPr>
            <a:xfrm>
              <a:off x="6981209" y="3058910"/>
              <a:ext cx="2265448" cy="372539"/>
            </a:xfrm>
            <a:prstGeom prst="rect">
              <a:avLst/>
            </a:prstGeom>
            <a:noFill/>
            <a:ln/>
          </p:spPr>
          <p:txBody>
            <a:bodyPr wrap="none" lIns="72000" tIns="0" rIns="72000" bIns="0" rtlCol="0" anchor="ctr" anchorCtr="0">
              <a:no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300,000</a:t>
              </a:r>
            </a:p>
          </p:txBody>
        </p:sp>
        <p:sp>
          <p:nvSpPr>
            <p:cNvPr id="110" name="Text 11">
              <a:extLst>
                <a:ext uri="{FF2B5EF4-FFF2-40B4-BE49-F238E27FC236}">
                  <a16:creationId xmlns:a16="http://schemas.microsoft.com/office/drawing/2014/main" id="{43CA04EE-1A71-B8E6-FA01-26604D53849B}"/>
                </a:ext>
              </a:extLst>
            </p:cNvPr>
            <p:cNvSpPr/>
            <p:nvPr/>
          </p:nvSpPr>
          <p:spPr>
            <a:xfrm>
              <a:off x="1044691" y="3449284"/>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リジュランヒーラー HB（1cc）</a:t>
              </a:r>
              <a:endParaRPr lang="ko-KR" altLang="en-US" sz="1000" dirty="0">
                <a:solidFill>
                  <a:srgbClr val="555555"/>
                </a:solidFill>
                <a:latin typeface="신세계 Regular" panose="02000300000000000000" pitchFamily="50" charset="-127"/>
                <a:ea typeface="신세계 Regular" panose="02000300000000000000" pitchFamily="50" charset="-127"/>
                <a:cs typeface="Arial" pitchFamily="34" charset="-120"/>
              </a:endParaRPr>
            </a:p>
          </p:txBody>
        </p:sp>
        <p:sp>
          <p:nvSpPr>
            <p:cNvPr id="111" name="Text 15">
              <a:extLst>
                <a:ext uri="{FF2B5EF4-FFF2-40B4-BE49-F238E27FC236}">
                  <a16:creationId xmlns:a16="http://schemas.microsoft.com/office/drawing/2014/main" id="{4BD8EE7D-3CFF-92D2-74AB-C9EFC0206535}"/>
                </a:ext>
              </a:extLst>
            </p:cNvPr>
            <p:cNvSpPr/>
            <p:nvPr/>
          </p:nvSpPr>
          <p:spPr>
            <a:xfrm>
              <a:off x="6981209" y="3450755"/>
              <a:ext cx="2265448" cy="372539"/>
            </a:xfrm>
            <a:prstGeom prst="rect">
              <a:avLst/>
            </a:prstGeom>
            <a:noFill/>
            <a:ln/>
          </p:spPr>
          <p:txBody>
            <a:bodyPr wrap="none" lIns="72000" tIns="0" rIns="72000" bIns="0" rtlCol="0" anchor="ctr" anchorCtr="0">
              <a:no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p>
          </p:txBody>
        </p:sp>
        <p:sp>
          <p:nvSpPr>
            <p:cNvPr id="108" name="Text 11">
              <a:extLst>
                <a:ext uri="{FF2B5EF4-FFF2-40B4-BE49-F238E27FC236}">
                  <a16:creationId xmlns:a16="http://schemas.microsoft.com/office/drawing/2014/main" id="{0481B1C7-D92C-3795-EC47-8DDF1D1BD282}"/>
                </a:ext>
              </a:extLst>
            </p:cNvPr>
            <p:cNvSpPr/>
            <p:nvPr/>
          </p:nvSpPr>
          <p:spPr>
            <a:xfrm>
              <a:off x="1044691" y="3828743"/>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リジュランヒーラー I（1cc）</a:t>
              </a:r>
            </a:p>
          </p:txBody>
        </p:sp>
        <p:sp>
          <p:nvSpPr>
            <p:cNvPr id="109" name="Text 15">
              <a:extLst>
                <a:ext uri="{FF2B5EF4-FFF2-40B4-BE49-F238E27FC236}">
                  <a16:creationId xmlns:a16="http://schemas.microsoft.com/office/drawing/2014/main" id="{ECD195C4-54E2-0260-6884-BEE2B6DFFB47}"/>
                </a:ext>
              </a:extLst>
            </p:cNvPr>
            <p:cNvSpPr/>
            <p:nvPr/>
          </p:nvSpPr>
          <p:spPr>
            <a:xfrm>
              <a:off x="6981209" y="3830214"/>
              <a:ext cx="2265448" cy="372539"/>
            </a:xfrm>
            <a:prstGeom prst="rect">
              <a:avLst/>
            </a:prstGeom>
            <a:noFill/>
            <a:ln/>
          </p:spPr>
          <p:txBody>
            <a:bodyPr wrap="none" lIns="72000" tIns="0" rIns="72000" bIns="0" rtlCol="0" anchor="ctr" anchorCtr="0">
              <a:noAutofit/>
            </a:bodyPr>
            <a:lstStyle/>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p>
          </p:txBody>
        </p:sp>
        <p:sp>
          <p:nvSpPr>
            <p:cNvPr id="120" name="Shape 7">
              <a:extLst>
                <a:ext uri="{FF2B5EF4-FFF2-40B4-BE49-F238E27FC236}">
                  <a16:creationId xmlns:a16="http://schemas.microsoft.com/office/drawing/2014/main" id="{90803F78-704E-9988-3DA6-864552ACA6B6}"/>
                </a:ext>
              </a:extLst>
            </p:cNvPr>
            <p:cNvSpPr/>
            <p:nvPr/>
          </p:nvSpPr>
          <p:spPr>
            <a:xfrm>
              <a:off x="1041515" y="4202664"/>
              <a:ext cx="8205142" cy="13607"/>
            </a:xfrm>
            <a:prstGeom prst="rect">
              <a:avLst/>
            </a:prstGeom>
            <a:solidFill>
              <a:srgbClr val="CCCCCC"/>
            </a:solidFill>
            <a:ln/>
          </p:spPr>
        </p:sp>
      </p:grpSp>
      <p:sp>
        <p:nvSpPr>
          <p:cNvPr id="123" name="Shape 7">
            <a:extLst>
              <a:ext uri="{FF2B5EF4-FFF2-40B4-BE49-F238E27FC236}">
                <a16:creationId xmlns:a16="http://schemas.microsoft.com/office/drawing/2014/main" id="{14766AB7-B42A-0519-0429-6E88F9CC9B22}"/>
              </a:ext>
            </a:extLst>
          </p:cNvPr>
          <p:cNvSpPr/>
          <p:nvPr/>
        </p:nvSpPr>
        <p:spPr>
          <a:xfrm>
            <a:off x="1041515" y="6345705"/>
            <a:ext cx="8205142" cy="13607"/>
          </a:xfrm>
          <a:prstGeom prst="rect">
            <a:avLst/>
          </a:prstGeom>
          <a:solidFill>
            <a:srgbClr val="CCCCCC"/>
          </a:solidFill>
          <a:ln/>
        </p:spPr>
      </p:sp>
      <p:sp>
        <p:nvSpPr>
          <p:cNvPr id="88" name="Text 11">
            <a:extLst>
              <a:ext uri="{FF2B5EF4-FFF2-40B4-BE49-F238E27FC236}">
                <a16:creationId xmlns:a16="http://schemas.microsoft.com/office/drawing/2014/main" id="{29695242-7D7B-23F0-D2AC-456FF52680CA}"/>
              </a:ext>
            </a:extLst>
          </p:cNvPr>
          <p:cNvSpPr/>
          <p:nvPr/>
        </p:nvSpPr>
        <p:spPr>
          <a:xfrm>
            <a:off x="1044691" y="6354012"/>
            <a:ext cx="5660909" cy="770722"/>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オリディア</a:t>
            </a:r>
          </a:p>
        </p:txBody>
      </p:sp>
      <p:sp>
        <p:nvSpPr>
          <p:cNvPr id="92" name="Text 15">
            <a:extLst>
              <a:ext uri="{FF2B5EF4-FFF2-40B4-BE49-F238E27FC236}">
                <a16:creationId xmlns:a16="http://schemas.microsoft.com/office/drawing/2014/main" id="{FA816B10-0115-6AAB-C390-DC9BEFAC69F7}"/>
              </a:ext>
            </a:extLst>
          </p:cNvPr>
          <p:cNvSpPr/>
          <p:nvPr/>
        </p:nvSpPr>
        <p:spPr>
          <a:xfrm>
            <a:off x="6981209" y="6355483"/>
            <a:ext cx="2265448" cy="769251"/>
          </a:xfrm>
          <a:prstGeom prst="rect">
            <a:avLst/>
          </a:prstGeom>
          <a:noFill/>
          <a:ln/>
        </p:spPr>
        <p:txBody>
          <a:bodyPr wrap="none" lIns="72000" tIns="0" rIns="72000" bIns="0" rtlCol="0" anchor="ctr" anchorCtr="0">
            <a:noAutofit/>
          </a:bodyPr>
          <a:lstStyle/>
          <a:p>
            <a:pPr algn="r"/>
            <a:r>
              <a:rPr lang="en-US" altLang="ko-KR" sz="1200" dirty="0">
                <a:solidFill>
                  <a:srgbClr val="2498BD"/>
                </a:solidFill>
                <a:latin typeface="신세계 Regular" panose="02000300000000000000" pitchFamily="50" charset="-127"/>
                <a:ea typeface="신세계 Regular" panose="02000300000000000000" pitchFamily="50" charset="-127"/>
                <a:cs typeface="GC 16 Mono" pitchFamily="34" charset="-120"/>
              </a:rPr>
              <a:t>120 (4cc)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400,000</a:t>
            </a:r>
          </a:p>
          <a:p>
            <a:pPr algn="r"/>
            <a:r>
              <a:rPr lang="ja-JP" sz="1200" dirty="0">
                <a:solidFill>
                  <a:srgbClr val="2498BD"/>
                </a:solidFill>
                <a:latin typeface="Noto Serif JP SemiBold"/>
                <a:ea typeface="Noto Serif JP SemiBold"/>
                <a:cs typeface="GC 16 Mono" pitchFamily="34" charset="-120"/>
              </a:rPr>
              <a:t xml:space="preserve">365（1瓶）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800,000</a:t>
            </a:r>
            <a:endParaRPr lang="en-US" altLang="ko-KR" sz="1600" dirty="0">
              <a:latin typeface="신세계 Bold" panose="02000300000000000000" pitchFamily="50" charset="-127"/>
              <a:ea typeface="신세계 Bold" panose="02000300000000000000" pitchFamily="50" charset="-127"/>
            </a:endParaRPr>
          </a:p>
        </p:txBody>
      </p:sp>
      <p:sp>
        <p:nvSpPr>
          <p:cNvPr id="156" name="Shape 7">
            <a:extLst>
              <a:ext uri="{FF2B5EF4-FFF2-40B4-BE49-F238E27FC236}">
                <a16:creationId xmlns:a16="http://schemas.microsoft.com/office/drawing/2014/main" id="{485CC30B-6D60-DF5F-EE90-77B7268E13A4}"/>
              </a:ext>
            </a:extLst>
          </p:cNvPr>
          <p:cNvSpPr/>
          <p:nvPr/>
        </p:nvSpPr>
        <p:spPr>
          <a:xfrm>
            <a:off x="1041515" y="7122355"/>
            <a:ext cx="8205142" cy="13607"/>
          </a:xfrm>
          <a:prstGeom prst="rect">
            <a:avLst/>
          </a:prstGeom>
          <a:solidFill>
            <a:srgbClr val="CCCCCC"/>
          </a:solidFill>
          <a:ln/>
        </p:spPr>
      </p:sp>
      <p:sp>
        <p:nvSpPr>
          <p:cNvPr id="175" name="Text 11">
            <a:extLst>
              <a:ext uri="{FF2B5EF4-FFF2-40B4-BE49-F238E27FC236}">
                <a16:creationId xmlns:a16="http://schemas.microsoft.com/office/drawing/2014/main" id="{60F540FE-75C4-770C-880E-F4DA89E5081B}"/>
              </a:ext>
            </a:extLst>
          </p:cNvPr>
          <p:cNvSpPr/>
          <p:nvPr/>
        </p:nvSpPr>
        <p:spPr>
          <a:xfrm>
            <a:off x="1044691" y="5092790"/>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ジュベルックスキン</a:t>
            </a:r>
            <a:endParaRPr lang="ko-KR" altLang="en-US" sz="10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177" name="Text 15">
            <a:extLst>
              <a:ext uri="{FF2B5EF4-FFF2-40B4-BE49-F238E27FC236}">
                <a16:creationId xmlns:a16="http://schemas.microsoft.com/office/drawing/2014/main" id="{2141CB39-CB43-70B9-EEEC-76A42F380FEF}"/>
              </a:ext>
            </a:extLst>
          </p:cNvPr>
          <p:cNvSpPr/>
          <p:nvPr/>
        </p:nvSpPr>
        <p:spPr>
          <a:xfrm>
            <a:off x="7711440" y="5094261"/>
            <a:ext cx="1535216" cy="617208"/>
          </a:xfrm>
          <a:prstGeom prst="rect">
            <a:avLst/>
          </a:prstGeom>
          <a:noFill/>
          <a:ln/>
        </p:spPr>
        <p:txBody>
          <a:bodyPr wrap="none" lIns="72000" tIns="0" rIns="72000" bIns="0" rtlCol="0" anchor="ctr" anchorCtr="0">
            <a:noAutofit/>
          </a:bodyPr>
          <a:lstStyle/>
          <a:p>
            <a:pPr algn="r"/>
            <a:r>
              <a:rPr lang="en-US" altLang="ko-KR" sz="1200" dirty="0">
                <a:solidFill>
                  <a:srgbClr val="2498BD"/>
                </a:solidFill>
                <a:latin typeface="신세계 Regular" panose="02000300000000000000" pitchFamily="50" charset="-127"/>
                <a:ea typeface="신세계 Regular" panose="02000300000000000000" pitchFamily="50" charset="-127"/>
                <a:cs typeface="GC 16 Mono" pitchFamily="34" charset="-120"/>
              </a:rPr>
              <a:t>4cc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400,000</a:t>
            </a:r>
            <a:endParaRPr lang="en-US" altLang="ko-KR" sz="1400" dirty="0">
              <a:latin typeface="신세계 Bold" panose="02000300000000000000" pitchFamily="50" charset="-127"/>
              <a:ea typeface="신세계 Bold" panose="02000300000000000000" pitchFamily="50" charset="-127"/>
            </a:endParaRPr>
          </a:p>
          <a:p>
            <a:pPr algn="r"/>
            <a:r>
              <a:rPr lang="en-US" altLang="ko-KR" sz="1200" dirty="0">
                <a:solidFill>
                  <a:srgbClr val="2498BD"/>
                </a:solidFill>
                <a:latin typeface="신세계 Regular" panose="02000300000000000000" pitchFamily="50" charset="-127"/>
                <a:ea typeface="신세계 Regular" panose="02000300000000000000" pitchFamily="50" charset="-127"/>
                <a:cs typeface="GC 16 Mono" pitchFamily="34" charset="-120"/>
              </a:rPr>
              <a:t>1Vial(8cc)</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700,000</a:t>
            </a:r>
            <a:endParaRPr lang="en-US" altLang="ko-KR" sz="1400" dirty="0">
              <a:latin typeface="신세계 Bold" panose="02000300000000000000" pitchFamily="50" charset="-127"/>
              <a:ea typeface="신세계 Bold" panose="02000300000000000000" pitchFamily="50" charset="-127"/>
            </a:endParaRPr>
          </a:p>
        </p:txBody>
      </p:sp>
      <p:sp>
        <p:nvSpPr>
          <p:cNvPr id="180" name="Shape 7">
            <a:extLst>
              <a:ext uri="{FF2B5EF4-FFF2-40B4-BE49-F238E27FC236}">
                <a16:creationId xmlns:a16="http://schemas.microsoft.com/office/drawing/2014/main" id="{57B17C8A-93B1-5C79-68A0-2F70088F2146}"/>
              </a:ext>
            </a:extLst>
          </p:cNvPr>
          <p:cNvSpPr/>
          <p:nvPr/>
        </p:nvSpPr>
        <p:spPr>
          <a:xfrm>
            <a:off x="1041515" y="5712942"/>
            <a:ext cx="8205142" cy="13607"/>
          </a:xfrm>
          <a:prstGeom prst="rect">
            <a:avLst/>
          </a:prstGeom>
          <a:solidFill>
            <a:srgbClr val="CCCCCC"/>
          </a:solidFill>
          <a:ln/>
        </p:spPr>
      </p:sp>
      <p:sp>
        <p:nvSpPr>
          <p:cNvPr id="197" name="Text 11">
            <a:extLst>
              <a:ext uri="{FF2B5EF4-FFF2-40B4-BE49-F238E27FC236}">
                <a16:creationId xmlns:a16="http://schemas.microsoft.com/office/drawing/2014/main" id="{9A1CCE11-8AC1-6AF1-C454-10BF2144FDA1}"/>
              </a:ext>
            </a:extLst>
          </p:cNvPr>
          <p:cNvSpPr/>
          <p:nvPr/>
        </p:nvSpPr>
        <p:spPr>
          <a:xfrm>
            <a:off x="1044691" y="5725554"/>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ジュベルックボリューム（8cc）</a:t>
            </a:r>
          </a:p>
        </p:txBody>
      </p:sp>
      <p:sp>
        <p:nvSpPr>
          <p:cNvPr id="198" name="Text 15">
            <a:extLst>
              <a:ext uri="{FF2B5EF4-FFF2-40B4-BE49-F238E27FC236}">
                <a16:creationId xmlns:a16="http://schemas.microsoft.com/office/drawing/2014/main" id="{C68EA4E0-19DD-D21F-D992-029E097932DA}"/>
              </a:ext>
            </a:extLst>
          </p:cNvPr>
          <p:cNvSpPr/>
          <p:nvPr/>
        </p:nvSpPr>
        <p:spPr>
          <a:xfrm>
            <a:off x="7819956" y="5727025"/>
            <a:ext cx="1426700"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1回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800,000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3回</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2,000,000</a:t>
            </a:r>
            <a:endParaRPr lang="en-US" altLang="ko-KR" sz="1400" dirty="0">
              <a:latin typeface="신세계 Bold" panose="02000300000000000000" pitchFamily="50" charset="-127"/>
              <a:ea typeface="신세계 Bold" panose="02000300000000000000" pitchFamily="50" charset="-127"/>
            </a:endParaRPr>
          </a:p>
        </p:txBody>
      </p:sp>
      <p:sp>
        <p:nvSpPr>
          <p:cNvPr id="204" name="Text 11">
            <a:extLst>
              <a:ext uri="{FF2B5EF4-FFF2-40B4-BE49-F238E27FC236}">
                <a16:creationId xmlns:a16="http://schemas.microsoft.com/office/drawing/2014/main" id="{F1E61DD0-E71D-481E-C763-A8D5BDE44943}"/>
              </a:ext>
            </a:extLst>
          </p:cNvPr>
          <p:cNvSpPr/>
          <p:nvPr/>
        </p:nvSpPr>
        <p:spPr>
          <a:xfrm>
            <a:off x="1044691" y="7134744"/>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ラディエッセ 1本</a:t>
            </a:r>
          </a:p>
        </p:txBody>
      </p:sp>
      <p:sp>
        <p:nvSpPr>
          <p:cNvPr id="205" name="Text 15">
            <a:extLst>
              <a:ext uri="{FF2B5EF4-FFF2-40B4-BE49-F238E27FC236}">
                <a16:creationId xmlns:a16="http://schemas.microsoft.com/office/drawing/2014/main" id="{E79B571A-C18F-6D42-BCF1-70FA44859326}"/>
              </a:ext>
            </a:extLst>
          </p:cNvPr>
          <p:cNvSpPr/>
          <p:nvPr/>
        </p:nvSpPr>
        <p:spPr>
          <a:xfrm>
            <a:off x="7819956" y="7136215"/>
            <a:ext cx="1426700"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1回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1,000,000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3回</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2,500,000</a:t>
            </a:r>
            <a:endParaRPr lang="en-US" altLang="ko-KR" sz="1400" dirty="0">
              <a:latin typeface="신세계 Bold" panose="02000300000000000000" pitchFamily="50" charset="-127"/>
              <a:ea typeface="신세계 Bold" panose="02000300000000000000" pitchFamily="50" charset="-127"/>
            </a:endParaRPr>
          </a:p>
        </p:txBody>
      </p:sp>
      <p:sp>
        <p:nvSpPr>
          <p:cNvPr id="203" name="Shape 7">
            <a:extLst>
              <a:ext uri="{FF2B5EF4-FFF2-40B4-BE49-F238E27FC236}">
                <a16:creationId xmlns:a16="http://schemas.microsoft.com/office/drawing/2014/main" id="{17F873F4-188A-C171-6878-E560B0FA6793}"/>
              </a:ext>
            </a:extLst>
          </p:cNvPr>
          <p:cNvSpPr/>
          <p:nvPr/>
        </p:nvSpPr>
        <p:spPr>
          <a:xfrm>
            <a:off x="1041515" y="7754896"/>
            <a:ext cx="8205142" cy="13607"/>
          </a:xfrm>
          <a:prstGeom prst="rect">
            <a:avLst/>
          </a:prstGeom>
          <a:solidFill>
            <a:srgbClr val="CCCCCC"/>
          </a:solidFill>
          <a:ln/>
        </p:spPr>
      </p:sp>
      <p:sp>
        <p:nvSpPr>
          <p:cNvPr id="212" name="TextBox 211">
            <a:extLst>
              <a:ext uri="{FF2B5EF4-FFF2-40B4-BE49-F238E27FC236}">
                <a16:creationId xmlns:a16="http://schemas.microsoft.com/office/drawing/2014/main" id="{9E800C45-D5B8-0604-3BB8-EC3AFBEE4796}"/>
              </a:ext>
            </a:extLst>
          </p:cNvPr>
          <p:cNvSpPr txBox="1"/>
          <p:nvPr/>
        </p:nvSpPr>
        <p:spPr>
          <a:xfrm>
            <a:off x="930580" y="4746505"/>
            <a:ext cx="2829614"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コラーゲン · ボリューム</a:t>
            </a:r>
          </a:p>
        </p:txBody>
      </p:sp>
      <p:sp>
        <p:nvSpPr>
          <p:cNvPr id="214" name="Shape 7">
            <a:extLst>
              <a:ext uri="{FF2B5EF4-FFF2-40B4-BE49-F238E27FC236}">
                <a16:creationId xmlns:a16="http://schemas.microsoft.com/office/drawing/2014/main" id="{B7D3E4E3-A64D-ED1B-6E12-9EF5CE2AF20F}"/>
              </a:ext>
            </a:extLst>
          </p:cNvPr>
          <p:cNvSpPr/>
          <p:nvPr/>
        </p:nvSpPr>
        <p:spPr>
          <a:xfrm>
            <a:off x="1041515" y="5073260"/>
            <a:ext cx="8205142" cy="13607"/>
          </a:xfrm>
          <a:prstGeom prst="rect">
            <a:avLst/>
          </a:prstGeom>
          <a:solidFill>
            <a:srgbClr val="2498BD"/>
          </a:solidFill>
          <a:ln/>
        </p:spPr>
      </p:sp>
      <p:grpSp>
        <p:nvGrpSpPr>
          <p:cNvPr id="15" name="그룹 14">
            <a:extLst>
              <a:ext uri="{FF2B5EF4-FFF2-40B4-BE49-F238E27FC236}">
                <a16:creationId xmlns:a16="http://schemas.microsoft.com/office/drawing/2014/main" id="{775E5514-E10C-C634-A1A7-8D2B67082257}"/>
              </a:ext>
            </a:extLst>
          </p:cNvPr>
          <p:cNvGrpSpPr/>
          <p:nvPr/>
        </p:nvGrpSpPr>
        <p:grpSpPr>
          <a:xfrm>
            <a:off x="930580" y="9593882"/>
            <a:ext cx="8316077" cy="2516627"/>
            <a:chOff x="930580" y="10677088"/>
            <a:chExt cx="8316077" cy="2516627"/>
          </a:xfrm>
        </p:grpSpPr>
        <p:sp>
          <p:nvSpPr>
            <p:cNvPr id="248" name="Shape 7">
              <a:extLst>
                <a:ext uri="{FF2B5EF4-FFF2-40B4-BE49-F238E27FC236}">
                  <a16:creationId xmlns:a16="http://schemas.microsoft.com/office/drawing/2014/main" id="{CEC68061-309C-D591-B275-7E6E0F5B9919}"/>
                </a:ext>
              </a:extLst>
            </p:cNvPr>
            <p:cNvSpPr/>
            <p:nvPr/>
          </p:nvSpPr>
          <p:spPr>
            <a:xfrm>
              <a:off x="1041515" y="11391811"/>
              <a:ext cx="8205142" cy="13607"/>
            </a:xfrm>
            <a:prstGeom prst="rect">
              <a:avLst/>
            </a:prstGeom>
            <a:solidFill>
              <a:srgbClr val="CCCCCC"/>
            </a:solidFill>
            <a:ln/>
          </p:spPr>
        </p:sp>
        <p:sp>
          <p:nvSpPr>
            <p:cNvPr id="249" name="Shape 7">
              <a:extLst>
                <a:ext uri="{FF2B5EF4-FFF2-40B4-BE49-F238E27FC236}">
                  <a16:creationId xmlns:a16="http://schemas.microsoft.com/office/drawing/2014/main" id="{C6DDB5FC-9968-D5D3-1DCE-997CC7C67F02}"/>
                </a:ext>
              </a:extLst>
            </p:cNvPr>
            <p:cNvSpPr/>
            <p:nvPr/>
          </p:nvSpPr>
          <p:spPr>
            <a:xfrm>
              <a:off x="1041515" y="11003843"/>
              <a:ext cx="8205142" cy="13607"/>
            </a:xfrm>
            <a:prstGeom prst="rect">
              <a:avLst/>
            </a:prstGeom>
            <a:solidFill>
              <a:srgbClr val="2498BD"/>
            </a:solidFill>
            <a:ln/>
          </p:spPr>
        </p:sp>
        <p:sp>
          <p:nvSpPr>
            <p:cNvPr id="250" name="Shape 7">
              <a:extLst>
                <a:ext uri="{FF2B5EF4-FFF2-40B4-BE49-F238E27FC236}">
                  <a16:creationId xmlns:a16="http://schemas.microsoft.com/office/drawing/2014/main" id="{F8182B89-255B-E588-5D04-1C853DA3965D}"/>
                </a:ext>
              </a:extLst>
            </p:cNvPr>
            <p:cNvSpPr/>
            <p:nvPr/>
          </p:nvSpPr>
          <p:spPr>
            <a:xfrm>
              <a:off x="1041515" y="11777505"/>
              <a:ext cx="8205142" cy="13607"/>
            </a:xfrm>
            <a:prstGeom prst="rect">
              <a:avLst/>
            </a:prstGeom>
            <a:solidFill>
              <a:srgbClr val="CCCCCC"/>
            </a:solidFill>
            <a:ln/>
          </p:spPr>
        </p:sp>
        <p:sp>
          <p:nvSpPr>
            <p:cNvPr id="234" name="Shape 7">
              <a:extLst>
                <a:ext uri="{FF2B5EF4-FFF2-40B4-BE49-F238E27FC236}">
                  <a16:creationId xmlns:a16="http://schemas.microsoft.com/office/drawing/2014/main" id="{A9E86E26-B311-6CFD-A8B9-10224E5E7DD2}"/>
                </a:ext>
              </a:extLst>
            </p:cNvPr>
            <p:cNvSpPr/>
            <p:nvPr/>
          </p:nvSpPr>
          <p:spPr>
            <a:xfrm>
              <a:off x="1041515" y="12408321"/>
              <a:ext cx="8205142" cy="13607"/>
            </a:xfrm>
            <a:prstGeom prst="rect">
              <a:avLst/>
            </a:prstGeom>
            <a:solidFill>
              <a:srgbClr val="CCCCCC"/>
            </a:solidFill>
            <a:ln/>
          </p:spPr>
        </p:sp>
        <p:sp>
          <p:nvSpPr>
            <p:cNvPr id="235" name="Text 11">
              <a:extLst>
                <a:ext uri="{FF2B5EF4-FFF2-40B4-BE49-F238E27FC236}">
                  <a16:creationId xmlns:a16="http://schemas.microsoft.com/office/drawing/2014/main" id="{6D564DDE-BF34-FEE0-B40C-6503F9151C36}"/>
                </a:ext>
              </a:extLst>
            </p:cNvPr>
            <p:cNvSpPr/>
            <p:nvPr/>
          </p:nvSpPr>
          <p:spPr>
            <a:xfrm>
              <a:off x="1040343" y="11788169"/>
              <a:ext cx="3905742"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ヒローウェーブ</a:t>
              </a:r>
              <a:endParaRPr lang="ko-KR" altLang="en-US" sz="1400" dirty="0">
                <a:solidFill>
                  <a:srgbClr val="555555"/>
                </a:solidFill>
                <a:latin typeface="신세계 Medium" panose="02000300000000000000" pitchFamily="50" charset="-127"/>
                <a:ea typeface="신세계 Medium" panose="02000300000000000000" pitchFamily="50" charset="-127"/>
                <a:cs typeface="Arial" pitchFamily="34" charset="-120"/>
              </a:endParaRPr>
            </a:p>
          </p:txBody>
        </p:sp>
        <p:sp>
          <p:nvSpPr>
            <p:cNvPr id="236" name="TextBox 235">
              <a:extLst>
                <a:ext uri="{FF2B5EF4-FFF2-40B4-BE49-F238E27FC236}">
                  <a16:creationId xmlns:a16="http://schemas.microsoft.com/office/drawing/2014/main" id="{32CA14B1-54B8-5317-9EF6-3B8290F7C2FF}"/>
                </a:ext>
              </a:extLst>
            </p:cNvPr>
            <p:cNvSpPr txBox="1"/>
            <p:nvPr/>
          </p:nvSpPr>
          <p:spPr>
            <a:xfrm>
              <a:off x="930580" y="10677088"/>
              <a:ext cx="1481346"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弾力 · ツヤ</a:t>
              </a:r>
              <a:endParaRPr lang="ko-KR" altLang="en-US" dirty="0">
                <a:latin typeface="신세계 SemiBold" panose="02000300000000000000" pitchFamily="50" charset="-127"/>
                <a:ea typeface="신세계 SemiBold" panose="02000300000000000000" pitchFamily="50" charset="-127"/>
                <a:cs typeface="Sinsegye" pitchFamily="34" charset="-120"/>
              </a:endParaRPr>
            </a:p>
          </p:txBody>
        </p:sp>
        <p:sp>
          <p:nvSpPr>
            <p:cNvPr id="237" name="Text 11">
              <a:extLst>
                <a:ext uri="{FF2B5EF4-FFF2-40B4-BE49-F238E27FC236}">
                  <a16:creationId xmlns:a16="http://schemas.microsoft.com/office/drawing/2014/main" id="{CE7C4110-0615-9FF5-AA4B-C2C2C1311DE0}"/>
                </a:ext>
              </a:extLst>
            </p:cNvPr>
            <p:cNvSpPr/>
            <p:nvPr/>
          </p:nvSpPr>
          <p:spPr>
            <a:xfrm>
              <a:off x="1044691" y="11005717"/>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ベーシック水光注射（2cc）</a:t>
              </a:r>
            </a:p>
          </p:txBody>
        </p:sp>
        <p:sp>
          <p:nvSpPr>
            <p:cNvPr id="238" name="Text 11">
              <a:extLst>
                <a:ext uri="{FF2B5EF4-FFF2-40B4-BE49-F238E27FC236}">
                  <a16:creationId xmlns:a16="http://schemas.microsoft.com/office/drawing/2014/main" id="{B07E1F21-8A6F-73E7-7B9B-81FEC1F2E14C}"/>
                </a:ext>
              </a:extLst>
            </p:cNvPr>
            <p:cNvSpPr/>
            <p:nvPr/>
          </p:nvSpPr>
          <p:spPr>
            <a:xfrm>
              <a:off x="1044691" y="11399082"/>
              <a:ext cx="57752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リリイドM 1本（5cc）</a:t>
              </a:r>
            </a:p>
          </p:txBody>
        </p:sp>
        <p:sp>
          <p:nvSpPr>
            <p:cNvPr id="239" name="Text 15">
              <a:extLst>
                <a:ext uri="{FF2B5EF4-FFF2-40B4-BE49-F238E27FC236}">
                  <a16:creationId xmlns:a16="http://schemas.microsoft.com/office/drawing/2014/main" id="{9F268E9E-6B92-5F3E-0D58-1D2C2C43FA55}"/>
                </a:ext>
              </a:extLst>
            </p:cNvPr>
            <p:cNvSpPr/>
            <p:nvPr/>
          </p:nvSpPr>
          <p:spPr>
            <a:xfrm>
              <a:off x="8585650" y="11085735"/>
              <a:ext cx="661006" cy="215444"/>
            </a:xfrm>
            <a:prstGeom prst="rect">
              <a:avLst/>
            </a:prstGeom>
            <a:noFill/>
            <a:ln/>
          </p:spPr>
          <p:txBody>
            <a:bodyPr wrap="none" lIns="0" tIns="0" rIns="72000" bIns="0" rtlCol="0" anchor="ctr" anchorCtr="0">
              <a:sp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99,000</a:t>
              </a:r>
            </a:p>
          </p:txBody>
        </p:sp>
        <p:sp>
          <p:nvSpPr>
            <p:cNvPr id="242" name="Text 15">
              <a:extLst>
                <a:ext uri="{FF2B5EF4-FFF2-40B4-BE49-F238E27FC236}">
                  <a16:creationId xmlns:a16="http://schemas.microsoft.com/office/drawing/2014/main" id="{C1A8D845-0A3A-E136-EC93-65C18E0D4DA1}"/>
                </a:ext>
              </a:extLst>
            </p:cNvPr>
            <p:cNvSpPr/>
            <p:nvPr/>
          </p:nvSpPr>
          <p:spPr>
            <a:xfrm>
              <a:off x="8492676" y="11479100"/>
              <a:ext cx="753980" cy="215444"/>
            </a:xfrm>
            <a:prstGeom prst="rect">
              <a:avLst/>
            </a:prstGeom>
            <a:noFill/>
            <a:ln/>
          </p:spPr>
          <p:txBody>
            <a:bodyPr wrap="none" lIns="0" tIns="0" rIns="72000" bIns="0" rtlCol="0" anchor="ctr" anchorCtr="0">
              <a:sp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180,000</a:t>
              </a:r>
            </a:p>
          </p:txBody>
        </p:sp>
        <p:sp>
          <p:nvSpPr>
            <p:cNvPr id="246" name="Text 15">
              <a:extLst>
                <a:ext uri="{FF2B5EF4-FFF2-40B4-BE49-F238E27FC236}">
                  <a16:creationId xmlns:a16="http://schemas.microsoft.com/office/drawing/2014/main" id="{13EE5C0F-A992-E353-5BC8-9C7A1736D8E6}"/>
                </a:ext>
              </a:extLst>
            </p:cNvPr>
            <p:cNvSpPr/>
            <p:nvPr/>
          </p:nvSpPr>
          <p:spPr>
            <a:xfrm>
              <a:off x="8058723" y="11882801"/>
              <a:ext cx="1183584" cy="430887"/>
            </a:xfrm>
            <a:prstGeom prst="rect">
              <a:avLst/>
            </a:prstGeom>
            <a:noFill/>
            <a:ln/>
          </p:spPr>
          <p:txBody>
            <a:bodyPr wrap="none" lIns="0" tIns="0" rIns="72000" bIns="0" rtlCol="0" anchor="ctr" anchorCtr="0">
              <a:spAutoFit/>
            </a:bodyPr>
            <a:lstStyle/>
            <a:p>
              <a:pPr algn="r"/>
              <a:r>
                <a:rPr lang="en-US" altLang="ko-KR" sz="1200" dirty="0">
                  <a:solidFill>
                    <a:srgbClr val="2498BD"/>
                  </a:solidFill>
                  <a:latin typeface="신세계 Regular" panose="02000300000000000000" pitchFamily="50" charset="-127"/>
                  <a:ea typeface="신세계 Regular" panose="02000300000000000000" pitchFamily="50" charset="-127"/>
                  <a:cs typeface="GC 16 Mono" pitchFamily="34" charset="-120"/>
                </a:rPr>
                <a:t>2cc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700,000</a:t>
              </a:r>
            </a:p>
            <a:p>
              <a:pPr algn="r"/>
              <a:r>
                <a:rPr lang="en-US" altLang="ko-KR" sz="1200" dirty="0">
                  <a:solidFill>
                    <a:srgbClr val="2498BD"/>
                  </a:solidFill>
                  <a:latin typeface="신세계 Regular" panose="02000300000000000000" pitchFamily="50" charset="-127"/>
                  <a:ea typeface="신세계 Regular" panose="02000300000000000000" pitchFamily="50" charset="-127"/>
                  <a:cs typeface="GC 16 Mono" pitchFamily="34" charset="-120"/>
                </a:rPr>
                <a:t>4cc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1,400,000</a:t>
              </a:r>
              <a:endParaRPr lang="en-US" altLang="ko-KR" sz="1400" dirty="0">
                <a:latin typeface="신세계 Bold" panose="02000300000000000000" pitchFamily="50" charset="-127"/>
                <a:ea typeface="신세계 Bold" panose="02000300000000000000" pitchFamily="50" charset="-127"/>
              </a:endParaRPr>
            </a:p>
          </p:txBody>
        </p:sp>
        <p:grpSp>
          <p:nvGrpSpPr>
            <p:cNvPr id="251" name="그룹 250">
              <a:extLst>
                <a:ext uri="{FF2B5EF4-FFF2-40B4-BE49-F238E27FC236}">
                  <a16:creationId xmlns:a16="http://schemas.microsoft.com/office/drawing/2014/main" id="{52795262-C4C4-0B25-3C3B-F6BE708619A7}"/>
                </a:ext>
              </a:extLst>
            </p:cNvPr>
            <p:cNvGrpSpPr/>
            <p:nvPr/>
          </p:nvGrpSpPr>
          <p:grpSpPr>
            <a:xfrm>
              <a:off x="1041515" y="12794414"/>
              <a:ext cx="8205142" cy="399301"/>
              <a:chOff x="1041515" y="5834612"/>
              <a:chExt cx="8205142" cy="399301"/>
            </a:xfrm>
          </p:grpSpPr>
          <p:sp>
            <p:nvSpPr>
              <p:cNvPr id="252" name="Shape 7">
                <a:extLst>
                  <a:ext uri="{FF2B5EF4-FFF2-40B4-BE49-F238E27FC236}">
                    <a16:creationId xmlns:a16="http://schemas.microsoft.com/office/drawing/2014/main" id="{B152B9E3-CEB7-1AEB-9E96-0385C2C52F57}"/>
                  </a:ext>
                </a:extLst>
              </p:cNvPr>
              <p:cNvSpPr/>
              <p:nvPr/>
            </p:nvSpPr>
            <p:spPr>
              <a:xfrm>
                <a:off x="1041515" y="5834612"/>
                <a:ext cx="8205142" cy="13607"/>
              </a:xfrm>
              <a:prstGeom prst="rect">
                <a:avLst/>
              </a:prstGeom>
              <a:solidFill>
                <a:srgbClr val="CCCCCC"/>
              </a:solidFill>
              <a:ln/>
            </p:spPr>
          </p:sp>
          <p:sp>
            <p:nvSpPr>
              <p:cNvPr id="254" name="Shape 7">
                <a:extLst>
                  <a:ext uri="{FF2B5EF4-FFF2-40B4-BE49-F238E27FC236}">
                    <a16:creationId xmlns:a16="http://schemas.microsoft.com/office/drawing/2014/main" id="{856B8AE0-B325-DAB9-1ADA-121E3E3A0250}"/>
                  </a:ext>
                </a:extLst>
              </p:cNvPr>
              <p:cNvSpPr/>
              <p:nvPr/>
            </p:nvSpPr>
            <p:spPr>
              <a:xfrm>
                <a:off x="1041515" y="6220306"/>
                <a:ext cx="8205142" cy="13607"/>
              </a:xfrm>
              <a:prstGeom prst="rect">
                <a:avLst/>
              </a:prstGeom>
              <a:solidFill>
                <a:srgbClr val="CCCCCC"/>
              </a:solidFill>
              <a:ln/>
            </p:spPr>
          </p:sp>
        </p:grpSp>
        <p:sp>
          <p:nvSpPr>
            <p:cNvPr id="255" name="Text 11">
              <a:extLst>
                <a:ext uri="{FF2B5EF4-FFF2-40B4-BE49-F238E27FC236}">
                  <a16:creationId xmlns:a16="http://schemas.microsoft.com/office/drawing/2014/main" id="{D8D51D21-AD53-5CEE-6558-F311B03059ED}"/>
                </a:ext>
              </a:extLst>
            </p:cNvPr>
            <p:cNvSpPr/>
            <p:nvPr/>
          </p:nvSpPr>
          <p:spPr>
            <a:xfrm>
              <a:off x="1044691" y="12408320"/>
              <a:ext cx="5936518"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ジュビダーム スキンバイブ（2cc）</a:t>
              </a:r>
              <a:endParaRPr lang="en-US" altLang="ko-KR" sz="1000" dirty="0">
                <a:latin typeface="신세계 Regular" panose="02000300000000000000" pitchFamily="50" charset="-127"/>
                <a:ea typeface="신세계 Regular" panose="02000300000000000000" pitchFamily="50" charset="-127"/>
              </a:endParaRPr>
            </a:p>
          </p:txBody>
        </p:sp>
        <p:sp>
          <p:nvSpPr>
            <p:cNvPr id="256" name="Text 11">
              <a:extLst>
                <a:ext uri="{FF2B5EF4-FFF2-40B4-BE49-F238E27FC236}">
                  <a16:creationId xmlns:a16="http://schemas.microsoft.com/office/drawing/2014/main" id="{3E3969C9-853C-C996-DCF7-7D280DDC0624}"/>
                </a:ext>
              </a:extLst>
            </p:cNvPr>
            <p:cNvSpPr/>
            <p:nvPr/>
          </p:nvSpPr>
          <p:spPr>
            <a:xfrm>
              <a:off x="1044691" y="12801685"/>
              <a:ext cx="5936518"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ベロテロ リバイブ（2cc）</a:t>
              </a:r>
              <a:endParaRPr lang="ko-KR" altLang="en-US" sz="1000" dirty="0">
                <a:solidFill>
                  <a:srgbClr val="6E6E6E"/>
                </a:solidFill>
                <a:latin typeface="신세계 Regular" panose="02000300000000000000" pitchFamily="50" charset="-127"/>
                <a:ea typeface="신세계 Regular" panose="02000300000000000000" pitchFamily="50" charset="-127"/>
                <a:cs typeface="Arial" pitchFamily="34" charset="-120"/>
              </a:endParaRPr>
            </a:p>
          </p:txBody>
        </p:sp>
        <p:sp>
          <p:nvSpPr>
            <p:cNvPr id="257" name="Text 15">
              <a:extLst>
                <a:ext uri="{FF2B5EF4-FFF2-40B4-BE49-F238E27FC236}">
                  <a16:creationId xmlns:a16="http://schemas.microsoft.com/office/drawing/2014/main" id="{0F4DC521-26BE-92B4-AFEE-AD2C45868EC8}"/>
                </a:ext>
              </a:extLst>
            </p:cNvPr>
            <p:cNvSpPr/>
            <p:nvPr/>
          </p:nvSpPr>
          <p:spPr>
            <a:xfrm>
              <a:off x="8470234" y="12488338"/>
              <a:ext cx="776422" cy="215444"/>
            </a:xfrm>
            <a:prstGeom prst="rect">
              <a:avLst/>
            </a:prstGeom>
            <a:noFill/>
            <a:ln/>
          </p:spPr>
          <p:txBody>
            <a:bodyPr wrap="none" lIns="0" tIns="0" rIns="72000" bIns="0" rtlCol="0" anchor="ctr" anchorCtr="0">
              <a:sp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700,000</a:t>
              </a:r>
            </a:p>
          </p:txBody>
        </p:sp>
        <p:sp>
          <p:nvSpPr>
            <p:cNvPr id="260" name="Text 15">
              <a:extLst>
                <a:ext uri="{FF2B5EF4-FFF2-40B4-BE49-F238E27FC236}">
                  <a16:creationId xmlns:a16="http://schemas.microsoft.com/office/drawing/2014/main" id="{B682348B-7883-59C9-B73F-9B98C71058FE}"/>
                </a:ext>
              </a:extLst>
            </p:cNvPr>
            <p:cNvSpPr/>
            <p:nvPr/>
          </p:nvSpPr>
          <p:spPr>
            <a:xfrm>
              <a:off x="8462219" y="12881703"/>
              <a:ext cx="784437" cy="215444"/>
            </a:xfrm>
            <a:prstGeom prst="rect">
              <a:avLst/>
            </a:prstGeom>
            <a:noFill/>
            <a:ln/>
          </p:spPr>
          <p:txBody>
            <a:bodyPr wrap="none" lIns="0" tIns="0" rIns="72000" bIns="0" rtlCol="0" anchor="ctr" anchorCtr="0">
              <a:spAutoFit/>
            </a:bodyPr>
            <a:lstStyle/>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80</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grpSp>
      <p:sp>
        <p:nvSpPr>
          <p:cNvPr id="262" name="Text 96">
            <a:extLst>
              <a:ext uri="{FF2B5EF4-FFF2-40B4-BE49-F238E27FC236}">
                <a16:creationId xmlns:a16="http://schemas.microsoft.com/office/drawing/2014/main" id="{DD66A37A-BBF2-55D4-A318-07588E9891A8}"/>
              </a:ext>
            </a:extLst>
          </p:cNvPr>
          <p:cNvSpPr/>
          <p:nvPr/>
        </p:nvSpPr>
        <p:spPr>
          <a:xfrm>
            <a:off x="529167" y="13503293"/>
            <a:ext cx="9237133" cy="187694"/>
          </a:xfrm>
          <a:prstGeom prst="rect">
            <a:avLst/>
          </a:prstGeom>
          <a:noFill/>
          <a:ln/>
        </p:spPr>
        <p:txBody>
          <a:bodyPr wrap="square" lIns="25400" tIns="25400" rIns="514800" bIns="25400" rtlCol="0" anchor="t">
            <a:normAutofit fontScale="92500" lnSpcReduction="10000"/>
          </a:bodyPr>
          <a:lstStyle/>
          <a:p>
            <a:pPr marL="0" indent="0" algn="r">
              <a:buNone/>
            </a:pPr>
            <a:r>
              <a:rPr lang="ja-JP" sz="906" dirty="0">
                <a:solidFill>
                  <a:srgbClr val="6E6E6E"/>
                </a:solidFill>
                <a:latin typeface="Noto Serif JP SemiBold"/>
                <a:ea typeface="Noto Serif JP SemiBold"/>
                <a:cs typeface="GC 16 Mono" pitchFamily="34" charset="-120"/>
              </a:rPr>
              <a:t>* 税別価格（10％）</a:t>
            </a:r>
            <a:endParaRPr lang="en-US" sz="1013" dirty="0">
              <a:latin typeface="신세계 Regular" panose="02000300000000000000" pitchFamily="50" charset="-127"/>
              <a:ea typeface="신세계 Regular" panose="02000300000000000000" pitchFamily="50" charset="-127"/>
            </a:endParaRPr>
          </a:p>
        </p:txBody>
      </p:sp>
      <p:grpSp>
        <p:nvGrpSpPr>
          <p:cNvPr id="14" name="그룹 13">
            <a:extLst>
              <a:ext uri="{FF2B5EF4-FFF2-40B4-BE49-F238E27FC236}">
                <a16:creationId xmlns:a16="http://schemas.microsoft.com/office/drawing/2014/main" id="{CF96CF68-A027-85E7-2A41-1F0A97664104}"/>
              </a:ext>
            </a:extLst>
          </p:cNvPr>
          <p:cNvGrpSpPr/>
          <p:nvPr/>
        </p:nvGrpSpPr>
        <p:grpSpPr>
          <a:xfrm>
            <a:off x="930580" y="7918052"/>
            <a:ext cx="8316077" cy="1471832"/>
            <a:chOff x="930580" y="8302340"/>
            <a:chExt cx="8316077" cy="1471832"/>
          </a:xfrm>
        </p:grpSpPr>
        <p:sp>
          <p:nvSpPr>
            <p:cNvPr id="213" name="Shape 7">
              <a:extLst>
                <a:ext uri="{FF2B5EF4-FFF2-40B4-BE49-F238E27FC236}">
                  <a16:creationId xmlns:a16="http://schemas.microsoft.com/office/drawing/2014/main" id="{67074E1F-E7E2-D776-972A-5A62E63CE541}"/>
                </a:ext>
              </a:extLst>
            </p:cNvPr>
            <p:cNvSpPr/>
            <p:nvPr/>
          </p:nvSpPr>
          <p:spPr>
            <a:xfrm>
              <a:off x="1041515" y="8992643"/>
              <a:ext cx="8205142" cy="13607"/>
            </a:xfrm>
            <a:prstGeom prst="rect">
              <a:avLst/>
            </a:prstGeom>
            <a:solidFill>
              <a:srgbClr val="CCCCCC"/>
            </a:solidFill>
            <a:ln/>
          </p:spPr>
        </p:sp>
        <p:sp>
          <p:nvSpPr>
            <p:cNvPr id="215" name="Shape 7">
              <a:extLst>
                <a:ext uri="{FF2B5EF4-FFF2-40B4-BE49-F238E27FC236}">
                  <a16:creationId xmlns:a16="http://schemas.microsoft.com/office/drawing/2014/main" id="{48AA2153-46D3-B118-EA8F-E6C978F65E51}"/>
                </a:ext>
              </a:extLst>
            </p:cNvPr>
            <p:cNvSpPr/>
            <p:nvPr/>
          </p:nvSpPr>
          <p:spPr>
            <a:xfrm>
              <a:off x="1041515" y="9378337"/>
              <a:ext cx="8205142" cy="13607"/>
            </a:xfrm>
            <a:prstGeom prst="rect">
              <a:avLst/>
            </a:prstGeom>
            <a:solidFill>
              <a:srgbClr val="CCCCCC"/>
            </a:solidFill>
            <a:ln/>
          </p:spPr>
        </p:sp>
        <p:sp>
          <p:nvSpPr>
            <p:cNvPr id="217" name="Text 11">
              <a:extLst>
                <a:ext uri="{FF2B5EF4-FFF2-40B4-BE49-F238E27FC236}">
                  <a16:creationId xmlns:a16="http://schemas.microsoft.com/office/drawing/2014/main" id="{247C8FF0-C3D9-F3A8-D56D-1455B508EE28}"/>
                </a:ext>
              </a:extLst>
            </p:cNvPr>
            <p:cNvSpPr/>
            <p:nvPr/>
          </p:nvSpPr>
          <p:spPr>
            <a:xfrm>
              <a:off x="1044691" y="8615340"/>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セルコア 1本</a:t>
              </a:r>
            </a:p>
          </p:txBody>
        </p:sp>
        <p:sp>
          <p:nvSpPr>
            <p:cNvPr id="218" name="Text 15">
              <a:extLst>
                <a:ext uri="{FF2B5EF4-FFF2-40B4-BE49-F238E27FC236}">
                  <a16:creationId xmlns:a16="http://schemas.microsoft.com/office/drawing/2014/main" id="{607D2774-293A-1302-479C-E0A600F2E829}"/>
                </a:ext>
              </a:extLst>
            </p:cNvPr>
            <p:cNvSpPr/>
            <p:nvPr/>
          </p:nvSpPr>
          <p:spPr>
            <a:xfrm>
              <a:off x="6981209" y="8616811"/>
              <a:ext cx="2265448" cy="372539"/>
            </a:xfrm>
            <a:prstGeom prst="rect">
              <a:avLst/>
            </a:prstGeom>
            <a:noFill/>
            <a:ln/>
          </p:spPr>
          <p:txBody>
            <a:bodyPr wrap="none" lIns="72000" tIns="0" rIns="72000" bIns="0" rtlCol="0" anchor="ctr" anchorCtr="0">
              <a:no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800,000</a:t>
              </a:r>
            </a:p>
          </p:txBody>
        </p:sp>
        <p:sp>
          <p:nvSpPr>
            <p:cNvPr id="220" name="Text 11">
              <a:extLst>
                <a:ext uri="{FF2B5EF4-FFF2-40B4-BE49-F238E27FC236}">
                  <a16:creationId xmlns:a16="http://schemas.microsoft.com/office/drawing/2014/main" id="{C7EEC850-AEB6-C17B-BF0A-71A349746CB8}"/>
                </a:ext>
              </a:extLst>
            </p:cNvPr>
            <p:cNvSpPr/>
            <p:nvPr/>
          </p:nvSpPr>
          <p:spPr>
            <a:xfrm>
              <a:off x="1044691" y="9007185"/>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エラヴィエリトゥオ 1本（6cc）</a:t>
              </a:r>
            </a:p>
          </p:txBody>
        </p:sp>
        <p:sp>
          <p:nvSpPr>
            <p:cNvPr id="221" name="Text 15">
              <a:extLst>
                <a:ext uri="{FF2B5EF4-FFF2-40B4-BE49-F238E27FC236}">
                  <a16:creationId xmlns:a16="http://schemas.microsoft.com/office/drawing/2014/main" id="{0D6A5111-009A-5331-87E7-E445E0FCD266}"/>
                </a:ext>
              </a:extLst>
            </p:cNvPr>
            <p:cNvSpPr/>
            <p:nvPr/>
          </p:nvSpPr>
          <p:spPr>
            <a:xfrm>
              <a:off x="6981209" y="9008656"/>
              <a:ext cx="2265448" cy="372539"/>
            </a:xfrm>
            <a:prstGeom prst="rect">
              <a:avLst/>
            </a:prstGeom>
            <a:noFill/>
            <a:ln/>
          </p:spPr>
          <p:txBody>
            <a:bodyPr wrap="none" lIns="72000" tIns="0" rIns="72000" bIns="0" rtlCol="0" anchor="ctr" anchorCtr="0">
              <a:no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800,000</a:t>
              </a:r>
            </a:p>
          </p:txBody>
        </p:sp>
        <p:sp>
          <p:nvSpPr>
            <p:cNvPr id="223" name="Text 11">
              <a:extLst>
                <a:ext uri="{FF2B5EF4-FFF2-40B4-BE49-F238E27FC236}">
                  <a16:creationId xmlns:a16="http://schemas.microsoft.com/office/drawing/2014/main" id="{ABA9B80B-983F-B6FF-A214-1E06002971B2}"/>
                </a:ext>
              </a:extLst>
            </p:cNvPr>
            <p:cNvSpPr/>
            <p:nvPr/>
          </p:nvSpPr>
          <p:spPr>
            <a:xfrm>
              <a:off x="1044691" y="9386644"/>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エラヴィエリトゥオ ファイン 1本（2cc）</a:t>
              </a:r>
            </a:p>
          </p:txBody>
        </p:sp>
        <p:sp>
          <p:nvSpPr>
            <p:cNvPr id="224" name="Text 15">
              <a:extLst>
                <a:ext uri="{FF2B5EF4-FFF2-40B4-BE49-F238E27FC236}">
                  <a16:creationId xmlns:a16="http://schemas.microsoft.com/office/drawing/2014/main" id="{2B7AEE63-8C86-128F-1984-37217F1D3AC2}"/>
                </a:ext>
              </a:extLst>
            </p:cNvPr>
            <p:cNvSpPr/>
            <p:nvPr/>
          </p:nvSpPr>
          <p:spPr>
            <a:xfrm>
              <a:off x="6981209" y="9388115"/>
              <a:ext cx="2265448" cy="372539"/>
            </a:xfrm>
            <a:prstGeom prst="rect">
              <a:avLst/>
            </a:prstGeom>
            <a:noFill/>
            <a:ln/>
          </p:spPr>
          <p:txBody>
            <a:bodyPr wrap="none" lIns="72000" tIns="0" rIns="72000" bIns="0" rtlCol="0" anchor="ctr" anchorCtr="0">
              <a:noAutofit/>
            </a:bodyPr>
            <a:lstStyle/>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600,000</a:t>
              </a:r>
            </a:p>
          </p:txBody>
        </p:sp>
        <p:sp>
          <p:nvSpPr>
            <p:cNvPr id="227" name="Shape 7">
              <a:extLst>
                <a:ext uri="{FF2B5EF4-FFF2-40B4-BE49-F238E27FC236}">
                  <a16:creationId xmlns:a16="http://schemas.microsoft.com/office/drawing/2014/main" id="{2E62A571-0970-AF23-C0FB-4DC41AD3F34F}"/>
                </a:ext>
              </a:extLst>
            </p:cNvPr>
            <p:cNvSpPr/>
            <p:nvPr/>
          </p:nvSpPr>
          <p:spPr>
            <a:xfrm>
              <a:off x="1041515" y="9760565"/>
              <a:ext cx="8205142" cy="13607"/>
            </a:xfrm>
            <a:prstGeom prst="rect">
              <a:avLst/>
            </a:prstGeom>
            <a:solidFill>
              <a:srgbClr val="CCCCCC"/>
            </a:solidFill>
            <a:ln/>
          </p:spPr>
        </p:sp>
        <p:sp>
          <p:nvSpPr>
            <p:cNvPr id="10" name="Shape 7">
              <a:extLst>
                <a:ext uri="{FF2B5EF4-FFF2-40B4-BE49-F238E27FC236}">
                  <a16:creationId xmlns:a16="http://schemas.microsoft.com/office/drawing/2014/main" id="{E8E2D98D-5F6C-649A-ED6E-6E77FD32A196}"/>
                </a:ext>
              </a:extLst>
            </p:cNvPr>
            <p:cNvSpPr/>
            <p:nvPr/>
          </p:nvSpPr>
          <p:spPr>
            <a:xfrm>
              <a:off x="1041515" y="8629095"/>
              <a:ext cx="8205142" cy="13607"/>
            </a:xfrm>
            <a:prstGeom prst="rect">
              <a:avLst/>
            </a:prstGeom>
            <a:solidFill>
              <a:srgbClr val="2498BD"/>
            </a:solidFill>
            <a:ln/>
          </p:spPr>
        </p:sp>
        <p:sp>
          <p:nvSpPr>
            <p:cNvPr id="11" name="TextBox 10">
              <a:extLst>
                <a:ext uri="{FF2B5EF4-FFF2-40B4-BE49-F238E27FC236}">
                  <a16:creationId xmlns:a16="http://schemas.microsoft.com/office/drawing/2014/main" id="{7A8EEF80-0B91-1E5C-2211-2F5E6CBE6BF9}"/>
                </a:ext>
              </a:extLst>
            </p:cNvPr>
            <p:cNvSpPr txBox="1"/>
            <p:nvPr/>
          </p:nvSpPr>
          <p:spPr>
            <a:xfrm>
              <a:off x="930580" y="8302340"/>
              <a:ext cx="694421" cy="369332"/>
            </a:xfrm>
            <a:prstGeom prst="rect">
              <a:avLst/>
            </a:prstGeom>
            <a:noFill/>
          </p:spPr>
          <p:txBody>
            <a:bodyPr wrap="none" rtlCol="0" anchor="ctr" anchorCtr="0">
              <a:spAutoFit/>
            </a:bodyPr>
            <a:lstStyle/>
            <a:p>
              <a:r>
                <a:rPr lang="en-US" altLang="ko-KR" dirty="0">
                  <a:latin typeface="신세계 SemiBold" panose="02000300000000000000" pitchFamily="50" charset="-127"/>
                  <a:ea typeface="신세계 SemiBold" panose="02000300000000000000" pitchFamily="50" charset="-127"/>
                  <a:cs typeface="Sinsegye" pitchFamily="34" charset="-120"/>
                </a:rPr>
                <a:t>ECM</a:t>
              </a:r>
              <a:endParaRPr lang="ko-KR" altLang="en-US" dirty="0">
                <a:latin typeface="신세계 SemiBold" panose="02000300000000000000" pitchFamily="50" charset="-127"/>
                <a:ea typeface="신세계 SemiBold" panose="02000300000000000000" pitchFamily="50" charset="-127"/>
                <a:cs typeface="Sinsegye" pitchFamily="34" charset="-120"/>
              </a:endParaRPr>
            </a:p>
          </p:txBody>
        </p:sp>
      </p:grpSp>
      <p:sp>
        <p:nvSpPr>
          <p:cNvPr id="4" name="Shape 7">
            <a:extLst>
              <a:ext uri="{FF2B5EF4-FFF2-40B4-BE49-F238E27FC236}">
                <a16:creationId xmlns:a16="http://schemas.microsoft.com/office/drawing/2014/main" id="{409CBCEA-7DD9-42D8-50E1-0F969FD18F6F}"/>
              </a:ext>
            </a:extLst>
          </p:cNvPr>
          <p:cNvSpPr/>
          <p:nvPr/>
        </p:nvSpPr>
        <p:spPr>
          <a:xfrm>
            <a:off x="1044691" y="4581004"/>
            <a:ext cx="8205142" cy="13607"/>
          </a:xfrm>
          <a:prstGeom prst="rect">
            <a:avLst/>
          </a:prstGeom>
          <a:solidFill>
            <a:srgbClr val="CCCCCC"/>
          </a:solidFill>
          <a:ln/>
        </p:spPr>
      </p:sp>
      <p:sp>
        <p:nvSpPr>
          <p:cNvPr id="12" name="Text 11">
            <a:extLst>
              <a:ext uri="{FF2B5EF4-FFF2-40B4-BE49-F238E27FC236}">
                <a16:creationId xmlns:a16="http://schemas.microsoft.com/office/drawing/2014/main" id="{BFF8BED7-0C66-E698-3878-3A1F140944A1}"/>
              </a:ext>
            </a:extLst>
          </p:cNvPr>
          <p:cNvSpPr/>
          <p:nvPr/>
        </p:nvSpPr>
        <p:spPr>
          <a:xfrm>
            <a:off x="1037167" y="4214408"/>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EXOXE（2.5cc）</a:t>
            </a:r>
          </a:p>
        </p:txBody>
      </p:sp>
      <p:sp>
        <p:nvSpPr>
          <p:cNvPr id="16" name="Text 15">
            <a:extLst>
              <a:ext uri="{FF2B5EF4-FFF2-40B4-BE49-F238E27FC236}">
                <a16:creationId xmlns:a16="http://schemas.microsoft.com/office/drawing/2014/main" id="{3695BD39-EA57-CE40-19BC-5B55206D6F4E}"/>
              </a:ext>
            </a:extLst>
          </p:cNvPr>
          <p:cNvSpPr/>
          <p:nvPr/>
        </p:nvSpPr>
        <p:spPr>
          <a:xfrm>
            <a:off x="6973685" y="4215879"/>
            <a:ext cx="2265448" cy="372539"/>
          </a:xfrm>
          <a:prstGeom prst="rect">
            <a:avLst/>
          </a:prstGeom>
          <a:noFill/>
          <a:ln/>
        </p:spPr>
        <p:txBody>
          <a:bodyPr wrap="none" lIns="72000" tIns="0" rIns="72000" bIns="0" rtlCol="0" anchor="ctr" anchorCtr="0">
            <a:noAutofit/>
          </a:bodyPr>
          <a:lstStyle/>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300,000</a:t>
            </a:r>
          </a:p>
        </p:txBody>
      </p:sp>
      <p:sp>
        <p:nvSpPr>
          <p:cNvPr id="18" name="Shape 7">
            <a:extLst>
              <a:ext uri="{FF2B5EF4-FFF2-40B4-BE49-F238E27FC236}">
                <a16:creationId xmlns:a16="http://schemas.microsoft.com/office/drawing/2014/main" id="{A1749155-27DC-F16E-18B0-ABFA466792EE}"/>
              </a:ext>
            </a:extLst>
          </p:cNvPr>
          <p:cNvSpPr/>
          <p:nvPr/>
        </p:nvSpPr>
        <p:spPr>
          <a:xfrm>
            <a:off x="1040400" y="13010400"/>
            <a:ext cx="8205142" cy="13607"/>
          </a:xfrm>
          <a:prstGeom prst="rect">
            <a:avLst/>
          </a:prstGeom>
          <a:solidFill>
            <a:srgbClr val="CCCCCC"/>
          </a:solidFill>
          <a:ln/>
        </p:spPr>
      </p:sp>
      <p:sp>
        <p:nvSpPr>
          <p:cNvPr id="20" name="Text 11">
            <a:extLst>
              <a:ext uri="{FF2B5EF4-FFF2-40B4-BE49-F238E27FC236}">
                <a16:creationId xmlns:a16="http://schemas.microsoft.com/office/drawing/2014/main" id="{2D3A9D47-91CF-5657-A8EC-CC373B163B5E}"/>
              </a:ext>
            </a:extLst>
          </p:cNvPr>
          <p:cNvSpPr/>
          <p:nvPr/>
        </p:nvSpPr>
        <p:spPr>
          <a:xfrm>
            <a:off x="1036800" y="12628800"/>
            <a:ext cx="5936518"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ダーマシャイン チップ追加</a:t>
            </a:r>
            <a:endParaRPr lang="en-US" altLang="ko-KR" sz="1000" dirty="0">
              <a:latin typeface="신세계 Regular" panose="02000300000000000000" pitchFamily="50" charset="-127"/>
              <a:ea typeface="신세계 Regular" panose="02000300000000000000" pitchFamily="50" charset="-127"/>
            </a:endParaRPr>
          </a:p>
        </p:txBody>
      </p:sp>
      <p:sp>
        <p:nvSpPr>
          <p:cNvPr id="22" name="Text 11">
            <a:extLst>
              <a:ext uri="{FF2B5EF4-FFF2-40B4-BE49-F238E27FC236}">
                <a16:creationId xmlns:a16="http://schemas.microsoft.com/office/drawing/2014/main" id="{CC1C6413-C780-3824-E4F5-50F7D3D1FB1A}"/>
              </a:ext>
            </a:extLst>
          </p:cNvPr>
          <p:cNvSpPr/>
          <p:nvPr/>
        </p:nvSpPr>
        <p:spPr>
          <a:xfrm>
            <a:off x="1036800" y="13021200"/>
            <a:ext cx="5936518"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ポテンツァ ポンピングチップ追加</a:t>
            </a:r>
            <a:endParaRPr lang="ko-KR" altLang="en-US" sz="1000" dirty="0">
              <a:solidFill>
                <a:srgbClr val="6E6E6E"/>
              </a:solidFill>
              <a:latin typeface="신세계 Regular" panose="02000300000000000000" pitchFamily="50" charset="-127"/>
              <a:ea typeface="신세계 Regular" panose="02000300000000000000" pitchFamily="50" charset="-127"/>
              <a:cs typeface="Arial" pitchFamily="34" charset="-120"/>
            </a:endParaRPr>
          </a:p>
        </p:txBody>
      </p:sp>
      <p:sp>
        <p:nvSpPr>
          <p:cNvPr id="24" name="Text 15">
            <a:extLst>
              <a:ext uri="{FF2B5EF4-FFF2-40B4-BE49-F238E27FC236}">
                <a16:creationId xmlns:a16="http://schemas.microsoft.com/office/drawing/2014/main" id="{944B1EA8-48BF-4318-32BE-3E6103681DB4}"/>
              </a:ext>
            </a:extLst>
          </p:cNvPr>
          <p:cNvSpPr/>
          <p:nvPr/>
        </p:nvSpPr>
        <p:spPr>
          <a:xfrm>
            <a:off x="8463600" y="12708000"/>
            <a:ext cx="776422" cy="215444"/>
          </a:xfrm>
          <a:prstGeom prst="rect">
            <a:avLst/>
          </a:prstGeom>
          <a:noFill/>
          <a:ln/>
        </p:spPr>
        <p:txBody>
          <a:bodyPr wrap="none" lIns="0" tIns="0" rIns="72000" bIns="0" rtlCol="0" anchor="ctr" anchorCtr="0">
            <a:sp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100,000</a:t>
            </a:r>
          </a:p>
        </p:txBody>
      </p:sp>
      <p:sp>
        <p:nvSpPr>
          <p:cNvPr id="26" name="Text 15">
            <a:extLst>
              <a:ext uri="{FF2B5EF4-FFF2-40B4-BE49-F238E27FC236}">
                <a16:creationId xmlns:a16="http://schemas.microsoft.com/office/drawing/2014/main" id="{190CC9D7-F9F0-2243-0DB3-2B47C9DE70B5}"/>
              </a:ext>
            </a:extLst>
          </p:cNvPr>
          <p:cNvSpPr/>
          <p:nvPr/>
        </p:nvSpPr>
        <p:spPr>
          <a:xfrm>
            <a:off x="8470800" y="13100400"/>
            <a:ext cx="766804" cy="215444"/>
          </a:xfrm>
          <a:prstGeom prst="rect">
            <a:avLst/>
          </a:prstGeom>
          <a:noFill/>
          <a:ln/>
        </p:spPr>
        <p:txBody>
          <a:bodyPr wrap="none" lIns="0" tIns="0" rIns="72000" bIns="0" rtlCol="0" anchor="ctr" anchorCtr="0">
            <a:spAutoFit/>
          </a:bodyPr>
          <a:lstStyle/>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25</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8" name="Shape 7">
            <a:extLst>
              <a:ext uri="{FF2B5EF4-FFF2-40B4-BE49-F238E27FC236}">
                <a16:creationId xmlns:a16="http://schemas.microsoft.com/office/drawing/2014/main" id="{23F3B31E-F2DF-D2ED-63D8-7AC9020A30D8}"/>
              </a:ext>
            </a:extLst>
          </p:cNvPr>
          <p:cNvSpPr/>
          <p:nvPr/>
        </p:nvSpPr>
        <p:spPr>
          <a:xfrm>
            <a:off x="1040400" y="13395600"/>
            <a:ext cx="8205142" cy="13607"/>
          </a:xfrm>
          <a:prstGeom prst="rect">
            <a:avLst/>
          </a:prstGeom>
          <a:solidFill>
            <a:srgbClr val="CCCCCC"/>
          </a:solidFill>
          <a:ln/>
        </p:spPr>
      </p:sp>
      <p:sp>
        <p:nvSpPr>
          <p:cNvPr id="263" name="TextBox 235">
            <a:extLst>
              <a:ext uri="{FF2B5EF4-FFF2-40B4-BE49-F238E27FC236}">
                <a16:creationId xmlns:a16="http://schemas.microsoft.com/office/drawing/2014/main" id="{32CA14B1-54B8-5317-9EF6-3B8290F7C2FF}"/>
              </a:ext>
            </a:extLst>
          </p:cNvPr>
          <p:cNvSpPr txBox="1"/>
          <p:nvPr/>
        </p:nvSpPr>
        <p:spPr>
          <a:xfrm>
            <a:off x="1029600" y="12290400"/>
            <a:ext cx="1362456" cy="369332"/>
          </a:xfrm>
          <a:prstGeom prst="rect">
            <a:avLst/>
          </a:prstGeom>
          <a:noFill/>
        </p:spPr>
        <p:txBody>
          <a:bodyPr wrap="none" rtlCol="0" anchor="ctr" anchorCtr="0">
            <a:spAutoFit/>
          </a:bodyPr>
          <a:lstStyle/>
          <a:p>
            <a:pPr algn="l"/>
            <a:r>
              <a:rPr lang="ja-JP" dirty="0">
                <a:latin typeface="Noto Serif JP SemiBold"/>
                <a:ea typeface="Noto Serif JP SemiBold"/>
                <a:cs typeface="Sinsegye" pitchFamily="34" charset="-120"/>
              </a:rPr>
              <a:t>チップ追加</a:t>
            </a:r>
          </a:p>
        </p:txBody>
      </p:sp>
      <p:sp>
        <p:nvSpPr>
          <p:cNvPr id="264" name="Shape 7">
            <a:extLst>
              <a:ext uri="{FF2B5EF4-FFF2-40B4-BE49-F238E27FC236}">
                <a16:creationId xmlns:a16="http://schemas.microsoft.com/office/drawing/2014/main" id="{C6DDB5FC-9968-D5D3-1DCE-997CC7C67F02}"/>
              </a:ext>
            </a:extLst>
          </p:cNvPr>
          <p:cNvSpPr/>
          <p:nvPr/>
        </p:nvSpPr>
        <p:spPr>
          <a:xfrm>
            <a:off x="1040400" y="12618000"/>
            <a:ext cx="8205142" cy="13607"/>
          </a:xfrm>
          <a:prstGeom prst="rect">
            <a:avLst/>
          </a:prstGeom>
          <a:solidFill>
            <a:srgbClr val="2498BD"/>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6" name="Text 3"/>
          <p:cNvSpPr/>
          <p:nvPr/>
        </p:nvSpPr>
        <p:spPr>
          <a:xfrm>
            <a:off x="-514350" y="863193"/>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MEDICAL SKINCARE</a:t>
            </a:r>
            <a:endParaRPr lang="en-US" sz="1050" dirty="0">
              <a:latin typeface="신세계 Regular" panose="02000300000000000000" pitchFamily="50" charset="-127"/>
              <a:ea typeface="신세계 Regular" panose="02000300000000000000" pitchFamily="50" charset="-127"/>
            </a:endParaRPr>
          </a:p>
        </p:txBody>
      </p:sp>
      <p:sp>
        <p:nvSpPr>
          <p:cNvPr id="7" name="Text 4"/>
          <p:cNvSpPr/>
          <p:nvPr/>
        </p:nvSpPr>
        <p:spPr>
          <a:xfrm>
            <a:off x="-514350" y="1064536"/>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2741" b="1" kern="0" spc="-63" dirty="0">
                <a:solidFill>
                  <a:srgbClr val="2498BD"/>
                </a:solidFill>
                <a:latin typeface="Noto Serif JP SemiBold"/>
                <a:ea typeface="Noto Serif JP SemiBold"/>
                <a:cs typeface="Sinsegye" pitchFamily="34" charset="-120"/>
              </a:rPr>
              <a:t>メディカルスキンケア</a:t>
            </a:r>
            <a:endParaRPr lang="en-US" sz="3150" dirty="0">
              <a:latin typeface="신세계 Regular" panose="02000300000000000000" pitchFamily="50" charset="-127"/>
              <a:ea typeface="신세계 Regular" panose="02000300000000000000" pitchFamily="50" charset="-127"/>
            </a:endParaRPr>
          </a:p>
        </p:txBody>
      </p:sp>
      <p:sp>
        <p:nvSpPr>
          <p:cNvPr id="8" name="Text 5"/>
          <p:cNvSpPr/>
          <p:nvPr/>
        </p:nvSpPr>
        <p:spPr>
          <a:xfrm>
            <a:off x="-514350" y="1538022"/>
            <a:ext cx="11315700" cy="276225"/>
          </a:xfrm>
          <a:prstGeom prst="rect">
            <a:avLst/>
          </a:prstGeom>
          <a:noFill/>
          <a:ln/>
        </p:spPr>
        <p:txBody>
          <a:bodyPr wrap="square" lIns="25400" tIns="25400" rIns="25400" bIns="25400" rtlCol="0" anchor="t">
            <a:normAutofit/>
          </a:bodyPr>
          <a:lstStyle/>
          <a:p>
            <a:pPr marL="0" indent="0" algn="ctr">
              <a:buNone/>
            </a:pPr>
            <a:r>
              <a:rPr lang="ja-JP" sz="1275" dirty="0">
                <a:solidFill>
                  <a:srgbClr val="6E6E6E"/>
                </a:solidFill>
                <a:latin typeface="Noto Serif JP SemiBold"/>
                <a:ea typeface="Noto Serif JP SemiBold"/>
                <a:cs typeface="Arial" pitchFamily="34" charset="-120"/>
              </a:rPr>
              <a:t>セラミークが提案するメディカル肌管理</a:t>
            </a:r>
            <a:endParaRPr lang="en-US" sz="1275" dirty="0">
              <a:latin typeface="신세계 Regular" panose="02000300000000000000" pitchFamily="50" charset="-127"/>
              <a:ea typeface="신세계 Regular" panose="02000300000000000000" pitchFamily="50" charset="-127"/>
            </a:endParaRPr>
          </a:p>
        </p:txBody>
      </p:sp>
      <p:sp>
        <p:nvSpPr>
          <p:cNvPr id="9" name="Text 96">
            <a:extLst>
              <a:ext uri="{FF2B5EF4-FFF2-40B4-BE49-F238E27FC236}">
                <a16:creationId xmlns:a16="http://schemas.microsoft.com/office/drawing/2014/main" id="{9FBF630D-5C4D-0E3A-FE6B-8DFD553C0E1D}"/>
              </a:ext>
            </a:extLst>
          </p:cNvPr>
          <p:cNvSpPr/>
          <p:nvPr/>
        </p:nvSpPr>
        <p:spPr>
          <a:xfrm>
            <a:off x="529167" y="13503293"/>
            <a:ext cx="9237133" cy="187694"/>
          </a:xfrm>
          <a:prstGeom prst="rect">
            <a:avLst/>
          </a:prstGeom>
          <a:noFill/>
          <a:ln/>
        </p:spPr>
        <p:txBody>
          <a:bodyPr wrap="square" lIns="25400" tIns="25400" rIns="514800" bIns="25400" rtlCol="0" anchor="t">
            <a:normAutofit fontScale="92500" lnSpcReduction="10000"/>
          </a:bodyPr>
          <a:lstStyle/>
          <a:p>
            <a:pPr marL="0" indent="0" algn="r">
              <a:buNone/>
            </a:pPr>
            <a:r>
              <a:rPr lang="ja-JP" sz="906" dirty="0">
                <a:solidFill>
                  <a:srgbClr val="6E6E6E"/>
                </a:solidFill>
                <a:latin typeface="Noto Serif JP SemiBold"/>
                <a:ea typeface="Noto Serif JP SemiBold"/>
                <a:cs typeface="GC 16 Mono" pitchFamily="34" charset="-120"/>
              </a:rPr>
              <a:t>* 税別価格（10％）</a:t>
            </a:r>
            <a:endParaRPr lang="en-US" sz="1013" dirty="0">
              <a:latin typeface="신세계 Regular" panose="02000300000000000000" pitchFamily="50" charset="-127"/>
              <a:ea typeface="신세계 Regular" panose="02000300000000000000" pitchFamily="50" charset="-127"/>
            </a:endParaRPr>
          </a:p>
        </p:txBody>
      </p:sp>
      <p:grpSp>
        <p:nvGrpSpPr>
          <p:cNvPr id="252" name="그룹 251">
            <a:extLst>
              <a:ext uri="{FF2B5EF4-FFF2-40B4-BE49-F238E27FC236}">
                <a16:creationId xmlns:a16="http://schemas.microsoft.com/office/drawing/2014/main" id="{27FEB013-83EA-3243-3708-082B8D83AEE1}"/>
              </a:ext>
            </a:extLst>
          </p:cNvPr>
          <p:cNvGrpSpPr/>
          <p:nvPr/>
        </p:nvGrpSpPr>
        <p:grpSpPr>
          <a:xfrm>
            <a:off x="930580" y="2720019"/>
            <a:ext cx="8316077" cy="4124371"/>
            <a:chOff x="930580" y="2720019"/>
            <a:chExt cx="8316077" cy="4124371"/>
          </a:xfrm>
        </p:grpSpPr>
        <p:sp>
          <p:nvSpPr>
            <p:cNvPr id="133" name="TextBox 132">
              <a:extLst>
                <a:ext uri="{FF2B5EF4-FFF2-40B4-BE49-F238E27FC236}">
                  <a16:creationId xmlns:a16="http://schemas.microsoft.com/office/drawing/2014/main" id="{19A0ECF7-C560-E851-FD4C-E224DF0F46DE}"/>
                </a:ext>
              </a:extLst>
            </p:cNvPr>
            <p:cNvSpPr txBox="1"/>
            <p:nvPr/>
          </p:nvSpPr>
          <p:spPr>
            <a:xfrm>
              <a:off x="930580" y="2720019"/>
              <a:ext cx="3308441"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クレンジング &amp; デイリーケア</a:t>
              </a:r>
            </a:p>
          </p:txBody>
        </p:sp>
        <p:sp>
          <p:nvSpPr>
            <p:cNvPr id="155" name="Text 11">
              <a:extLst>
                <a:ext uri="{FF2B5EF4-FFF2-40B4-BE49-F238E27FC236}">
                  <a16:creationId xmlns:a16="http://schemas.microsoft.com/office/drawing/2014/main" id="{1CE06990-7F3E-7D9F-B2EB-8E2E6C46FDD3}"/>
                </a:ext>
              </a:extLst>
            </p:cNvPr>
            <p:cNvSpPr/>
            <p:nvPr/>
          </p:nvSpPr>
          <p:spPr>
            <a:xfrm>
              <a:off x="1044691" y="3057438"/>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アクアピール（1/2/3段階）</a:t>
              </a:r>
            </a:p>
            <a:p>
              <a:r>
                <a:rPr lang="ja-JP" sz="1000" dirty="0">
                  <a:solidFill>
                    <a:srgbClr val="555555"/>
                  </a:solidFill>
                  <a:latin typeface="Noto Serif JP SemiBold"/>
                  <a:ea typeface="Noto Serif JP SemiBold"/>
                  <a:cs typeface="Arial" pitchFamily="34" charset="-120"/>
                </a:rPr>
                <a:t>毛穴の汚れ・皮脂除去＋水分・栄養補給</a:t>
              </a:r>
            </a:p>
          </p:txBody>
        </p:sp>
        <p:sp>
          <p:nvSpPr>
            <p:cNvPr id="157" name="Text 15">
              <a:extLst>
                <a:ext uri="{FF2B5EF4-FFF2-40B4-BE49-F238E27FC236}">
                  <a16:creationId xmlns:a16="http://schemas.microsoft.com/office/drawing/2014/main" id="{D9F2D14D-B5FF-FA6A-ADCE-C94714205D86}"/>
                </a:ext>
              </a:extLst>
            </p:cNvPr>
            <p:cNvSpPr/>
            <p:nvPr/>
          </p:nvSpPr>
          <p:spPr>
            <a:xfrm>
              <a:off x="7924510" y="3058909"/>
              <a:ext cx="1322146"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1回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69,000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5回</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299,000</a:t>
              </a:r>
              <a:endParaRPr lang="en-US" altLang="ko-KR" sz="1400" dirty="0">
                <a:latin typeface="신세계 Bold" panose="02000300000000000000" pitchFamily="50" charset="-127"/>
                <a:ea typeface="신세계 Bold" panose="02000300000000000000" pitchFamily="50" charset="-127"/>
              </a:endParaRPr>
            </a:p>
          </p:txBody>
        </p:sp>
        <p:sp>
          <p:nvSpPr>
            <p:cNvPr id="151" name="Text 11">
              <a:extLst>
                <a:ext uri="{FF2B5EF4-FFF2-40B4-BE49-F238E27FC236}">
                  <a16:creationId xmlns:a16="http://schemas.microsoft.com/office/drawing/2014/main" id="{777ACBC6-E80F-3D93-2C66-9978C9601491}"/>
                </a:ext>
              </a:extLst>
            </p:cNvPr>
            <p:cNvSpPr/>
            <p:nvPr/>
          </p:nvSpPr>
          <p:spPr>
            <a:xfrm>
              <a:off x="1044691" y="3642204"/>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クライオ鎮静管理</a:t>
              </a:r>
            </a:p>
            <a:p>
              <a:r>
                <a:rPr lang="ja-JP" sz="1000" dirty="0">
                  <a:solidFill>
                    <a:srgbClr val="555555"/>
                  </a:solidFill>
                  <a:latin typeface="Noto Serif JP SemiBold"/>
                  <a:ea typeface="Noto Serif JP SemiBold"/>
                  <a:cs typeface="Arial" pitchFamily="34" charset="-120"/>
                </a:rPr>
                <a:t>急速クーリング — 赤み・腫れの鎮静</a:t>
              </a:r>
            </a:p>
          </p:txBody>
        </p:sp>
        <p:sp>
          <p:nvSpPr>
            <p:cNvPr id="147" name="Shape 7">
              <a:extLst>
                <a:ext uri="{FF2B5EF4-FFF2-40B4-BE49-F238E27FC236}">
                  <a16:creationId xmlns:a16="http://schemas.microsoft.com/office/drawing/2014/main" id="{071FB9FE-C029-C79B-79AD-1C09B4193E3A}"/>
                </a:ext>
              </a:extLst>
            </p:cNvPr>
            <p:cNvSpPr/>
            <p:nvPr/>
          </p:nvSpPr>
          <p:spPr>
            <a:xfrm>
              <a:off x="1041515" y="3046774"/>
              <a:ext cx="8205142" cy="13607"/>
            </a:xfrm>
            <a:prstGeom prst="rect">
              <a:avLst/>
            </a:prstGeom>
            <a:solidFill>
              <a:srgbClr val="2498BD"/>
            </a:solidFill>
            <a:ln/>
          </p:spPr>
        </p:sp>
        <p:sp>
          <p:nvSpPr>
            <p:cNvPr id="148" name="Shape 7">
              <a:extLst>
                <a:ext uri="{FF2B5EF4-FFF2-40B4-BE49-F238E27FC236}">
                  <a16:creationId xmlns:a16="http://schemas.microsoft.com/office/drawing/2014/main" id="{EAAF6A05-5BF7-F5F9-A179-6F498F75EBD1}"/>
                </a:ext>
              </a:extLst>
            </p:cNvPr>
            <p:cNvSpPr/>
            <p:nvPr/>
          </p:nvSpPr>
          <p:spPr>
            <a:xfrm>
              <a:off x="1041515" y="3630790"/>
              <a:ext cx="8205142" cy="13607"/>
            </a:xfrm>
            <a:prstGeom prst="rect">
              <a:avLst/>
            </a:prstGeom>
            <a:solidFill>
              <a:srgbClr val="CCCCCC"/>
            </a:solidFill>
            <a:ln/>
          </p:spPr>
        </p:sp>
        <p:sp>
          <p:nvSpPr>
            <p:cNvPr id="149" name="Shape 7">
              <a:extLst>
                <a:ext uri="{FF2B5EF4-FFF2-40B4-BE49-F238E27FC236}">
                  <a16:creationId xmlns:a16="http://schemas.microsoft.com/office/drawing/2014/main" id="{8FAE98C2-1F8A-B8C7-60BF-0E9C4744BE31}"/>
                </a:ext>
              </a:extLst>
            </p:cNvPr>
            <p:cNvSpPr/>
            <p:nvPr/>
          </p:nvSpPr>
          <p:spPr>
            <a:xfrm>
              <a:off x="1041515" y="4213673"/>
              <a:ext cx="8205142" cy="13607"/>
            </a:xfrm>
            <a:prstGeom prst="rect">
              <a:avLst/>
            </a:prstGeom>
            <a:solidFill>
              <a:srgbClr val="CCCCCC"/>
            </a:solidFill>
            <a:ln/>
          </p:spPr>
        </p:sp>
        <p:sp>
          <p:nvSpPr>
            <p:cNvPr id="150" name="Shape 7">
              <a:extLst>
                <a:ext uri="{FF2B5EF4-FFF2-40B4-BE49-F238E27FC236}">
                  <a16:creationId xmlns:a16="http://schemas.microsoft.com/office/drawing/2014/main" id="{398D9EF1-9BB9-71B8-58B0-4697BB5AF3F4}"/>
                </a:ext>
              </a:extLst>
            </p:cNvPr>
            <p:cNvSpPr/>
            <p:nvPr/>
          </p:nvSpPr>
          <p:spPr>
            <a:xfrm>
              <a:off x="1041515" y="4798096"/>
              <a:ext cx="8205142" cy="13607"/>
            </a:xfrm>
            <a:prstGeom prst="rect">
              <a:avLst/>
            </a:prstGeom>
            <a:solidFill>
              <a:srgbClr val="CCCCCC"/>
            </a:solidFill>
            <a:ln/>
          </p:spPr>
        </p:sp>
        <p:sp>
          <p:nvSpPr>
            <p:cNvPr id="143" name="Text 11">
              <a:extLst>
                <a:ext uri="{FF2B5EF4-FFF2-40B4-BE49-F238E27FC236}">
                  <a16:creationId xmlns:a16="http://schemas.microsoft.com/office/drawing/2014/main" id="{97411113-E4D2-34A6-F7ED-123889FA2BAD}"/>
                </a:ext>
              </a:extLst>
            </p:cNvPr>
            <p:cNvSpPr/>
            <p:nvPr/>
          </p:nvSpPr>
          <p:spPr>
            <a:xfrm>
              <a:off x="1044691" y="4225527"/>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イオンビタミン美白管理</a:t>
              </a:r>
            </a:p>
            <a:p>
              <a:r>
                <a:rPr lang="ja-JP" sz="1000" dirty="0">
                  <a:solidFill>
                    <a:srgbClr val="555555"/>
                  </a:solidFill>
                  <a:latin typeface="Noto Serif JP SemiBold"/>
                  <a:ea typeface="Noto Serif JP SemiBold"/>
                  <a:cs typeface="Arial" pitchFamily="34" charset="-120"/>
                </a:rPr>
                <a:t>高濃縮イオン化ビタミンCを肌の奥深くへ浸透</a:t>
              </a:r>
            </a:p>
          </p:txBody>
        </p:sp>
        <p:sp>
          <p:nvSpPr>
            <p:cNvPr id="176" name="Text 11">
              <a:extLst>
                <a:ext uri="{FF2B5EF4-FFF2-40B4-BE49-F238E27FC236}">
                  <a16:creationId xmlns:a16="http://schemas.microsoft.com/office/drawing/2014/main" id="{564FA673-C753-1ABC-158F-839D55DED2F6}"/>
                </a:ext>
              </a:extLst>
            </p:cNvPr>
            <p:cNvSpPr/>
            <p:nvPr/>
          </p:nvSpPr>
          <p:spPr>
            <a:xfrm>
              <a:off x="1044691" y="4809325"/>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SONO超音波ケア</a:t>
              </a:r>
            </a:p>
            <a:p>
              <a:r>
                <a:rPr lang="ja-JP" sz="1000" dirty="0">
                  <a:solidFill>
                    <a:srgbClr val="555555"/>
                  </a:solidFill>
                  <a:latin typeface="Noto Serif JP SemiBold"/>
                  <a:ea typeface="Noto Serif JP SemiBold"/>
                  <a:cs typeface="Arial" pitchFamily="34" charset="-120"/>
                </a:rPr>
                <a:t>超音波振動で肌コンディションを安定化</a:t>
              </a:r>
            </a:p>
          </p:txBody>
        </p:sp>
        <p:sp>
          <p:nvSpPr>
            <p:cNvPr id="172" name="Text 11">
              <a:extLst>
                <a:ext uri="{FF2B5EF4-FFF2-40B4-BE49-F238E27FC236}">
                  <a16:creationId xmlns:a16="http://schemas.microsoft.com/office/drawing/2014/main" id="{ED566BC8-7587-3D1D-C231-2D9D3CD288F5}"/>
                </a:ext>
              </a:extLst>
            </p:cNvPr>
            <p:cNvSpPr/>
            <p:nvPr/>
          </p:nvSpPr>
          <p:spPr>
            <a:xfrm>
              <a:off x="1044691" y="5392208"/>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イオンザイム美白ケア</a:t>
              </a:r>
            </a:p>
            <a:p>
              <a:r>
                <a:rPr lang="ja-JP" sz="1000" dirty="0">
                  <a:solidFill>
                    <a:srgbClr val="555555"/>
                  </a:solidFill>
                  <a:latin typeface="Noto Serif JP SemiBold"/>
                  <a:ea typeface="Noto Serif JP SemiBold"/>
                  <a:cs typeface="Arial" pitchFamily="34" charset="-120"/>
                </a:rPr>
                <a:t>微弱電流による保湿 · 鎮静 · 肌質改善</a:t>
              </a:r>
            </a:p>
          </p:txBody>
        </p:sp>
        <p:sp>
          <p:nvSpPr>
            <p:cNvPr id="169" name="Shape 7">
              <a:extLst>
                <a:ext uri="{FF2B5EF4-FFF2-40B4-BE49-F238E27FC236}">
                  <a16:creationId xmlns:a16="http://schemas.microsoft.com/office/drawing/2014/main" id="{1E76A880-25A0-80E3-1F09-BF61725554BB}"/>
                </a:ext>
              </a:extLst>
            </p:cNvPr>
            <p:cNvSpPr/>
            <p:nvPr/>
          </p:nvSpPr>
          <p:spPr>
            <a:xfrm>
              <a:off x="1041515" y="5382677"/>
              <a:ext cx="8205142" cy="13607"/>
            </a:xfrm>
            <a:prstGeom prst="rect">
              <a:avLst/>
            </a:prstGeom>
            <a:solidFill>
              <a:srgbClr val="CCCCCC"/>
            </a:solidFill>
            <a:ln/>
          </p:spPr>
        </p:sp>
        <p:sp>
          <p:nvSpPr>
            <p:cNvPr id="170" name="Shape 7">
              <a:extLst>
                <a:ext uri="{FF2B5EF4-FFF2-40B4-BE49-F238E27FC236}">
                  <a16:creationId xmlns:a16="http://schemas.microsoft.com/office/drawing/2014/main" id="{AC3FD692-FD84-6F02-64E2-258EB9C981FB}"/>
                </a:ext>
              </a:extLst>
            </p:cNvPr>
            <p:cNvSpPr/>
            <p:nvPr/>
          </p:nvSpPr>
          <p:spPr>
            <a:xfrm>
              <a:off x="1041515" y="5965560"/>
              <a:ext cx="8205142" cy="13607"/>
            </a:xfrm>
            <a:prstGeom prst="rect">
              <a:avLst/>
            </a:prstGeom>
            <a:solidFill>
              <a:srgbClr val="CCCCCC"/>
            </a:solidFill>
            <a:ln/>
          </p:spPr>
        </p:sp>
        <p:sp>
          <p:nvSpPr>
            <p:cNvPr id="171" name="Shape 7">
              <a:extLst>
                <a:ext uri="{FF2B5EF4-FFF2-40B4-BE49-F238E27FC236}">
                  <a16:creationId xmlns:a16="http://schemas.microsoft.com/office/drawing/2014/main" id="{3822DEB2-4E6E-B3A1-975F-41D1FEB87A7A}"/>
                </a:ext>
              </a:extLst>
            </p:cNvPr>
            <p:cNvSpPr/>
            <p:nvPr/>
          </p:nvSpPr>
          <p:spPr>
            <a:xfrm>
              <a:off x="1041515" y="6549983"/>
              <a:ext cx="8205142" cy="13607"/>
            </a:xfrm>
            <a:prstGeom prst="rect">
              <a:avLst/>
            </a:prstGeom>
            <a:solidFill>
              <a:srgbClr val="CCCCCC"/>
            </a:solidFill>
            <a:ln/>
          </p:spPr>
        </p:sp>
        <p:sp>
          <p:nvSpPr>
            <p:cNvPr id="164" name="Text 11">
              <a:extLst>
                <a:ext uri="{FF2B5EF4-FFF2-40B4-BE49-F238E27FC236}">
                  <a16:creationId xmlns:a16="http://schemas.microsoft.com/office/drawing/2014/main" id="{07DD6227-3C12-67FB-C815-078F8F4DB919}"/>
                </a:ext>
              </a:extLst>
            </p:cNvPr>
            <p:cNvSpPr/>
            <p:nvPr/>
          </p:nvSpPr>
          <p:spPr>
            <a:xfrm>
              <a:off x="1044691" y="5976276"/>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イオンザイム＋SONOケア</a:t>
              </a:r>
            </a:p>
            <a:p>
              <a:r>
                <a:rPr lang="ja-JP" sz="1000" dirty="0">
                  <a:solidFill>
                    <a:srgbClr val="555555"/>
                  </a:solidFill>
                  <a:latin typeface="Noto Serif JP SemiBold"/>
                  <a:ea typeface="Noto Serif JP SemiBold"/>
                  <a:cs typeface="Arial" pitchFamily="34" charset="-120"/>
                </a:rPr>
                <a:t>肌コンディション安定化 · 肌質改善</a:t>
              </a:r>
            </a:p>
          </p:txBody>
        </p:sp>
        <p:sp>
          <p:nvSpPr>
            <p:cNvPr id="180" name="Text 15">
              <a:extLst>
                <a:ext uri="{FF2B5EF4-FFF2-40B4-BE49-F238E27FC236}">
                  <a16:creationId xmlns:a16="http://schemas.microsoft.com/office/drawing/2014/main" id="{483A027F-54CC-D211-BCF4-61BB49AEAB5B}"/>
                </a:ext>
              </a:extLst>
            </p:cNvPr>
            <p:cNvSpPr/>
            <p:nvPr/>
          </p:nvSpPr>
          <p:spPr>
            <a:xfrm>
              <a:off x="7924510" y="3643675"/>
              <a:ext cx="1322146"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1回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69,000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5回</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299,000</a:t>
              </a:r>
              <a:endParaRPr lang="en-US" altLang="ko-KR" sz="1400" dirty="0">
                <a:latin typeface="신세계 Bold" panose="02000300000000000000" pitchFamily="50" charset="-127"/>
                <a:ea typeface="신세계 Bold" panose="02000300000000000000" pitchFamily="50" charset="-127"/>
              </a:endParaRPr>
            </a:p>
          </p:txBody>
        </p:sp>
        <p:sp>
          <p:nvSpPr>
            <p:cNvPr id="181" name="Text 15">
              <a:extLst>
                <a:ext uri="{FF2B5EF4-FFF2-40B4-BE49-F238E27FC236}">
                  <a16:creationId xmlns:a16="http://schemas.microsoft.com/office/drawing/2014/main" id="{9582DA14-1B83-9AA1-3BBA-34BF3E638D78}"/>
                </a:ext>
              </a:extLst>
            </p:cNvPr>
            <p:cNvSpPr/>
            <p:nvPr/>
          </p:nvSpPr>
          <p:spPr>
            <a:xfrm>
              <a:off x="7924510" y="4226998"/>
              <a:ext cx="1322146"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1回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69,000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5回</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299,000</a:t>
              </a:r>
              <a:endParaRPr lang="en-US" altLang="ko-KR" sz="1400" dirty="0">
                <a:latin typeface="신세계 Bold" panose="02000300000000000000" pitchFamily="50" charset="-127"/>
                <a:ea typeface="신세계 Bold" panose="02000300000000000000" pitchFamily="50" charset="-127"/>
              </a:endParaRPr>
            </a:p>
          </p:txBody>
        </p:sp>
        <p:sp>
          <p:nvSpPr>
            <p:cNvPr id="182" name="Text 15">
              <a:extLst>
                <a:ext uri="{FF2B5EF4-FFF2-40B4-BE49-F238E27FC236}">
                  <a16:creationId xmlns:a16="http://schemas.microsoft.com/office/drawing/2014/main" id="{FEA22D18-AD1A-DB29-403F-1E6DC18C7B40}"/>
                </a:ext>
              </a:extLst>
            </p:cNvPr>
            <p:cNvSpPr/>
            <p:nvPr/>
          </p:nvSpPr>
          <p:spPr>
            <a:xfrm>
              <a:off x="7924510" y="4810796"/>
              <a:ext cx="1322146"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1回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69,000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5回</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299,000</a:t>
              </a:r>
              <a:endParaRPr lang="en-US" altLang="ko-KR" sz="1400" dirty="0">
                <a:latin typeface="신세계 Bold" panose="02000300000000000000" pitchFamily="50" charset="-127"/>
                <a:ea typeface="신세계 Bold" panose="02000300000000000000" pitchFamily="50" charset="-127"/>
              </a:endParaRPr>
            </a:p>
          </p:txBody>
        </p:sp>
        <p:sp>
          <p:nvSpPr>
            <p:cNvPr id="183" name="Text 15">
              <a:extLst>
                <a:ext uri="{FF2B5EF4-FFF2-40B4-BE49-F238E27FC236}">
                  <a16:creationId xmlns:a16="http://schemas.microsoft.com/office/drawing/2014/main" id="{4E1526F8-0A06-842F-FAF5-14929F2AC46D}"/>
                </a:ext>
              </a:extLst>
            </p:cNvPr>
            <p:cNvSpPr/>
            <p:nvPr/>
          </p:nvSpPr>
          <p:spPr>
            <a:xfrm>
              <a:off x="7924510" y="5393679"/>
              <a:ext cx="1322146"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1回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69,000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5回</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299,000</a:t>
              </a:r>
              <a:endParaRPr lang="en-US" altLang="ko-KR" sz="1400" dirty="0">
                <a:latin typeface="신세계 Bold" panose="02000300000000000000" pitchFamily="50" charset="-127"/>
                <a:ea typeface="신세계 Bold" panose="02000300000000000000" pitchFamily="50" charset="-127"/>
              </a:endParaRPr>
            </a:p>
          </p:txBody>
        </p:sp>
        <p:sp>
          <p:nvSpPr>
            <p:cNvPr id="184" name="Text 15">
              <a:extLst>
                <a:ext uri="{FF2B5EF4-FFF2-40B4-BE49-F238E27FC236}">
                  <a16:creationId xmlns:a16="http://schemas.microsoft.com/office/drawing/2014/main" id="{D2E5B1CD-9394-BBF1-A55E-D74FB9924E71}"/>
                </a:ext>
              </a:extLst>
            </p:cNvPr>
            <p:cNvSpPr/>
            <p:nvPr/>
          </p:nvSpPr>
          <p:spPr>
            <a:xfrm>
              <a:off x="7924510" y="5977747"/>
              <a:ext cx="1322146"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1回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99,000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5回</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450,000</a:t>
              </a:r>
              <a:endParaRPr lang="en-US" altLang="ko-KR" sz="1400" dirty="0">
                <a:latin typeface="신세계 Bold" panose="02000300000000000000" pitchFamily="50" charset="-127"/>
                <a:ea typeface="신세계 Bold" panose="02000300000000000000" pitchFamily="50" charset="-127"/>
              </a:endParaRPr>
            </a:p>
          </p:txBody>
        </p:sp>
      </p:grpSp>
      <p:grpSp>
        <p:nvGrpSpPr>
          <p:cNvPr id="253" name="그룹 252">
            <a:extLst>
              <a:ext uri="{FF2B5EF4-FFF2-40B4-BE49-F238E27FC236}">
                <a16:creationId xmlns:a16="http://schemas.microsoft.com/office/drawing/2014/main" id="{CE35FB12-CC6A-8F3C-F14D-45852AA4FD64}"/>
              </a:ext>
            </a:extLst>
          </p:cNvPr>
          <p:cNvGrpSpPr/>
          <p:nvPr/>
        </p:nvGrpSpPr>
        <p:grpSpPr>
          <a:xfrm>
            <a:off x="930580" y="6745232"/>
            <a:ext cx="8316077" cy="1358521"/>
            <a:chOff x="930580" y="7115471"/>
            <a:chExt cx="8316077" cy="1358521"/>
          </a:xfrm>
        </p:grpSpPr>
        <p:sp>
          <p:nvSpPr>
            <p:cNvPr id="186" name="Shape 7">
              <a:extLst>
                <a:ext uri="{FF2B5EF4-FFF2-40B4-BE49-F238E27FC236}">
                  <a16:creationId xmlns:a16="http://schemas.microsoft.com/office/drawing/2014/main" id="{5739B7E3-69BB-9F99-DCB2-DD14468D178A}"/>
                </a:ext>
              </a:extLst>
            </p:cNvPr>
            <p:cNvSpPr/>
            <p:nvPr/>
          </p:nvSpPr>
          <p:spPr>
            <a:xfrm>
              <a:off x="1041515" y="7443052"/>
              <a:ext cx="8205142" cy="13607"/>
            </a:xfrm>
            <a:prstGeom prst="rect">
              <a:avLst/>
            </a:prstGeom>
            <a:solidFill>
              <a:srgbClr val="CCCCCC"/>
            </a:solidFill>
            <a:ln/>
          </p:spPr>
        </p:sp>
        <p:sp>
          <p:nvSpPr>
            <p:cNvPr id="190" name="Text 11">
              <a:extLst>
                <a:ext uri="{FF2B5EF4-FFF2-40B4-BE49-F238E27FC236}">
                  <a16:creationId xmlns:a16="http://schemas.microsoft.com/office/drawing/2014/main" id="{7136E984-437D-FEC8-858A-25C555567D65}"/>
                </a:ext>
              </a:extLst>
            </p:cNvPr>
            <p:cNvSpPr/>
            <p:nvPr/>
          </p:nvSpPr>
          <p:spPr>
            <a:xfrm>
              <a:off x="1044692" y="7453338"/>
              <a:ext cx="5247876"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LDM（ウルキン） </a:t>
              </a:r>
            </a:p>
            <a:p>
              <a:r>
                <a:rPr lang="ja-JP" sz="1000" dirty="0">
                  <a:solidFill>
                    <a:srgbClr val="6E6E6E"/>
                  </a:solidFill>
                  <a:latin typeface="Noto Serif JP SemiBold"/>
                  <a:ea typeface="Noto Serif JP SemiBold"/>
                  <a:cs typeface="Arial" pitchFamily="34" charset="-120"/>
                </a:rPr>
                <a:t>3重超音波 — 細胞活性化 · 肌リモデリング · 敏感肌、内出血・むくみ、赤ら顔に効果的</a:t>
              </a:r>
            </a:p>
          </p:txBody>
        </p:sp>
        <p:sp>
          <p:nvSpPr>
            <p:cNvPr id="192" name="Text 15">
              <a:extLst>
                <a:ext uri="{FF2B5EF4-FFF2-40B4-BE49-F238E27FC236}">
                  <a16:creationId xmlns:a16="http://schemas.microsoft.com/office/drawing/2014/main" id="{78F74B78-2BE0-247C-8897-66C6F18F3542}"/>
                </a:ext>
              </a:extLst>
            </p:cNvPr>
            <p:cNvSpPr/>
            <p:nvPr/>
          </p:nvSpPr>
          <p:spPr>
            <a:xfrm>
              <a:off x="7418500" y="7547970"/>
              <a:ext cx="1828156" cy="430887"/>
            </a:xfrm>
            <a:prstGeom prst="rect">
              <a:avLst/>
            </a:prstGeom>
            <a:noFill/>
            <a:ln/>
          </p:spPr>
          <p:txBody>
            <a:bodyPr wrap="none" lIns="0" tIns="0" rIns="72000" bIns="0" rtlCol="0" anchor="ctr" anchorCtr="0">
              <a:spAutoFit/>
            </a:bodyPr>
            <a:lstStyle/>
            <a:p>
              <a:pPr algn="r"/>
              <a:r>
                <a:rPr lang="ja-JP" sz="1200" dirty="0">
                  <a:solidFill>
                    <a:srgbClr val="2498BD"/>
                  </a:solidFill>
                  <a:latin typeface="Noto Serif JP SemiBold"/>
                  <a:ea typeface="Noto Serif JP SemiBold"/>
                  <a:cs typeface="GC 16 Mono" pitchFamily="34" charset="-120"/>
                </a:rPr>
                <a:t xml:space="preserve">1回   （6分）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100,000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1回（12分）</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endParaRPr lang="en-US" altLang="ko-KR" sz="1400" dirty="0">
                <a:latin typeface="신세계 Bold" panose="02000300000000000000" pitchFamily="50" charset="-127"/>
                <a:ea typeface="신세계 Bold" panose="02000300000000000000" pitchFamily="50" charset="-127"/>
              </a:endParaRPr>
            </a:p>
          </p:txBody>
        </p:sp>
        <p:sp>
          <p:nvSpPr>
            <p:cNvPr id="196" name="TextBox 195">
              <a:extLst>
                <a:ext uri="{FF2B5EF4-FFF2-40B4-BE49-F238E27FC236}">
                  <a16:creationId xmlns:a16="http://schemas.microsoft.com/office/drawing/2014/main" id="{6D2E6D09-FEAF-0998-4498-5874F81B0386}"/>
                </a:ext>
              </a:extLst>
            </p:cNvPr>
            <p:cNvSpPr txBox="1"/>
            <p:nvPr/>
          </p:nvSpPr>
          <p:spPr>
            <a:xfrm>
              <a:off x="930580" y="7115471"/>
              <a:ext cx="1834846"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スペシャルケア</a:t>
              </a:r>
            </a:p>
          </p:txBody>
        </p:sp>
        <p:sp>
          <p:nvSpPr>
            <p:cNvPr id="198" name="Shape 7">
              <a:extLst>
                <a:ext uri="{FF2B5EF4-FFF2-40B4-BE49-F238E27FC236}">
                  <a16:creationId xmlns:a16="http://schemas.microsoft.com/office/drawing/2014/main" id="{5161B7A2-8B18-C769-1ED3-5320F029655D}"/>
                </a:ext>
              </a:extLst>
            </p:cNvPr>
            <p:cNvSpPr/>
            <p:nvPr/>
          </p:nvSpPr>
          <p:spPr>
            <a:xfrm>
              <a:off x="1041515" y="8074691"/>
              <a:ext cx="8205142" cy="13607"/>
            </a:xfrm>
            <a:prstGeom prst="rect">
              <a:avLst/>
            </a:prstGeom>
            <a:solidFill>
              <a:srgbClr val="CCCCCC"/>
            </a:solidFill>
            <a:ln/>
          </p:spPr>
        </p:sp>
        <p:sp>
          <p:nvSpPr>
            <p:cNvPr id="200" name="Shape 7">
              <a:extLst>
                <a:ext uri="{FF2B5EF4-FFF2-40B4-BE49-F238E27FC236}">
                  <a16:creationId xmlns:a16="http://schemas.microsoft.com/office/drawing/2014/main" id="{33A3A469-8D4F-42BA-B3F5-DD9215ED028B}"/>
                </a:ext>
              </a:extLst>
            </p:cNvPr>
            <p:cNvSpPr/>
            <p:nvPr/>
          </p:nvSpPr>
          <p:spPr>
            <a:xfrm>
              <a:off x="1041515" y="7442226"/>
              <a:ext cx="8205142" cy="13607"/>
            </a:xfrm>
            <a:prstGeom prst="rect">
              <a:avLst/>
            </a:prstGeom>
            <a:solidFill>
              <a:srgbClr val="2498BD"/>
            </a:solidFill>
            <a:ln/>
          </p:spPr>
        </p:sp>
        <p:sp>
          <p:nvSpPr>
            <p:cNvPr id="202" name="Text 11">
              <a:extLst>
                <a:ext uri="{FF2B5EF4-FFF2-40B4-BE49-F238E27FC236}">
                  <a16:creationId xmlns:a16="http://schemas.microsoft.com/office/drawing/2014/main" id="{F0E39CDE-8BF5-284E-028F-001921E2591B}"/>
                </a:ext>
              </a:extLst>
            </p:cNvPr>
            <p:cNvSpPr/>
            <p:nvPr/>
          </p:nvSpPr>
          <p:spPr>
            <a:xfrm>
              <a:off x="1044691" y="8081962"/>
              <a:ext cx="517195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O2ダーム  </a:t>
              </a:r>
              <a:r>
                <a:rPr lang="ja-JP" sz="1000" dirty="0">
                  <a:solidFill>
                    <a:srgbClr val="6E6E6E"/>
                  </a:solidFill>
                  <a:latin typeface="Noto Serif JP SemiBold"/>
                  <a:ea typeface="Noto Serif JP SemiBold"/>
                  <a:cs typeface="Arial" pitchFamily="34" charset="-120"/>
                </a:rPr>
                <a:t>高濃度酸素・マイナスイオン — 肌再生と鎮静</a:t>
              </a:r>
            </a:p>
          </p:txBody>
        </p:sp>
        <p:sp>
          <p:nvSpPr>
            <p:cNvPr id="204" name="Text 15">
              <a:extLst>
                <a:ext uri="{FF2B5EF4-FFF2-40B4-BE49-F238E27FC236}">
                  <a16:creationId xmlns:a16="http://schemas.microsoft.com/office/drawing/2014/main" id="{B2F4676D-AE5B-2735-D1EF-1352BE2D48D5}"/>
                </a:ext>
              </a:extLst>
            </p:cNvPr>
            <p:cNvSpPr/>
            <p:nvPr/>
          </p:nvSpPr>
          <p:spPr>
            <a:xfrm>
              <a:off x="8304945" y="8161980"/>
              <a:ext cx="942150" cy="215444"/>
            </a:xfrm>
            <a:prstGeom prst="rect">
              <a:avLst/>
            </a:prstGeom>
            <a:noFill/>
            <a:ln/>
          </p:spPr>
          <p:txBody>
            <a:bodyPr wrap="none" lIns="180000" tIns="0" rIns="72000" bIns="0" rtlCol="0" anchor="ctr" anchorCtr="0">
              <a:spAutoFit/>
            </a:bodyPr>
            <a:lstStyle/>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100,000</a:t>
              </a:r>
            </a:p>
          </p:txBody>
        </p:sp>
        <p:sp>
          <p:nvSpPr>
            <p:cNvPr id="206" name="Shape 7">
              <a:extLst>
                <a:ext uri="{FF2B5EF4-FFF2-40B4-BE49-F238E27FC236}">
                  <a16:creationId xmlns:a16="http://schemas.microsoft.com/office/drawing/2014/main" id="{28453F4D-ADB2-29D3-227B-BA898B16E5D3}"/>
                </a:ext>
              </a:extLst>
            </p:cNvPr>
            <p:cNvSpPr/>
            <p:nvPr/>
          </p:nvSpPr>
          <p:spPr>
            <a:xfrm>
              <a:off x="1041515" y="8460385"/>
              <a:ext cx="8205142" cy="13607"/>
            </a:xfrm>
            <a:prstGeom prst="rect">
              <a:avLst/>
            </a:prstGeom>
            <a:solidFill>
              <a:srgbClr val="CCCCCC"/>
            </a:solidFill>
            <a:ln/>
          </p:spPr>
        </p:sp>
      </p:grpSp>
      <p:grpSp>
        <p:nvGrpSpPr>
          <p:cNvPr id="254" name="그룹 253">
            <a:extLst>
              <a:ext uri="{FF2B5EF4-FFF2-40B4-BE49-F238E27FC236}">
                <a16:creationId xmlns:a16="http://schemas.microsoft.com/office/drawing/2014/main" id="{1ACD641D-236A-FC2F-A14A-2049A3627DBF}"/>
              </a:ext>
            </a:extLst>
          </p:cNvPr>
          <p:cNvGrpSpPr/>
          <p:nvPr/>
        </p:nvGrpSpPr>
        <p:grpSpPr>
          <a:xfrm>
            <a:off x="930580" y="8285395"/>
            <a:ext cx="8316077" cy="1496252"/>
            <a:chOff x="930580" y="8746283"/>
            <a:chExt cx="8316077" cy="1496252"/>
          </a:xfrm>
        </p:grpSpPr>
        <p:sp>
          <p:nvSpPr>
            <p:cNvPr id="219" name="TextBox 218">
              <a:extLst>
                <a:ext uri="{FF2B5EF4-FFF2-40B4-BE49-F238E27FC236}">
                  <a16:creationId xmlns:a16="http://schemas.microsoft.com/office/drawing/2014/main" id="{41DA1AA6-66B3-A72B-229D-CF6210CA5756}"/>
                </a:ext>
              </a:extLst>
            </p:cNvPr>
            <p:cNvSpPr txBox="1"/>
            <p:nvPr/>
          </p:nvSpPr>
          <p:spPr>
            <a:xfrm>
              <a:off x="930580" y="8746283"/>
              <a:ext cx="1378083"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ピーリング</a:t>
              </a:r>
              <a:endParaRPr lang="ko-KR" altLang="en-US" dirty="0">
                <a:latin typeface="신세계 SemiBold" panose="02000300000000000000" pitchFamily="50" charset="-127"/>
                <a:ea typeface="신세계 SemiBold" panose="02000300000000000000" pitchFamily="50" charset="-127"/>
                <a:cs typeface="Sinsegye" pitchFamily="34" charset="-120"/>
              </a:endParaRPr>
            </a:p>
          </p:txBody>
        </p:sp>
        <p:sp>
          <p:nvSpPr>
            <p:cNvPr id="221" name="Shape 7">
              <a:extLst>
                <a:ext uri="{FF2B5EF4-FFF2-40B4-BE49-F238E27FC236}">
                  <a16:creationId xmlns:a16="http://schemas.microsoft.com/office/drawing/2014/main" id="{9C6D7527-C3D2-59E3-D4B6-6FA35205287E}"/>
                </a:ext>
              </a:extLst>
            </p:cNvPr>
            <p:cNvSpPr/>
            <p:nvPr/>
          </p:nvSpPr>
          <p:spPr>
            <a:xfrm>
              <a:off x="1041515" y="9461006"/>
              <a:ext cx="8205142" cy="13607"/>
            </a:xfrm>
            <a:prstGeom prst="rect">
              <a:avLst/>
            </a:prstGeom>
            <a:solidFill>
              <a:srgbClr val="CCCCCC"/>
            </a:solidFill>
            <a:ln/>
          </p:spPr>
        </p:sp>
        <p:sp>
          <p:nvSpPr>
            <p:cNvPr id="222" name="Shape 7">
              <a:extLst>
                <a:ext uri="{FF2B5EF4-FFF2-40B4-BE49-F238E27FC236}">
                  <a16:creationId xmlns:a16="http://schemas.microsoft.com/office/drawing/2014/main" id="{9793C565-E5CE-40CB-B6DF-1276451C0616}"/>
                </a:ext>
              </a:extLst>
            </p:cNvPr>
            <p:cNvSpPr/>
            <p:nvPr/>
          </p:nvSpPr>
          <p:spPr>
            <a:xfrm>
              <a:off x="1041515" y="9073038"/>
              <a:ext cx="8205142" cy="13607"/>
            </a:xfrm>
            <a:prstGeom prst="rect">
              <a:avLst/>
            </a:prstGeom>
            <a:solidFill>
              <a:srgbClr val="2498BD"/>
            </a:solidFill>
            <a:ln/>
          </p:spPr>
        </p:sp>
        <p:sp>
          <p:nvSpPr>
            <p:cNvPr id="223" name="Shape 7">
              <a:extLst>
                <a:ext uri="{FF2B5EF4-FFF2-40B4-BE49-F238E27FC236}">
                  <a16:creationId xmlns:a16="http://schemas.microsoft.com/office/drawing/2014/main" id="{6CB910F4-E364-5AEB-0CEA-FCEE0CA93AE9}"/>
                </a:ext>
              </a:extLst>
            </p:cNvPr>
            <p:cNvSpPr/>
            <p:nvPr/>
          </p:nvSpPr>
          <p:spPr>
            <a:xfrm>
              <a:off x="1041515" y="9846700"/>
              <a:ext cx="8205142" cy="13607"/>
            </a:xfrm>
            <a:prstGeom prst="rect">
              <a:avLst/>
            </a:prstGeom>
            <a:solidFill>
              <a:srgbClr val="CCCCCC"/>
            </a:solidFill>
            <a:ln/>
          </p:spPr>
        </p:sp>
        <p:sp>
          <p:nvSpPr>
            <p:cNvPr id="224" name="Shape 7">
              <a:extLst>
                <a:ext uri="{FF2B5EF4-FFF2-40B4-BE49-F238E27FC236}">
                  <a16:creationId xmlns:a16="http://schemas.microsoft.com/office/drawing/2014/main" id="{F7371FDF-066E-EB9B-5437-78F091AACD0A}"/>
                </a:ext>
              </a:extLst>
            </p:cNvPr>
            <p:cNvSpPr/>
            <p:nvPr/>
          </p:nvSpPr>
          <p:spPr>
            <a:xfrm>
              <a:off x="1041515" y="10228928"/>
              <a:ext cx="8205142" cy="13607"/>
            </a:xfrm>
            <a:prstGeom prst="rect">
              <a:avLst/>
            </a:prstGeom>
            <a:solidFill>
              <a:srgbClr val="CCCCCC"/>
            </a:solidFill>
            <a:ln/>
          </p:spPr>
        </p:sp>
        <p:sp>
          <p:nvSpPr>
            <p:cNvPr id="225" name="Text 11">
              <a:extLst>
                <a:ext uri="{FF2B5EF4-FFF2-40B4-BE49-F238E27FC236}">
                  <a16:creationId xmlns:a16="http://schemas.microsoft.com/office/drawing/2014/main" id="{47D8CA1E-1CE0-4701-20D3-C4D2E5C7E96C}"/>
                </a:ext>
              </a:extLst>
            </p:cNvPr>
            <p:cNvSpPr/>
            <p:nvPr/>
          </p:nvSpPr>
          <p:spPr>
            <a:xfrm>
              <a:off x="1044691" y="9074912"/>
              <a:ext cx="5040104"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パンプキンピール  </a:t>
              </a:r>
              <a:r>
                <a:rPr lang="ja-JP" sz="1000" dirty="0">
                  <a:solidFill>
                    <a:srgbClr val="6E6E6E"/>
                  </a:solidFill>
                  <a:latin typeface="Noto Serif JP SemiBold"/>
                  <a:ea typeface="Noto Serif JP SemiBold"/>
                  <a:cs typeface="Arial" pitchFamily="34" charset="-120"/>
                </a:rPr>
                <a:t>天然かぼちゃ酵素 — 角質ケア · トーンアップ · 肌質改善</a:t>
              </a:r>
            </a:p>
          </p:txBody>
        </p:sp>
        <p:sp>
          <p:nvSpPr>
            <p:cNvPr id="226" name="Text 11">
              <a:extLst>
                <a:ext uri="{FF2B5EF4-FFF2-40B4-BE49-F238E27FC236}">
                  <a16:creationId xmlns:a16="http://schemas.microsoft.com/office/drawing/2014/main" id="{20A4C911-ACED-A90B-7C52-85E3C3D70932}"/>
                </a:ext>
              </a:extLst>
            </p:cNvPr>
            <p:cNvSpPr/>
            <p:nvPr/>
          </p:nvSpPr>
          <p:spPr>
            <a:xfrm>
              <a:off x="1044691" y="9468277"/>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ブラックピール  </a:t>
              </a:r>
              <a:r>
                <a:rPr lang="ja-JP" sz="1000" dirty="0">
                  <a:solidFill>
                    <a:srgbClr val="6E6E6E"/>
                  </a:solidFill>
                  <a:latin typeface="Noto Serif JP SemiBold"/>
                  <a:ea typeface="Noto Serif JP SemiBold"/>
                  <a:cs typeface="Arial" pitchFamily="34" charset="-120"/>
                </a:rPr>
                <a:t>過剰皮脂 · 老廃物の除去と毛穴の引き締め</a:t>
              </a:r>
            </a:p>
          </p:txBody>
        </p:sp>
        <p:sp>
          <p:nvSpPr>
            <p:cNvPr id="227" name="Text 11">
              <a:extLst>
                <a:ext uri="{FF2B5EF4-FFF2-40B4-BE49-F238E27FC236}">
                  <a16:creationId xmlns:a16="http://schemas.microsoft.com/office/drawing/2014/main" id="{4A9F0CA8-7C4B-8312-1982-B9E14DC7E619}"/>
                </a:ext>
              </a:extLst>
            </p:cNvPr>
            <p:cNvSpPr/>
            <p:nvPr/>
          </p:nvSpPr>
          <p:spPr>
            <a:xfrm>
              <a:off x="1044691" y="9850353"/>
              <a:ext cx="440106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プラピール  </a:t>
              </a:r>
              <a:r>
                <a:rPr lang="ja-JP" sz="1000" dirty="0">
                  <a:solidFill>
                    <a:srgbClr val="6E6E6E"/>
                  </a:solidFill>
                  <a:latin typeface="Noto Serif JP SemiBold"/>
                  <a:ea typeface="Noto Serif JP SemiBold"/>
                  <a:cs typeface="Arial" pitchFamily="34" charset="-120"/>
                </a:rPr>
                <a:t>肌バリアを守る低刺激ピーリング</a:t>
              </a:r>
              <a:endParaRPr lang="ko-KR" altLang="en-US" sz="1000" dirty="0">
                <a:solidFill>
                  <a:srgbClr val="6E6E6E"/>
                </a:solidFill>
                <a:latin typeface="신세계 Regular" panose="02000300000000000000" pitchFamily="50" charset="-127"/>
                <a:ea typeface="신세계 Regular" panose="02000300000000000000" pitchFamily="50" charset="-127"/>
                <a:cs typeface="Arial" pitchFamily="34" charset="-120"/>
              </a:endParaRPr>
            </a:p>
          </p:txBody>
        </p:sp>
        <p:sp>
          <p:nvSpPr>
            <p:cNvPr id="228" name="Text 15">
              <a:extLst>
                <a:ext uri="{FF2B5EF4-FFF2-40B4-BE49-F238E27FC236}">
                  <a16:creationId xmlns:a16="http://schemas.microsoft.com/office/drawing/2014/main" id="{7BEE7F56-6008-0391-ED49-A93C862DF40F}"/>
                </a:ext>
              </a:extLst>
            </p:cNvPr>
            <p:cNvSpPr/>
            <p:nvPr/>
          </p:nvSpPr>
          <p:spPr>
            <a:xfrm>
              <a:off x="8497925" y="9154930"/>
              <a:ext cx="749170" cy="215444"/>
            </a:xfrm>
            <a:prstGeom prst="rect">
              <a:avLst/>
            </a:prstGeom>
            <a:noFill/>
            <a:ln/>
          </p:spPr>
          <p:txBody>
            <a:bodyPr wrap="none" lIns="0" tIns="0" rIns="72000" bIns="0" rtlCol="0" anchor="ctr" anchorCtr="0">
              <a:spAutoFit/>
            </a:bodyPr>
            <a:lstStyle/>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15</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29" name="Text 15">
              <a:extLst>
                <a:ext uri="{FF2B5EF4-FFF2-40B4-BE49-F238E27FC236}">
                  <a16:creationId xmlns:a16="http://schemas.microsoft.com/office/drawing/2014/main" id="{16C43AAE-0AD0-0921-448A-13C4429ECA94}"/>
                </a:ext>
              </a:extLst>
            </p:cNvPr>
            <p:cNvSpPr/>
            <p:nvPr/>
          </p:nvSpPr>
          <p:spPr>
            <a:xfrm>
              <a:off x="8497925" y="9548295"/>
              <a:ext cx="749170" cy="215444"/>
            </a:xfrm>
            <a:prstGeom prst="rect">
              <a:avLst/>
            </a:prstGeom>
            <a:noFill/>
            <a:ln/>
          </p:spPr>
          <p:txBody>
            <a:bodyPr wrap="none" lIns="0" tIns="0" rIns="72000" bIns="0" rtlCol="0" anchor="ctr" anchorCtr="0">
              <a:sp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150,000</a:t>
              </a:r>
            </a:p>
          </p:txBody>
        </p:sp>
        <p:sp>
          <p:nvSpPr>
            <p:cNvPr id="231" name="Text 15">
              <a:extLst>
                <a:ext uri="{FF2B5EF4-FFF2-40B4-BE49-F238E27FC236}">
                  <a16:creationId xmlns:a16="http://schemas.microsoft.com/office/drawing/2014/main" id="{CE976CBD-50F1-9384-8413-89D9B087256F}"/>
                </a:ext>
              </a:extLst>
            </p:cNvPr>
            <p:cNvSpPr/>
            <p:nvPr/>
          </p:nvSpPr>
          <p:spPr>
            <a:xfrm>
              <a:off x="8497924" y="9930371"/>
              <a:ext cx="749171" cy="215444"/>
            </a:xfrm>
            <a:prstGeom prst="rect">
              <a:avLst/>
            </a:prstGeom>
            <a:noFill/>
            <a:ln/>
          </p:spPr>
          <p:txBody>
            <a:bodyPr wrap="none" lIns="0" tIns="0" rIns="72000" bIns="0" rtlCol="0" anchor="ctr" anchorCtr="0">
              <a:sp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150,000</a:t>
              </a:r>
            </a:p>
          </p:txBody>
        </p:sp>
      </p:grpSp>
      <p:grpSp>
        <p:nvGrpSpPr>
          <p:cNvPr id="255" name="그룹 254">
            <a:extLst>
              <a:ext uri="{FF2B5EF4-FFF2-40B4-BE49-F238E27FC236}">
                <a16:creationId xmlns:a16="http://schemas.microsoft.com/office/drawing/2014/main" id="{94FB0D59-50C2-4E9E-6D81-6DEEEAA2FAA1}"/>
              </a:ext>
            </a:extLst>
          </p:cNvPr>
          <p:cNvGrpSpPr/>
          <p:nvPr/>
        </p:nvGrpSpPr>
        <p:grpSpPr>
          <a:xfrm>
            <a:off x="930580" y="11533446"/>
            <a:ext cx="8316077" cy="1600861"/>
            <a:chOff x="930580" y="10514090"/>
            <a:chExt cx="8316077" cy="1600861"/>
          </a:xfrm>
        </p:grpSpPr>
        <p:sp>
          <p:nvSpPr>
            <p:cNvPr id="239" name="TextBox 238">
              <a:extLst>
                <a:ext uri="{FF2B5EF4-FFF2-40B4-BE49-F238E27FC236}">
                  <a16:creationId xmlns:a16="http://schemas.microsoft.com/office/drawing/2014/main" id="{A48100B5-3CC0-6B22-46A6-CBD0172F0BB2}"/>
                </a:ext>
              </a:extLst>
            </p:cNvPr>
            <p:cNvSpPr txBox="1"/>
            <p:nvPr/>
          </p:nvSpPr>
          <p:spPr>
            <a:xfrm>
              <a:off x="930580" y="10514090"/>
              <a:ext cx="2878802"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ニキビ圧出 · 抗炎症注射</a:t>
              </a:r>
            </a:p>
          </p:txBody>
        </p:sp>
        <p:sp>
          <p:nvSpPr>
            <p:cNvPr id="247" name="Text 11">
              <a:extLst>
                <a:ext uri="{FF2B5EF4-FFF2-40B4-BE49-F238E27FC236}">
                  <a16:creationId xmlns:a16="http://schemas.microsoft.com/office/drawing/2014/main" id="{9F37C046-027B-6DA5-3337-53FED31B45FD}"/>
                </a:ext>
              </a:extLst>
            </p:cNvPr>
            <p:cNvSpPr/>
            <p:nvPr/>
          </p:nvSpPr>
          <p:spPr>
            <a:xfrm>
              <a:off x="1044691" y="10851509"/>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ニキビ圧出</a:t>
              </a:r>
            </a:p>
            <a:p>
              <a:r>
                <a:rPr lang="ja-JP" sz="1000" dirty="0">
                  <a:solidFill>
                    <a:srgbClr val="555555"/>
                  </a:solidFill>
                  <a:latin typeface="Noto Serif JP SemiBold"/>
                  <a:ea typeface="Noto Serif JP SemiBold"/>
                  <a:cs typeface="Arial" pitchFamily="34" charset="-120"/>
                </a:rPr>
                <a:t>皮脂、ブラックヘッド、ホワイトヘッド、面皰（白ニキビ）、膿疱性ニキビの専門除去</a:t>
              </a:r>
            </a:p>
          </p:txBody>
        </p:sp>
        <p:sp>
          <p:nvSpPr>
            <p:cNvPr id="248" name="Text 15">
              <a:extLst>
                <a:ext uri="{FF2B5EF4-FFF2-40B4-BE49-F238E27FC236}">
                  <a16:creationId xmlns:a16="http://schemas.microsoft.com/office/drawing/2014/main" id="{ADA01967-5B9B-AFC4-04BC-CB70EE693C53}"/>
                </a:ext>
              </a:extLst>
            </p:cNvPr>
            <p:cNvSpPr/>
            <p:nvPr/>
          </p:nvSpPr>
          <p:spPr>
            <a:xfrm>
              <a:off x="7736841" y="10852980"/>
              <a:ext cx="1509816"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1個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顔全体</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80,000</a:t>
              </a:r>
              <a:endParaRPr lang="en-US" altLang="ko-KR" sz="1400" dirty="0">
                <a:latin typeface="신세계 Bold" panose="02000300000000000000" pitchFamily="50" charset="-127"/>
                <a:ea typeface="신세계 Bold" panose="02000300000000000000" pitchFamily="50" charset="-127"/>
              </a:endParaRPr>
            </a:p>
          </p:txBody>
        </p:sp>
        <p:sp>
          <p:nvSpPr>
            <p:cNvPr id="251" name="Text 15">
              <a:extLst>
                <a:ext uri="{FF2B5EF4-FFF2-40B4-BE49-F238E27FC236}">
                  <a16:creationId xmlns:a16="http://schemas.microsoft.com/office/drawing/2014/main" id="{5F479F4F-9772-9116-7275-A929B133CA97}"/>
                </a:ext>
              </a:extLst>
            </p:cNvPr>
            <p:cNvSpPr/>
            <p:nvPr/>
          </p:nvSpPr>
          <p:spPr>
            <a:xfrm>
              <a:off x="7736841" y="11477161"/>
              <a:ext cx="1509816" cy="617208"/>
            </a:xfrm>
            <a:prstGeom prst="rect">
              <a:avLst/>
            </a:prstGeom>
            <a:noFill/>
            <a:ln/>
          </p:spPr>
          <p:txBody>
            <a:bodyPr wrap="none" lIns="72000" tIns="0" rIns="72000" bIns="0" rtlCol="0" anchor="ctr" anchorCtr="0">
              <a:noAutofit/>
            </a:bodyPr>
            <a:lstStyle/>
            <a:p>
              <a:pPr algn="r"/>
              <a:r>
                <a:rPr lang="ja-JP" sz="1200" dirty="0">
                  <a:solidFill>
                    <a:srgbClr val="2498BD"/>
                  </a:solidFill>
                  <a:latin typeface="Noto Serif JP SemiBold"/>
                  <a:ea typeface="Noto Serif JP SemiBold"/>
                  <a:cs typeface="GC 16 Mono" pitchFamily="34" charset="-120"/>
                </a:rPr>
                <a:t xml:space="preserve">1個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10,000</a:t>
              </a:r>
              <a:endParaRPr lang="en-US" altLang="ko-KR" sz="1400" dirty="0">
                <a:latin typeface="신세계 Bold" panose="02000300000000000000" pitchFamily="50" charset="-127"/>
                <a:ea typeface="신세계 Bold" panose="02000300000000000000" pitchFamily="50" charset="-127"/>
              </a:endParaRPr>
            </a:p>
            <a:p>
              <a:pPr algn="r"/>
              <a:r>
                <a:rPr lang="ja-JP" sz="1200" dirty="0">
                  <a:solidFill>
                    <a:srgbClr val="2498BD"/>
                  </a:solidFill>
                  <a:latin typeface="Noto Serif JP SemiBold"/>
                  <a:ea typeface="Noto Serif JP SemiBold"/>
                  <a:cs typeface="GC 16 Mono" pitchFamily="34" charset="-120"/>
                </a:rPr>
                <a:t>顔全体</a:t>
              </a:r>
              <a:r>
                <a:rPr lang="en-US" altLang="ko-KR" sz="1400" dirty="0">
                  <a:solidFill>
                    <a:srgbClr val="2498BD"/>
                  </a:solidFill>
                  <a:latin typeface="신세계 Regular" panose="02000300000000000000" pitchFamily="50" charset="-127"/>
                  <a:ea typeface="신세계 Regular" panose="02000300000000000000" pitchFamily="50" charset="-127"/>
                  <a:cs typeface="GC 16 Mono" pitchFamily="34" charset="-120"/>
                </a:rPr>
                <a:t> </a:t>
              </a: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50,000</a:t>
              </a:r>
              <a:endParaRPr lang="en-US" altLang="ko-KR" sz="1400" dirty="0">
                <a:latin typeface="신세계 Bold" panose="02000300000000000000" pitchFamily="50" charset="-127"/>
                <a:ea typeface="신세계 Bold" panose="02000300000000000000" pitchFamily="50" charset="-127"/>
              </a:endParaRPr>
            </a:p>
          </p:txBody>
        </p:sp>
        <p:sp>
          <p:nvSpPr>
            <p:cNvPr id="242" name="Text 11">
              <a:extLst>
                <a:ext uri="{FF2B5EF4-FFF2-40B4-BE49-F238E27FC236}">
                  <a16:creationId xmlns:a16="http://schemas.microsoft.com/office/drawing/2014/main" id="{D1EE07DC-DAF2-593C-AB6D-B3527F32E7C8}"/>
                </a:ext>
              </a:extLst>
            </p:cNvPr>
            <p:cNvSpPr/>
            <p:nvPr/>
          </p:nvSpPr>
          <p:spPr>
            <a:xfrm>
              <a:off x="1044691" y="11475690"/>
              <a:ext cx="5660909" cy="62015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抗炎症注射</a:t>
              </a:r>
            </a:p>
            <a:p>
              <a:r>
                <a:rPr lang="ja-JP" sz="1000" dirty="0">
                  <a:solidFill>
                    <a:srgbClr val="555555"/>
                  </a:solidFill>
                  <a:latin typeface="Noto Serif JP SemiBold"/>
                  <a:ea typeface="Noto Serif JP SemiBold"/>
                  <a:cs typeface="Arial" pitchFamily="34" charset="-120"/>
                </a:rPr>
                <a:t>炎症性ニキビ部位へ抗炎症薬剤を直接注入</a:t>
              </a:r>
            </a:p>
          </p:txBody>
        </p:sp>
        <p:sp>
          <p:nvSpPr>
            <p:cNvPr id="244" name="Shape 7">
              <a:extLst>
                <a:ext uri="{FF2B5EF4-FFF2-40B4-BE49-F238E27FC236}">
                  <a16:creationId xmlns:a16="http://schemas.microsoft.com/office/drawing/2014/main" id="{BA3A2FB9-4761-88D5-9C32-AA21F51346D7}"/>
                </a:ext>
              </a:extLst>
            </p:cNvPr>
            <p:cNvSpPr/>
            <p:nvPr/>
          </p:nvSpPr>
          <p:spPr>
            <a:xfrm>
              <a:off x="1041515" y="10840845"/>
              <a:ext cx="8205142" cy="13607"/>
            </a:xfrm>
            <a:prstGeom prst="rect">
              <a:avLst/>
            </a:prstGeom>
            <a:solidFill>
              <a:srgbClr val="2498BD"/>
            </a:solidFill>
            <a:ln/>
          </p:spPr>
        </p:sp>
        <p:sp>
          <p:nvSpPr>
            <p:cNvPr id="245" name="Shape 7">
              <a:extLst>
                <a:ext uri="{FF2B5EF4-FFF2-40B4-BE49-F238E27FC236}">
                  <a16:creationId xmlns:a16="http://schemas.microsoft.com/office/drawing/2014/main" id="{DD789A59-7C1C-DC4A-1C40-3525DB9219F1}"/>
                </a:ext>
              </a:extLst>
            </p:cNvPr>
            <p:cNvSpPr/>
            <p:nvPr/>
          </p:nvSpPr>
          <p:spPr>
            <a:xfrm>
              <a:off x="1041515" y="11471661"/>
              <a:ext cx="8205142" cy="13607"/>
            </a:xfrm>
            <a:prstGeom prst="rect">
              <a:avLst/>
            </a:prstGeom>
            <a:solidFill>
              <a:srgbClr val="CCCCCC"/>
            </a:solidFill>
            <a:ln/>
          </p:spPr>
        </p:sp>
        <p:sp>
          <p:nvSpPr>
            <p:cNvPr id="246" name="Shape 7">
              <a:extLst>
                <a:ext uri="{FF2B5EF4-FFF2-40B4-BE49-F238E27FC236}">
                  <a16:creationId xmlns:a16="http://schemas.microsoft.com/office/drawing/2014/main" id="{A8BDEEC1-9998-4418-5BB8-5D147C88E30B}"/>
                </a:ext>
              </a:extLst>
            </p:cNvPr>
            <p:cNvSpPr/>
            <p:nvPr/>
          </p:nvSpPr>
          <p:spPr>
            <a:xfrm>
              <a:off x="1041515" y="12101344"/>
              <a:ext cx="8205142" cy="13607"/>
            </a:xfrm>
            <a:prstGeom prst="rect">
              <a:avLst/>
            </a:prstGeom>
            <a:solidFill>
              <a:srgbClr val="CCCCCC"/>
            </a:solidFill>
            <a:ln/>
          </p:spPr>
        </p:sp>
      </p:grpSp>
      <p:sp>
        <p:nvSpPr>
          <p:cNvPr id="3" name="Shape 7">
            <a:extLst>
              <a:ext uri="{FF2B5EF4-FFF2-40B4-BE49-F238E27FC236}">
                <a16:creationId xmlns:a16="http://schemas.microsoft.com/office/drawing/2014/main" id="{38B0C460-21BF-76C3-D621-E04DB80060B9}"/>
              </a:ext>
            </a:extLst>
          </p:cNvPr>
          <p:cNvSpPr/>
          <p:nvPr/>
        </p:nvSpPr>
        <p:spPr>
          <a:xfrm>
            <a:off x="1044692" y="10175205"/>
            <a:ext cx="8205142" cy="13607"/>
          </a:xfrm>
          <a:prstGeom prst="rect">
            <a:avLst/>
          </a:prstGeom>
          <a:solidFill>
            <a:srgbClr val="CCCCCC"/>
          </a:solidFill>
          <a:ln/>
        </p:spPr>
      </p:sp>
      <p:sp>
        <p:nvSpPr>
          <p:cNvPr id="5" name="Shape 7">
            <a:extLst>
              <a:ext uri="{FF2B5EF4-FFF2-40B4-BE49-F238E27FC236}">
                <a16:creationId xmlns:a16="http://schemas.microsoft.com/office/drawing/2014/main" id="{FC4C5FFA-75B2-1975-8ADB-F325A40134B4}"/>
              </a:ext>
            </a:extLst>
          </p:cNvPr>
          <p:cNvSpPr/>
          <p:nvPr/>
        </p:nvSpPr>
        <p:spPr>
          <a:xfrm>
            <a:off x="1044692" y="10946099"/>
            <a:ext cx="8205142" cy="13607"/>
          </a:xfrm>
          <a:prstGeom prst="rect">
            <a:avLst/>
          </a:prstGeom>
          <a:solidFill>
            <a:srgbClr val="CCCCCC"/>
          </a:solidFill>
          <a:ln/>
        </p:spPr>
      </p:sp>
      <p:sp>
        <p:nvSpPr>
          <p:cNvPr id="11" name="Shape 7">
            <a:extLst>
              <a:ext uri="{FF2B5EF4-FFF2-40B4-BE49-F238E27FC236}">
                <a16:creationId xmlns:a16="http://schemas.microsoft.com/office/drawing/2014/main" id="{FA1DE965-013A-0D8B-0A14-246120802500}"/>
              </a:ext>
            </a:extLst>
          </p:cNvPr>
          <p:cNvSpPr/>
          <p:nvPr/>
        </p:nvSpPr>
        <p:spPr>
          <a:xfrm>
            <a:off x="1044692" y="11328327"/>
            <a:ext cx="8205142" cy="13607"/>
          </a:xfrm>
          <a:prstGeom prst="rect">
            <a:avLst/>
          </a:prstGeom>
          <a:solidFill>
            <a:srgbClr val="CCCCCC"/>
          </a:solidFill>
          <a:ln/>
        </p:spPr>
      </p:sp>
      <p:sp>
        <p:nvSpPr>
          <p:cNvPr id="13" name="Text 11">
            <a:extLst>
              <a:ext uri="{FF2B5EF4-FFF2-40B4-BE49-F238E27FC236}">
                <a16:creationId xmlns:a16="http://schemas.microsoft.com/office/drawing/2014/main" id="{E099A6BA-B960-2AAB-8F87-8684BC3CE20F}"/>
              </a:ext>
            </a:extLst>
          </p:cNvPr>
          <p:cNvSpPr/>
          <p:nvPr/>
        </p:nvSpPr>
        <p:spPr>
          <a:xfrm>
            <a:off x="1047868" y="9789111"/>
            <a:ext cx="53287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ララピール  </a:t>
            </a:r>
            <a:r>
              <a:rPr lang="ja-JP" sz="1000" dirty="0">
                <a:solidFill>
                  <a:srgbClr val="6E6E6E"/>
                </a:solidFill>
                <a:latin typeface="Noto Serif JP SemiBold"/>
                <a:ea typeface="Noto Serif JP SemiBold"/>
                <a:cs typeface="Arial" pitchFamily="34" charset="-120"/>
              </a:rPr>
              <a:t>LHAベースの低刺激ピーリング — 角質・皮脂ケア · 肌のキメ改善</a:t>
            </a:r>
          </a:p>
        </p:txBody>
      </p:sp>
      <p:sp>
        <p:nvSpPr>
          <p:cNvPr id="15" name="Text 11">
            <a:extLst>
              <a:ext uri="{FF2B5EF4-FFF2-40B4-BE49-F238E27FC236}">
                <a16:creationId xmlns:a16="http://schemas.microsoft.com/office/drawing/2014/main" id="{29117810-E7B9-39AA-9C84-57065433D0D7}"/>
              </a:ext>
            </a:extLst>
          </p:cNvPr>
          <p:cNvSpPr/>
          <p:nvPr/>
        </p:nvSpPr>
        <p:spPr>
          <a:xfrm>
            <a:off x="1047868" y="10567676"/>
            <a:ext cx="5781784"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ピンクピール  </a:t>
            </a:r>
            <a:r>
              <a:rPr lang="ja-JP" sz="1000" dirty="0">
                <a:solidFill>
                  <a:srgbClr val="6E6E6E"/>
                </a:solidFill>
                <a:latin typeface="Noto Serif JP SemiBold"/>
                <a:ea typeface="Noto Serif JP SemiBold"/>
                <a:cs typeface="Arial" pitchFamily="34" charset="-120"/>
              </a:rPr>
              <a:t>美白・ハリ成分配合の低刺激ピーリング — 老廃物ケア · 肌トーン・ハリ改善</a:t>
            </a:r>
          </a:p>
        </p:txBody>
      </p:sp>
      <p:sp>
        <p:nvSpPr>
          <p:cNvPr id="17" name="Text 11">
            <a:extLst>
              <a:ext uri="{FF2B5EF4-FFF2-40B4-BE49-F238E27FC236}">
                <a16:creationId xmlns:a16="http://schemas.microsoft.com/office/drawing/2014/main" id="{23443B8F-3ECF-809D-9A7A-CC9C749ECC5C}"/>
              </a:ext>
            </a:extLst>
          </p:cNvPr>
          <p:cNvSpPr/>
          <p:nvPr/>
        </p:nvSpPr>
        <p:spPr>
          <a:xfrm>
            <a:off x="1047868" y="10949752"/>
            <a:ext cx="6670784"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イエスピール  </a:t>
            </a:r>
            <a:r>
              <a:rPr lang="ja-JP" sz="1000" dirty="0">
                <a:solidFill>
                  <a:srgbClr val="6E6E6E"/>
                </a:solidFill>
                <a:latin typeface="Noto Serif JP SemiBold"/>
                <a:ea typeface="Noto Serif JP SemiBold"/>
                <a:cs typeface="Arial" pitchFamily="34" charset="-120"/>
              </a:rPr>
              <a:t>肌コンディションの回復をサポートするリカバリーピーリング — 角質ケア · キメ・保湿改善</a:t>
            </a:r>
          </a:p>
        </p:txBody>
      </p:sp>
      <p:sp>
        <p:nvSpPr>
          <p:cNvPr id="19" name="Text 15">
            <a:extLst>
              <a:ext uri="{FF2B5EF4-FFF2-40B4-BE49-F238E27FC236}">
                <a16:creationId xmlns:a16="http://schemas.microsoft.com/office/drawing/2014/main" id="{2B82777E-AAC7-0A9D-65DF-2AFBD2CC237D}"/>
              </a:ext>
            </a:extLst>
          </p:cNvPr>
          <p:cNvSpPr/>
          <p:nvPr/>
        </p:nvSpPr>
        <p:spPr>
          <a:xfrm>
            <a:off x="8501102" y="9869129"/>
            <a:ext cx="749170" cy="215444"/>
          </a:xfrm>
          <a:prstGeom prst="rect">
            <a:avLst/>
          </a:prstGeom>
          <a:noFill/>
          <a:ln/>
        </p:spPr>
        <p:txBody>
          <a:bodyPr wrap="none" lIns="0" tIns="0" rIns="72000" bIns="0" rtlCol="0" anchor="ctr" anchorCtr="0">
            <a:spAutoFit/>
          </a:bodyPr>
          <a:lstStyle/>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15</a:t>
            </a: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0,000</a:t>
            </a:r>
          </a:p>
        </p:txBody>
      </p:sp>
      <p:sp>
        <p:nvSpPr>
          <p:cNvPr id="21" name="Text 15">
            <a:extLst>
              <a:ext uri="{FF2B5EF4-FFF2-40B4-BE49-F238E27FC236}">
                <a16:creationId xmlns:a16="http://schemas.microsoft.com/office/drawing/2014/main" id="{495700E0-0105-01F4-C4C1-D002FEFE9604}"/>
              </a:ext>
            </a:extLst>
          </p:cNvPr>
          <p:cNvSpPr/>
          <p:nvPr/>
        </p:nvSpPr>
        <p:spPr>
          <a:xfrm>
            <a:off x="8501102" y="10647694"/>
            <a:ext cx="749170" cy="215444"/>
          </a:xfrm>
          <a:prstGeom prst="rect">
            <a:avLst/>
          </a:prstGeom>
          <a:noFill/>
          <a:ln/>
        </p:spPr>
        <p:txBody>
          <a:bodyPr wrap="none" lIns="0" tIns="0" rIns="72000" bIns="0" rtlCol="0" anchor="ctr" anchorCtr="0">
            <a:sp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170,000</a:t>
            </a:r>
          </a:p>
        </p:txBody>
      </p:sp>
      <p:sp>
        <p:nvSpPr>
          <p:cNvPr id="23" name="Text 15">
            <a:extLst>
              <a:ext uri="{FF2B5EF4-FFF2-40B4-BE49-F238E27FC236}">
                <a16:creationId xmlns:a16="http://schemas.microsoft.com/office/drawing/2014/main" id="{ACBAC6AD-9F28-EEB5-B7B2-8F3466D2F2B9}"/>
              </a:ext>
            </a:extLst>
          </p:cNvPr>
          <p:cNvSpPr/>
          <p:nvPr/>
        </p:nvSpPr>
        <p:spPr>
          <a:xfrm>
            <a:off x="8501101" y="11029770"/>
            <a:ext cx="749171" cy="215444"/>
          </a:xfrm>
          <a:prstGeom prst="rect">
            <a:avLst/>
          </a:prstGeom>
          <a:noFill/>
          <a:ln/>
        </p:spPr>
        <p:txBody>
          <a:bodyPr wrap="none" lIns="0" tIns="0" rIns="72000" bIns="0" rtlCol="0" anchor="ctr" anchorCtr="0">
            <a:sp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170,000</a:t>
            </a:r>
          </a:p>
        </p:txBody>
      </p:sp>
      <p:sp>
        <p:nvSpPr>
          <p:cNvPr id="9001" name="Text 11">
            <a:extLst>
              <a:ext uri="{FF2B5EF4-FFF2-40B4-BE49-F238E27FC236}">
                <a16:creationId xmlns:a16="http://schemas.microsoft.com/office/drawing/2014/main" id="{29117810-E7B9-39AA-9C84-57065433D0D7}"/>
              </a:ext>
            </a:extLst>
          </p:cNvPr>
          <p:cNvSpPr/>
          <p:nvPr/>
        </p:nvSpPr>
        <p:spPr>
          <a:xfrm>
            <a:off x="1047868" y="10182476"/>
            <a:ext cx="7351504"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ララジェット  </a:t>
            </a:r>
            <a:r>
              <a:rPr lang="ja-JP" sz="1000" dirty="0">
                <a:solidFill>
                  <a:srgbClr val="6E6E6E"/>
                </a:solidFill>
                <a:latin typeface="Noto Serif JP SemiBold"/>
                <a:ea typeface="Noto Serif JP SemiBold"/>
                <a:cs typeface="Arial" pitchFamily="34" charset="-120"/>
              </a:rPr>
              <a:t>水流噴射 · 水圧伝達システム — 超微細な水流で毛穴の汚れ・皮脂を除去 · 透明感とツヤのある肌へ再生</a:t>
            </a:r>
          </a:p>
        </p:txBody>
      </p:sp>
      <p:sp>
        <p:nvSpPr>
          <p:cNvPr id="9002" name="Text 15">
            <a:extLst>
              <a:ext uri="{FF2B5EF4-FFF2-40B4-BE49-F238E27FC236}">
                <a16:creationId xmlns:a16="http://schemas.microsoft.com/office/drawing/2014/main" id="{495700E0-0105-01F4-C4C1-D002FEFE9604}"/>
              </a:ext>
            </a:extLst>
          </p:cNvPr>
          <p:cNvSpPr/>
          <p:nvPr/>
        </p:nvSpPr>
        <p:spPr>
          <a:xfrm>
            <a:off x="8501102" y="10262494"/>
            <a:ext cx="749170" cy="215444"/>
          </a:xfrm>
          <a:prstGeom prst="rect">
            <a:avLst/>
          </a:prstGeom>
          <a:noFill/>
          <a:ln/>
        </p:spPr>
        <p:txBody>
          <a:bodyPr wrap="none" lIns="0" tIns="0" rIns="72000" bIns="0" rtlCol="0" anchor="ctr" anchorCtr="0">
            <a:sp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p>
        </p:txBody>
      </p:sp>
      <p:sp>
        <p:nvSpPr>
          <p:cNvPr id="9003" name="Shape 7">
            <a:extLst>
              <a:ext uri="{FF2B5EF4-FFF2-40B4-BE49-F238E27FC236}">
                <a16:creationId xmlns:a16="http://schemas.microsoft.com/office/drawing/2014/main" id="{FC4C5FFA-75B2-1975-8ADB-F325A40134B4}"/>
              </a:ext>
            </a:extLst>
          </p:cNvPr>
          <p:cNvSpPr/>
          <p:nvPr/>
        </p:nvSpPr>
        <p:spPr>
          <a:xfrm>
            <a:off x="1044692" y="10560899"/>
            <a:ext cx="8205142" cy="13607"/>
          </a:xfrm>
          <a:prstGeom prst="rect">
            <a:avLst/>
          </a:prstGeom>
          <a:solidFill>
            <a:srgbClr val="CCCCCC"/>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287000" cy="1123865"/>
          </a:xfrm>
          <a:prstGeom prst="rect">
            <a:avLst/>
          </a:prstGeom>
          <a:gradFill rotWithShape="1">
            <a:gsLst>
              <a:gs pos="0">
                <a:srgbClr val="B2E3F2">
                  <a:alpha val="100000"/>
                </a:srgbClr>
              </a:gs>
              <a:gs pos="75000">
                <a:srgbClr val="D6F0F8">
                  <a:alpha val="30000"/>
                </a:srgbClr>
              </a:gs>
              <a:gs pos="100000">
                <a:srgbClr val="D6F0F8">
                  <a:alpha val="0"/>
                </a:srgbClr>
              </a:gs>
            </a:gsLst>
            <a:lin ang="5400000" scaled="0"/>
          </a:gradFill>
          <a:ln/>
        </p:spPr>
      </p:sp>
      <p:sp>
        <p:nvSpPr>
          <p:cNvPr id="6" name="Text 3"/>
          <p:cNvSpPr/>
          <p:nvPr/>
        </p:nvSpPr>
        <p:spPr>
          <a:xfrm>
            <a:off x="-514350" y="871536"/>
            <a:ext cx="11315700" cy="201386"/>
          </a:xfrm>
          <a:prstGeom prst="rect">
            <a:avLst/>
          </a:prstGeom>
          <a:noFill/>
          <a:ln/>
        </p:spPr>
        <p:txBody>
          <a:bodyPr wrap="square" lIns="25400" tIns="25400" rIns="25400" bIns="25400" rtlCol="0" anchor="t">
            <a:normAutofit lnSpcReduction="10000"/>
          </a:bodyPr>
          <a:lstStyle/>
          <a:p>
            <a:pPr marL="0" indent="0" algn="ctr">
              <a:buNone/>
            </a:pPr>
            <a:r>
              <a:rPr lang="en-US" sz="1050" kern="0" spc="168" dirty="0">
                <a:solidFill>
                  <a:srgbClr val="C99A1F"/>
                </a:solidFill>
                <a:latin typeface="신세계 Regular" panose="02000300000000000000" pitchFamily="50" charset="-127"/>
                <a:ea typeface="신세계 Regular" panose="02000300000000000000" pitchFamily="50" charset="-127"/>
                <a:cs typeface="GC 16 Mono" pitchFamily="34" charset="-120"/>
              </a:rPr>
              <a:t>CERA CELL &amp; IV THERAPY</a:t>
            </a:r>
            <a:endParaRPr lang="en-US" sz="1050" dirty="0">
              <a:latin typeface="신세계 Regular" panose="02000300000000000000" pitchFamily="50" charset="-127"/>
              <a:ea typeface="신세계 Regular" panose="02000300000000000000" pitchFamily="50" charset="-127"/>
            </a:endParaRPr>
          </a:p>
        </p:txBody>
      </p:sp>
      <p:sp>
        <p:nvSpPr>
          <p:cNvPr id="7" name="Text 4"/>
          <p:cNvSpPr/>
          <p:nvPr/>
        </p:nvSpPr>
        <p:spPr>
          <a:xfrm>
            <a:off x="-514350" y="1072879"/>
            <a:ext cx="11315700" cy="473529"/>
          </a:xfrm>
          <a:prstGeom prst="rect">
            <a:avLst/>
          </a:prstGeom>
          <a:noFill/>
          <a:ln/>
        </p:spPr>
        <p:txBody>
          <a:bodyPr wrap="square" lIns="25400" tIns="25400" rIns="25400" bIns="25400" rtlCol="0" anchor="t">
            <a:normAutofit fontScale="92500" lnSpcReduction="10000"/>
          </a:bodyPr>
          <a:lstStyle/>
          <a:p>
            <a:pPr marL="0" indent="0" algn="ctr">
              <a:buNone/>
            </a:pPr>
            <a:r>
              <a:rPr lang="ja-JP" sz="3150" b="1" kern="0" spc="-63" dirty="0">
                <a:solidFill>
                  <a:srgbClr val="2498BD"/>
                </a:solidFill>
                <a:latin typeface="Noto Serif JP SemiBold"/>
                <a:ea typeface="Noto Serif JP SemiBold"/>
                <a:cs typeface="Sinsegye" pitchFamily="34" charset="-120"/>
              </a:rPr>
              <a:t>美容点滴 / 痛みケア</a:t>
            </a:r>
            <a:endParaRPr lang="ko-KR" altLang="en-US" sz="3150" b="1" kern="0" spc="-63" dirty="0">
              <a:solidFill>
                <a:srgbClr val="2498BD"/>
              </a:solidFill>
              <a:latin typeface="신세계 Regular" panose="02000300000000000000" pitchFamily="50" charset="-127"/>
              <a:ea typeface="신세계 Regular" panose="02000300000000000000" pitchFamily="50" charset="-127"/>
              <a:cs typeface="Sinsegye" pitchFamily="34" charset="-120"/>
            </a:endParaRPr>
          </a:p>
        </p:txBody>
      </p:sp>
      <p:sp>
        <p:nvSpPr>
          <p:cNvPr id="8" name="Text 5"/>
          <p:cNvSpPr/>
          <p:nvPr/>
        </p:nvSpPr>
        <p:spPr>
          <a:xfrm>
            <a:off x="-514350" y="1546365"/>
            <a:ext cx="11315700" cy="276225"/>
          </a:xfrm>
          <a:prstGeom prst="rect">
            <a:avLst/>
          </a:prstGeom>
          <a:noFill/>
          <a:ln/>
        </p:spPr>
        <p:txBody>
          <a:bodyPr wrap="square" lIns="25400" tIns="25400" rIns="25400" bIns="25400" rtlCol="0" anchor="t">
            <a:normAutofit/>
          </a:bodyPr>
          <a:lstStyle/>
          <a:p>
            <a:pPr marL="0" indent="0" algn="ctr">
              <a:buNone/>
            </a:pPr>
            <a:r>
              <a:rPr lang="ja-JP" sz="1158" dirty="0">
                <a:solidFill>
                  <a:srgbClr val="6E6E6E"/>
                </a:solidFill>
                <a:latin typeface="Noto Serif JP SemiBold"/>
                <a:ea typeface="Noto Serif JP SemiBold"/>
                <a:cs typeface="Arial" pitchFamily="34" charset="-120"/>
              </a:rPr>
              <a:t>コンディションを整えるパーソナライズ点滴と快適な施術のための痛みケア</a:t>
            </a:r>
            <a:endParaRPr lang="ko-KR" altLang="en-US" sz="1275" dirty="0">
              <a:solidFill>
                <a:srgbClr val="6E6E6E"/>
              </a:solidFill>
              <a:latin typeface="신세계 Regular" panose="02000300000000000000" pitchFamily="50" charset="-127"/>
              <a:ea typeface="신세계 Regular" panose="02000300000000000000" pitchFamily="50" charset="-127"/>
              <a:cs typeface="Arial" pitchFamily="34" charset="-120"/>
            </a:endParaRPr>
          </a:p>
        </p:txBody>
      </p:sp>
      <p:sp>
        <p:nvSpPr>
          <p:cNvPr id="5" name="Text 96">
            <a:extLst>
              <a:ext uri="{FF2B5EF4-FFF2-40B4-BE49-F238E27FC236}">
                <a16:creationId xmlns:a16="http://schemas.microsoft.com/office/drawing/2014/main" id="{61CA324E-1327-E37D-0D08-F19B7B0D7007}"/>
              </a:ext>
            </a:extLst>
          </p:cNvPr>
          <p:cNvSpPr/>
          <p:nvPr/>
        </p:nvSpPr>
        <p:spPr>
          <a:xfrm>
            <a:off x="529167" y="13503293"/>
            <a:ext cx="9237133" cy="187694"/>
          </a:xfrm>
          <a:prstGeom prst="rect">
            <a:avLst/>
          </a:prstGeom>
          <a:noFill/>
          <a:ln/>
        </p:spPr>
        <p:txBody>
          <a:bodyPr wrap="square" lIns="25400" tIns="25400" rIns="514800" bIns="25400" rtlCol="0" anchor="t">
            <a:normAutofit fontScale="92500" lnSpcReduction="10000"/>
          </a:bodyPr>
          <a:lstStyle/>
          <a:p>
            <a:pPr marL="0" indent="0" algn="r">
              <a:buNone/>
            </a:pPr>
            <a:r>
              <a:rPr lang="ja-JP" sz="906" dirty="0">
                <a:solidFill>
                  <a:srgbClr val="6E6E6E"/>
                </a:solidFill>
                <a:latin typeface="Noto Serif JP SemiBold"/>
                <a:ea typeface="Noto Serif JP SemiBold"/>
                <a:cs typeface="GC 16 Mono" pitchFamily="34" charset="-120"/>
              </a:rPr>
              <a:t>* 税別価格（10％）</a:t>
            </a:r>
            <a:endParaRPr lang="en-US" sz="1013" dirty="0">
              <a:latin typeface="신세계 Regular" panose="02000300000000000000" pitchFamily="50" charset="-127"/>
              <a:ea typeface="신세계 Regular" panose="02000300000000000000" pitchFamily="50" charset="-127"/>
            </a:endParaRPr>
          </a:p>
        </p:txBody>
      </p:sp>
      <p:grpSp>
        <p:nvGrpSpPr>
          <p:cNvPr id="212" name="그룹 211">
            <a:extLst>
              <a:ext uri="{FF2B5EF4-FFF2-40B4-BE49-F238E27FC236}">
                <a16:creationId xmlns:a16="http://schemas.microsoft.com/office/drawing/2014/main" id="{444193F4-1660-6C04-D340-B7489DA7E0BA}"/>
              </a:ext>
            </a:extLst>
          </p:cNvPr>
          <p:cNvGrpSpPr/>
          <p:nvPr/>
        </p:nvGrpSpPr>
        <p:grpSpPr>
          <a:xfrm>
            <a:off x="930580" y="2720019"/>
            <a:ext cx="8319253" cy="3077170"/>
            <a:chOff x="930580" y="2720019"/>
            <a:chExt cx="8319253" cy="3077170"/>
          </a:xfrm>
        </p:grpSpPr>
        <p:sp>
          <p:nvSpPr>
            <p:cNvPr id="117" name="TextBox 116">
              <a:extLst>
                <a:ext uri="{FF2B5EF4-FFF2-40B4-BE49-F238E27FC236}">
                  <a16:creationId xmlns:a16="http://schemas.microsoft.com/office/drawing/2014/main" id="{BC8B7B09-C464-02CA-AAB1-CFAF62EE4D7A}"/>
                </a:ext>
              </a:extLst>
            </p:cNvPr>
            <p:cNvSpPr txBox="1"/>
            <p:nvPr/>
          </p:nvSpPr>
          <p:spPr>
            <a:xfrm>
              <a:off x="930580" y="2720019"/>
              <a:ext cx="1401346"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美容点滴</a:t>
              </a:r>
              <a:endParaRPr lang="ko-KR" altLang="en-US" dirty="0">
                <a:latin typeface="신세계 SemiBold" panose="02000300000000000000" pitchFamily="50" charset="-127"/>
                <a:ea typeface="신세계 SemiBold" panose="02000300000000000000" pitchFamily="50" charset="-127"/>
                <a:cs typeface="Sinsegye" pitchFamily="34" charset="-120"/>
              </a:endParaRPr>
            </a:p>
          </p:txBody>
        </p:sp>
        <p:sp>
          <p:nvSpPr>
            <p:cNvPr id="140" name="Shape 7">
              <a:extLst>
                <a:ext uri="{FF2B5EF4-FFF2-40B4-BE49-F238E27FC236}">
                  <a16:creationId xmlns:a16="http://schemas.microsoft.com/office/drawing/2014/main" id="{45C5A187-DA64-8B2C-88DC-0F404AE7223D}"/>
                </a:ext>
              </a:extLst>
            </p:cNvPr>
            <p:cNvSpPr/>
            <p:nvPr/>
          </p:nvSpPr>
          <p:spPr>
            <a:xfrm>
              <a:off x="1041515" y="3046774"/>
              <a:ext cx="8205142" cy="13607"/>
            </a:xfrm>
            <a:prstGeom prst="rect">
              <a:avLst/>
            </a:prstGeom>
            <a:solidFill>
              <a:srgbClr val="2498BD"/>
            </a:solidFill>
            <a:ln/>
          </p:spPr>
        </p:sp>
        <p:sp>
          <p:nvSpPr>
            <p:cNvPr id="142" name="Shape 7">
              <a:extLst>
                <a:ext uri="{FF2B5EF4-FFF2-40B4-BE49-F238E27FC236}">
                  <a16:creationId xmlns:a16="http://schemas.microsoft.com/office/drawing/2014/main" id="{A3DEF85D-64E2-6526-E202-D5AC4416035C}"/>
                </a:ext>
              </a:extLst>
            </p:cNvPr>
            <p:cNvSpPr/>
            <p:nvPr/>
          </p:nvSpPr>
          <p:spPr>
            <a:xfrm>
              <a:off x="1044691" y="3465223"/>
              <a:ext cx="8205142" cy="13607"/>
            </a:xfrm>
            <a:prstGeom prst="rect">
              <a:avLst/>
            </a:prstGeom>
            <a:solidFill>
              <a:srgbClr val="CCCCCC"/>
            </a:solidFill>
            <a:ln/>
          </p:spPr>
        </p:sp>
        <p:sp>
          <p:nvSpPr>
            <p:cNvPr id="143" name="Shape 7">
              <a:extLst>
                <a:ext uri="{FF2B5EF4-FFF2-40B4-BE49-F238E27FC236}">
                  <a16:creationId xmlns:a16="http://schemas.microsoft.com/office/drawing/2014/main" id="{20F5E084-F1CF-1670-3380-8A61D633D289}"/>
                </a:ext>
              </a:extLst>
            </p:cNvPr>
            <p:cNvSpPr/>
            <p:nvPr/>
          </p:nvSpPr>
          <p:spPr>
            <a:xfrm>
              <a:off x="1044691" y="3854113"/>
              <a:ext cx="8205142" cy="13607"/>
            </a:xfrm>
            <a:prstGeom prst="rect">
              <a:avLst/>
            </a:prstGeom>
            <a:solidFill>
              <a:srgbClr val="CCCCCC"/>
            </a:solidFill>
            <a:ln/>
          </p:spPr>
        </p:sp>
        <p:sp>
          <p:nvSpPr>
            <p:cNvPr id="144" name="Shape 7">
              <a:extLst>
                <a:ext uri="{FF2B5EF4-FFF2-40B4-BE49-F238E27FC236}">
                  <a16:creationId xmlns:a16="http://schemas.microsoft.com/office/drawing/2014/main" id="{B74B6B83-FA96-9203-A913-2174A5985524}"/>
                </a:ext>
              </a:extLst>
            </p:cNvPr>
            <p:cNvSpPr/>
            <p:nvPr/>
          </p:nvSpPr>
          <p:spPr>
            <a:xfrm>
              <a:off x="1044691" y="4239807"/>
              <a:ext cx="8205142" cy="13607"/>
            </a:xfrm>
            <a:prstGeom prst="rect">
              <a:avLst/>
            </a:prstGeom>
            <a:solidFill>
              <a:srgbClr val="CCCCCC"/>
            </a:solidFill>
            <a:ln/>
          </p:spPr>
        </p:sp>
        <p:sp>
          <p:nvSpPr>
            <p:cNvPr id="145" name="Shape 7">
              <a:extLst>
                <a:ext uri="{FF2B5EF4-FFF2-40B4-BE49-F238E27FC236}">
                  <a16:creationId xmlns:a16="http://schemas.microsoft.com/office/drawing/2014/main" id="{DF69FC24-3DDD-A4E6-B18B-EE71249F9364}"/>
                </a:ext>
              </a:extLst>
            </p:cNvPr>
            <p:cNvSpPr/>
            <p:nvPr/>
          </p:nvSpPr>
          <p:spPr>
            <a:xfrm>
              <a:off x="1041515" y="4625210"/>
              <a:ext cx="8205142" cy="13607"/>
            </a:xfrm>
            <a:prstGeom prst="rect">
              <a:avLst/>
            </a:prstGeom>
            <a:solidFill>
              <a:srgbClr val="CCCCCC"/>
            </a:solidFill>
            <a:ln/>
          </p:spPr>
        </p:sp>
        <p:sp>
          <p:nvSpPr>
            <p:cNvPr id="133" name="Text 11">
              <a:extLst>
                <a:ext uri="{FF2B5EF4-FFF2-40B4-BE49-F238E27FC236}">
                  <a16:creationId xmlns:a16="http://schemas.microsoft.com/office/drawing/2014/main" id="{B41CCB5D-3BBF-8DAA-7BF9-894077051EF9}"/>
                </a:ext>
              </a:extLst>
            </p:cNvPr>
            <p:cNvSpPr/>
            <p:nvPr/>
          </p:nvSpPr>
          <p:spPr>
            <a:xfrm>
              <a:off x="1047867" y="3091302"/>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ダイエット点滴  </a:t>
              </a:r>
              <a:r>
                <a:rPr lang="ja-JP" sz="1000" dirty="0">
                  <a:solidFill>
                    <a:srgbClr val="555555"/>
                  </a:solidFill>
                  <a:latin typeface="Noto Serif JP SemiBold"/>
                  <a:ea typeface="Noto Serif JP SemiBold"/>
                  <a:cs typeface="Arial" pitchFamily="34" charset="-120"/>
                </a:rPr>
                <a:t>新陳代謝の向上</a:t>
              </a:r>
            </a:p>
          </p:txBody>
        </p:sp>
        <p:sp>
          <p:nvSpPr>
            <p:cNvPr id="134" name="Text 15">
              <a:extLst>
                <a:ext uri="{FF2B5EF4-FFF2-40B4-BE49-F238E27FC236}">
                  <a16:creationId xmlns:a16="http://schemas.microsoft.com/office/drawing/2014/main" id="{FCCD0A01-1963-DBC7-E109-BD55FFF31A95}"/>
                </a:ext>
              </a:extLst>
            </p:cNvPr>
            <p:cNvSpPr/>
            <p:nvPr/>
          </p:nvSpPr>
          <p:spPr>
            <a:xfrm>
              <a:off x="6984385" y="3092773"/>
              <a:ext cx="2265448" cy="372539"/>
            </a:xfrm>
            <a:prstGeom prst="rect">
              <a:avLst/>
            </a:prstGeom>
            <a:noFill/>
            <a:ln/>
          </p:spPr>
          <p:txBody>
            <a:bodyPr wrap="none" lIns="72000" tIns="0" rIns="72000" bIns="0" rtlCol="0" anchor="ctr" anchorCtr="0">
              <a:noAutofit/>
            </a:bodyPr>
            <a:lstStyle/>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90,000</a:t>
              </a:r>
            </a:p>
          </p:txBody>
        </p:sp>
        <p:sp>
          <p:nvSpPr>
            <p:cNvPr id="131" name="Text 11">
              <a:extLst>
                <a:ext uri="{FF2B5EF4-FFF2-40B4-BE49-F238E27FC236}">
                  <a16:creationId xmlns:a16="http://schemas.microsoft.com/office/drawing/2014/main" id="{F6A191FD-F6FC-4182-D7BA-CDEFC6C92E76}"/>
                </a:ext>
              </a:extLst>
            </p:cNvPr>
            <p:cNvSpPr/>
            <p:nvPr/>
          </p:nvSpPr>
          <p:spPr>
            <a:xfrm>
              <a:off x="1047867" y="3476810"/>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甘草注射  </a:t>
              </a:r>
              <a:r>
                <a:rPr lang="ja-JP" sz="1000" dirty="0">
                  <a:solidFill>
                    <a:srgbClr val="555555"/>
                  </a:solidFill>
                  <a:latin typeface="Noto Serif JP SemiBold"/>
                  <a:ea typeface="Noto Serif JP SemiBold"/>
                  <a:cs typeface="Arial" pitchFamily="34" charset="-120"/>
                </a:rPr>
                <a:t>肝デトックス · 炎症緩和 · 疲労改善</a:t>
              </a:r>
            </a:p>
          </p:txBody>
        </p:sp>
        <p:sp>
          <p:nvSpPr>
            <p:cNvPr id="132" name="Text 15">
              <a:extLst>
                <a:ext uri="{FF2B5EF4-FFF2-40B4-BE49-F238E27FC236}">
                  <a16:creationId xmlns:a16="http://schemas.microsoft.com/office/drawing/2014/main" id="{9E517E47-18B6-E064-4980-163BE0EF2806}"/>
                </a:ext>
              </a:extLst>
            </p:cNvPr>
            <p:cNvSpPr/>
            <p:nvPr/>
          </p:nvSpPr>
          <p:spPr>
            <a:xfrm>
              <a:off x="6984385" y="3478281"/>
              <a:ext cx="2265448" cy="372539"/>
            </a:xfrm>
            <a:prstGeom prst="rect">
              <a:avLst/>
            </a:prstGeom>
            <a:noFill/>
            <a:ln/>
          </p:spPr>
          <p:txBody>
            <a:bodyPr wrap="none" lIns="72000" tIns="0" rIns="72000" bIns="0" rtlCol="0" anchor="ctr" anchorCtr="0">
              <a:no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50,000</a:t>
              </a:r>
            </a:p>
          </p:txBody>
        </p:sp>
        <p:sp>
          <p:nvSpPr>
            <p:cNvPr id="129" name="Text 11">
              <a:extLst>
                <a:ext uri="{FF2B5EF4-FFF2-40B4-BE49-F238E27FC236}">
                  <a16:creationId xmlns:a16="http://schemas.microsoft.com/office/drawing/2014/main" id="{778FFFE8-DC0E-25B9-9698-8A40B2CF5A7E}"/>
                </a:ext>
              </a:extLst>
            </p:cNvPr>
            <p:cNvSpPr/>
            <p:nvPr/>
          </p:nvSpPr>
          <p:spPr>
            <a:xfrm>
              <a:off x="1044691" y="3868655"/>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マルチビタミン  </a:t>
              </a:r>
              <a:r>
                <a:rPr lang="ja-JP" sz="1000" dirty="0">
                  <a:solidFill>
                    <a:srgbClr val="555555"/>
                  </a:solidFill>
                  <a:latin typeface="Noto Serif JP SemiBold"/>
                  <a:ea typeface="Noto Serif JP SemiBold"/>
                  <a:cs typeface="Arial" pitchFamily="34" charset="-120"/>
                </a:rPr>
                <a:t>活性酸素の除去 · コンディション改善</a:t>
              </a:r>
            </a:p>
          </p:txBody>
        </p:sp>
        <p:sp>
          <p:nvSpPr>
            <p:cNvPr id="130" name="Text 15">
              <a:extLst>
                <a:ext uri="{FF2B5EF4-FFF2-40B4-BE49-F238E27FC236}">
                  <a16:creationId xmlns:a16="http://schemas.microsoft.com/office/drawing/2014/main" id="{A01248E2-4AA2-5102-8CEF-E007F93E9CD2}"/>
                </a:ext>
              </a:extLst>
            </p:cNvPr>
            <p:cNvSpPr/>
            <p:nvPr/>
          </p:nvSpPr>
          <p:spPr>
            <a:xfrm>
              <a:off x="6984385" y="3870126"/>
              <a:ext cx="2265448" cy="372539"/>
            </a:xfrm>
            <a:prstGeom prst="rect">
              <a:avLst/>
            </a:prstGeom>
            <a:noFill/>
            <a:ln/>
          </p:spPr>
          <p:txBody>
            <a:bodyPr wrap="none" lIns="72000" tIns="0" rIns="72000" bIns="0" rtlCol="0" anchor="ctr" anchorCtr="0">
              <a:no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50,000</a:t>
              </a:r>
            </a:p>
          </p:txBody>
        </p:sp>
        <p:sp>
          <p:nvSpPr>
            <p:cNvPr id="127" name="Text 11">
              <a:extLst>
                <a:ext uri="{FF2B5EF4-FFF2-40B4-BE49-F238E27FC236}">
                  <a16:creationId xmlns:a16="http://schemas.microsoft.com/office/drawing/2014/main" id="{6EB77E8A-257D-A0B5-110C-432BBB9EF57B}"/>
                </a:ext>
              </a:extLst>
            </p:cNvPr>
            <p:cNvSpPr/>
            <p:nvPr/>
          </p:nvSpPr>
          <p:spPr>
            <a:xfrm>
              <a:off x="1044691" y="4248114"/>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ニンニク注射  </a:t>
              </a:r>
              <a:r>
                <a:rPr lang="ja-JP" sz="1000" dirty="0">
                  <a:solidFill>
                    <a:srgbClr val="555555"/>
                  </a:solidFill>
                  <a:latin typeface="Noto Serif JP SemiBold"/>
                  <a:ea typeface="Noto Serif JP SemiBold"/>
                  <a:cs typeface="Arial" pitchFamily="34" charset="-120"/>
                </a:rPr>
                <a:t>疲労回復成分を高濃度注入</a:t>
              </a:r>
            </a:p>
          </p:txBody>
        </p:sp>
        <p:sp>
          <p:nvSpPr>
            <p:cNvPr id="128" name="Text 15">
              <a:extLst>
                <a:ext uri="{FF2B5EF4-FFF2-40B4-BE49-F238E27FC236}">
                  <a16:creationId xmlns:a16="http://schemas.microsoft.com/office/drawing/2014/main" id="{86850444-9FB1-16CC-5A77-4D3A8EA767D9}"/>
                </a:ext>
              </a:extLst>
            </p:cNvPr>
            <p:cNvSpPr/>
            <p:nvPr/>
          </p:nvSpPr>
          <p:spPr>
            <a:xfrm>
              <a:off x="6984385" y="4249585"/>
              <a:ext cx="2265448" cy="372539"/>
            </a:xfrm>
            <a:prstGeom prst="rect">
              <a:avLst/>
            </a:prstGeom>
            <a:noFill/>
            <a:ln/>
          </p:spPr>
          <p:txBody>
            <a:bodyPr wrap="none" lIns="72000" tIns="0" rIns="72000" bIns="0" rtlCol="0" anchor="ctr" anchorCtr="0">
              <a:noAutofit/>
            </a:bodyPr>
            <a:lstStyle/>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50,000</a:t>
              </a:r>
            </a:p>
          </p:txBody>
        </p:sp>
        <p:sp>
          <p:nvSpPr>
            <p:cNvPr id="160" name="Shape 7">
              <a:extLst>
                <a:ext uri="{FF2B5EF4-FFF2-40B4-BE49-F238E27FC236}">
                  <a16:creationId xmlns:a16="http://schemas.microsoft.com/office/drawing/2014/main" id="{41E553EE-7FF3-AFD2-5C53-AC3E4E7A172E}"/>
                </a:ext>
              </a:extLst>
            </p:cNvPr>
            <p:cNvSpPr/>
            <p:nvPr/>
          </p:nvSpPr>
          <p:spPr>
            <a:xfrm>
              <a:off x="1044691" y="5012485"/>
              <a:ext cx="8205142" cy="13607"/>
            </a:xfrm>
            <a:prstGeom prst="rect">
              <a:avLst/>
            </a:prstGeom>
            <a:solidFill>
              <a:srgbClr val="CCCCCC"/>
            </a:solidFill>
            <a:ln/>
          </p:spPr>
        </p:sp>
        <p:sp>
          <p:nvSpPr>
            <p:cNvPr id="161" name="Shape 7">
              <a:extLst>
                <a:ext uri="{FF2B5EF4-FFF2-40B4-BE49-F238E27FC236}">
                  <a16:creationId xmlns:a16="http://schemas.microsoft.com/office/drawing/2014/main" id="{62BD0988-054B-D110-B96F-535D35711D48}"/>
                </a:ext>
              </a:extLst>
            </p:cNvPr>
            <p:cNvSpPr/>
            <p:nvPr/>
          </p:nvSpPr>
          <p:spPr>
            <a:xfrm>
              <a:off x="1044691" y="5398179"/>
              <a:ext cx="8205142" cy="13607"/>
            </a:xfrm>
            <a:prstGeom prst="rect">
              <a:avLst/>
            </a:prstGeom>
            <a:solidFill>
              <a:srgbClr val="CCCCCC"/>
            </a:solidFill>
            <a:ln/>
          </p:spPr>
        </p:sp>
        <p:sp>
          <p:nvSpPr>
            <p:cNvPr id="162" name="Shape 7">
              <a:extLst>
                <a:ext uri="{FF2B5EF4-FFF2-40B4-BE49-F238E27FC236}">
                  <a16:creationId xmlns:a16="http://schemas.microsoft.com/office/drawing/2014/main" id="{EC165F8A-C3C8-5183-69EA-CCD0E9FFA5A6}"/>
                </a:ext>
              </a:extLst>
            </p:cNvPr>
            <p:cNvSpPr/>
            <p:nvPr/>
          </p:nvSpPr>
          <p:spPr>
            <a:xfrm>
              <a:off x="1044691" y="5783582"/>
              <a:ext cx="8205142" cy="13607"/>
            </a:xfrm>
            <a:prstGeom prst="rect">
              <a:avLst/>
            </a:prstGeom>
            <a:solidFill>
              <a:srgbClr val="CCCCCC"/>
            </a:solidFill>
            <a:ln/>
          </p:spPr>
        </p:sp>
        <p:sp>
          <p:nvSpPr>
            <p:cNvPr id="164" name="Text 11">
              <a:extLst>
                <a:ext uri="{FF2B5EF4-FFF2-40B4-BE49-F238E27FC236}">
                  <a16:creationId xmlns:a16="http://schemas.microsoft.com/office/drawing/2014/main" id="{9568C523-310D-AC2B-DF39-980B57B1FA24}"/>
                </a:ext>
              </a:extLst>
            </p:cNvPr>
            <p:cNvSpPr/>
            <p:nvPr/>
          </p:nvSpPr>
          <p:spPr>
            <a:xfrm>
              <a:off x="1047867" y="4635182"/>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シンデレラ注射  </a:t>
              </a:r>
              <a:r>
                <a:rPr lang="ja-JP" sz="1000" dirty="0">
                  <a:solidFill>
                    <a:srgbClr val="555555"/>
                  </a:solidFill>
                  <a:latin typeface="Noto Serif JP SemiBold"/>
                  <a:ea typeface="Noto Serif JP SemiBold"/>
                  <a:cs typeface="Arial" pitchFamily="34" charset="-120"/>
                </a:rPr>
                <a:t>抗酸化 · ダイエット</a:t>
              </a:r>
            </a:p>
          </p:txBody>
        </p:sp>
        <p:sp>
          <p:nvSpPr>
            <p:cNvPr id="165" name="Text 15">
              <a:extLst>
                <a:ext uri="{FF2B5EF4-FFF2-40B4-BE49-F238E27FC236}">
                  <a16:creationId xmlns:a16="http://schemas.microsoft.com/office/drawing/2014/main" id="{B88B01D8-8F2A-421E-2740-91ED982107A8}"/>
                </a:ext>
              </a:extLst>
            </p:cNvPr>
            <p:cNvSpPr/>
            <p:nvPr/>
          </p:nvSpPr>
          <p:spPr>
            <a:xfrm>
              <a:off x="6984385" y="4636653"/>
              <a:ext cx="2265448" cy="372539"/>
            </a:xfrm>
            <a:prstGeom prst="rect">
              <a:avLst/>
            </a:prstGeom>
            <a:noFill/>
            <a:ln/>
          </p:spPr>
          <p:txBody>
            <a:bodyPr wrap="none" lIns="72000" tIns="0" rIns="72000" bIns="0" rtlCol="0" anchor="ctr" anchorCtr="0">
              <a:no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30,000</a:t>
              </a:r>
            </a:p>
          </p:txBody>
        </p:sp>
        <p:sp>
          <p:nvSpPr>
            <p:cNvPr id="167" name="Text 11">
              <a:extLst>
                <a:ext uri="{FF2B5EF4-FFF2-40B4-BE49-F238E27FC236}">
                  <a16:creationId xmlns:a16="http://schemas.microsoft.com/office/drawing/2014/main" id="{83A6A789-FB4C-6AE9-4906-4A2B6D3AC002}"/>
                </a:ext>
              </a:extLst>
            </p:cNvPr>
            <p:cNvSpPr/>
            <p:nvPr/>
          </p:nvSpPr>
          <p:spPr>
            <a:xfrm>
              <a:off x="1047867" y="5027027"/>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プラセンタ注射  </a:t>
              </a:r>
              <a:r>
                <a:rPr lang="ja-JP" sz="1000" dirty="0">
                  <a:solidFill>
                    <a:srgbClr val="555555"/>
                  </a:solidFill>
                  <a:latin typeface="Noto Serif JP SemiBold"/>
                  <a:ea typeface="Noto Serif JP SemiBold"/>
                  <a:cs typeface="Arial" pitchFamily="34" charset="-120"/>
                </a:rPr>
                <a:t>疲労回復 · 免疫力向上</a:t>
              </a:r>
            </a:p>
          </p:txBody>
        </p:sp>
        <p:sp>
          <p:nvSpPr>
            <p:cNvPr id="168" name="Text 15">
              <a:extLst>
                <a:ext uri="{FF2B5EF4-FFF2-40B4-BE49-F238E27FC236}">
                  <a16:creationId xmlns:a16="http://schemas.microsoft.com/office/drawing/2014/main" id="{4E3A5C3F-15DB-C662-12BF-097C39DFFD28}"/>
                </a:ext>
              </a:extLst>
            </p:cNvPr>
            <p:cNvSpPr/>
            <p:nvPr/>
          </p:nvSpPr>
          <p:spPr>
            <a:xfrm>
              <a:off x="6984385" y="5028498"/>
              <a:ext cx="2265448" cy="372539"/>
            </a:xfrm>
            <a:prstGeom prst="rect">
              <a:avLst/>
            </a:prstGeom>
            <a:noFill/>
            <a:ln/>
          </p:spPr>
          <p:txBody>
            <a:bodyPr wrap="none" lIns="72000" tIns="0" rIns="72000" bIns="0" rtlCol="0" anchor="ctr" anchorCtr="0">
              <a:no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30,000</a:t>
              </a:r>
            </a:p>
          </p:txBody>
        </p:sp>
        <p:sp>
          <p:nvSpPr>
            <p:cNvPr id="170" name="Text 11">
              <a:extLst>
                <a:ext uri="{FF2B5EF4-FFF2-40B4-BE49-F238E27FC236}">
                  <a16:creationId xmlns:a16="http://schemas.microsoft.com/office/drawing/2014/main" id="{445C9434-AE1D-A88D-76E2-9277250420ED}"/>
                </a:ext>
              </a:extLst>
            </p:cNvPr>
            <p:cNvSpPr/>
            <p:nvPr/>
          </p:nvSpPr>
          <p:spPr>
            <a:xfrm>
              <a:off x="1047867" y="5406486"/>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白玉注射  </a:t>
              </a:r>
              <a:r>
                <a:rPr lang="ja-JP" sz="1000" dirty="0">
                  <a:solidFill>
                    <a:srgbClr val="555555"/>
                  </a:solidFill>
                  <a:latin typeface="Noto Serif JP SemiBold"/>
                  <a:ea typeface="Noto Serif JP SemiBold"/>
                  <a:cs typeface="Arial" pitchFamily="34" charset="-120"/>
                </a:rPr>
                <a:t>透明感ある肌の維持 · 疲労回復</a:t>
              </a:r>
            </a:p>
          </p:txBody>
        </p:sp>
        <p:sp>
          <p:nvSpPr>
            <p:cNvPr id="171" name="Text 15">
              <a:extLst>
                <a:ext uri="{FF2B5EF4-FFF2-40B4-BE49-F238E27FC236}">
                  <a16:creationId xmlns:a16="http://schemas.microsoft.com/office/drawing/2014/main" id="{6BD0D8BE-301A-BB19-2A7C-65FDC6DB92AB}"/>
                </a:ext>
              </a:extLst>
            </p:cNvPr>
            <p:cNvSpPr/>
            <p:nvPr/>
          </p:nvSpPr>
          <p:spPr>
            <a:xfrm>
              <a:off x="6984385" y="5407957"/>
              <a:ext cx="2265448" cy="372539"/>
            </a:xfrm>
            <a:prstGeom prst="rect">
              <a:avLst/>
            </a:prstGeom>
            <a:noFill/>
            <a:ln/>
          </p:spPr>
          <p:txBody>
            <a:bodyPr wrap="none" lIns="72000" tIns="0" rIns="72000" bIns="0" rtlCol="0" anchor="ctr" anchorCtr="0">
              <a:noAutofit/>
            </a:bodyPr>
            <a:lstStyle/>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30,000</a:t>
              </a:r>
            </a:p>
          </p:txBody>
        </p:sp>
      </p:grpSp>
      <p:grpSp>
        <p:nvGrpSpPr>
          <p:cNvPr id="214" name="그룹 213">
            <a:extLst>
              <a:ext uri="{FF2B5EF4-FFF2-40B4-BE49-F238E27FC236}">
                <a16:creationId xmlns:a16="http://schemas.microsoft.com/office/drawing/2014/main" id="{22AE4EBC-9ACA-147C-2EE4-7F32DE254CD1}"/>
              </a:ext>
            </a:extLst>
          </p:cNvPr>
          <p:cNvGrpSpPr/>
          <p:nvPr/>
        </p:nvGrpSpPr>
        <p:grpSpPr>
          <a:xfrm>
            <a:off x="930580" y="5970702"/>
            <a:ext cx="8316077" cy="1885142"/>
            <a:chOff x="930580" y="6807168"/>
            <a:chExt cx="8316077" cy="1885142"/>
          </a:xfrm>
        </p:grpSpPr>
        <p:sp>
          <p:nvSpPr>
            <p:cNvPr id="174" name="TextBox 173">
              <a:extLst>
                <a:ext uri="{FF2B5EF4-FFF2-40B4-BE49-F238E27FC236}">
                  <a16:creationId xmlns:a16="http://schemas.microsoft.com/office/drawing/2014/main" id="{4B5621D9-1F17-6327-7150-4503B39BABDF}"/>
                </a:ext>
              </a:extLst>
            </p:cNvPr>
            <p:cNvSpPr txBox="1"/>
            <p:nvPr/>
          </p:nvSpPr>
          <p:spPr>
            <a:xfrm>
              <a:off x="930580" y="6807168"/>
              <a:ext cx="1144572" cy="369332"/>
            </a:xfrm>
            <a:prstGeom prst="rect">
              <a:avLst/>
            </a:prstGeom>
            <a:noFill/>
          </p:spPr>
          <p:txBody>
            <a:bodyPr wrap="none" rtlCol="0" anchor="ctr" anchorCtr="0">
              <a:spAutoFit/>
            </a:bodyPr>
            <a:lstStyle/>
            <a:p>
              <a:r>
                <a:rPr lang="ja-JP" dirty="0">
                  <a:latin typeface="Noto Serif JP SemiBold"/>
                  <a:ea typeface="Noto Serif JP SemiBold"/>
                  <a:cs typeface="Sinsegye" pitchFamily="34" charset="-120"/>
                </a:rPr>
                <a:t>痛みケア</a:t>
              </a:r>
              <a:endParaRPr lang="ko-KR" altLang="en-US" dirty="0">
                <a:latin typeface="신세계 SemiBold" panose="02000300000000000000" pitchFamily="50" charset="-127"/>
                <a:ea typeface="신세계 SemiBold" panose="02000300000000000000" pitchFamily="50" charset="-127"/>
                <a:cs typeface="Sinsegye" pitchFamily="34" charset="-120"/>
              </a:endParaRPr>
            </a:p>
          </p:txBody>
        </p:sp>
        <p:sp>
          <p:nvSpPr>
            <p:cNvPr id="175" name="Shape 7">
              <a:extLst>
                <a:ext uri="{FF2B5EF4-FFF2-40B4-BE49-F238E27FC236}">
                  <a16:creationId xmlns:a16="http://schemas.microsoft.com/office/drawing/2014/main" id="{D3CE2020-BF4C-3450-3AAD-9350D5AA3EA9}"/>
                </a:ext>
              </a:extLst>
            </p:cNvPr>
            <p:cNvSpPr/>
            <p:nvPr/>
          </p:nvSpPr>
          <p:spPr>
            <a:xfrm>
              <a:off x="1041515" y="7521891"/>
              <a:ext cx="8205142" cy="13607"/>
            </a:xfrm>
            <a:prstGeom prst="rect">
              <a:avLst/>
            </a:prstGeom>
            <a:solidFill>
              <a:srgbClr val="CCCCCC"/>
            </a:solidFill>
            <a:ln/>
          </p:spPr>
        </p:sp>
        <p:sp>
          <p:nvSpPr>
            <p:cNvPr id="176" name="Shape 7">
              <a:extLst>
                <a:ext uri="{FF2B5EF4-FFF2-40B4-BE49-F238E27FC236}">
                  <a16:creationId xmlns:a16="http://schemas.microsoft.com/office/drawing/2014/main" id="{CD32FBD2-D877-0E5C-A1CB-D69F19CD22C1}"/>
                </a:ext>
              </a:extLst>
            </p:cNvPr>
            <p:cNvSpPr/>
            <p:nvPr/>
          </p:nvSpPr>
          <p:spPr>
            <a:xfrm>
              <a:off x="1041515" y="7133923"/>
              <a:ext cx="8205142" cy="13607"/>
            </a:xfrm>
            <a:prstGeom prst="rect">
              <a:avLst/>
            </a:prstGeom>
            <a:solidFill>
              <a:srgbClr val="2498BD"/>
            </a:solidFill>
            <a:ln/>
          </p:spPr>
        </p:sp>
        <p:sp>
          <p:nvSpPr>
            <p:cNvPr id="177" name="Shape 7">
              <a:extLst>
                <a:ext uri="{FF2B5EF4-FFF2-40B4-BE49-F238E27FC236}">
                  <a16:creationId xmlns:a16="http://schemas.microsoft.com/office/drawing/2014/main" id="{5B3643A4-1CD3-22C2-E7FB-A0F102AD494D}"/>
                </a:ext>
              </a:extLst>
            </p:cNvPr>
            <p:cNvSpPr/>
            <p:nvPr/>
          </p:nvSpPr>
          <p:spPr>
            <a:xfrm>
              <a:off x="1041515" y="7907585"/>
              <a:ext cx="8205142" cy="13607"/>
            </a:xfrm>
            <a:prstGeom prst="rect">
              <a:avLst/>
            </a:prstGeom>
            <a:solidFill>
              <a:srgbClr val="CCCCCC"/>
            </a:solidFill>
            <a:ln/>
          </p:spPr>
        </p:sp>
        <p:sp>
          <p:nvSpPr>
            <p:cNvPr id="178" name="Shape 7">
              <a:extLst>
                <a:ext uri="{FF2B5EF4-FFF2-40B4-BE49-F238E27FC236}">
                  <a16:creationId xmlns:a16="http://schemas.microsoft.com/office/drawing/2014/main" id="{DD0F9A73-47E2-FE6B-418F-0B08881AEB7C}"/>
                </a:ext>
              </a:extLst>
            </p:cNvPr>
            <p:cNvSpPr/>
            <p:nvPr/>
          </p:nvSpPr>
          <p:spPr>
            <a:xfrm>
              <a:off x="1041515" y="8289813"/>
              <a:ext cx="8205142" cy="13607"/>
            </a:xfrm>
            <a:prstGeom prst="rect">
              <a:avLst/>
            </a:prstGeom>
            <a:solidFill>
              <a:srgbClr val="CCCCCC"/>
            </a:solidFill>
            <a:ln/>
          </p:spPr>
        </p:sp>
        <p:sp>
          <p:nvSpPr>
            <p:cNvPr id="179" name="Shape 7">
              <a:extLst>
                <a:ext uri="{FF2B5EF4-FFF2-40B4-BE49-F238E27FC236}">
                  <a16:creationId xmlns:a16="http://schemas.microsoft.com/office/drawing/2014/main" id="{BD900D24-BEC6-A097-FA29-3EC27A654B8D}"/>
                </a:ext>
              </a:extLst>
            </p:cNvPr>
            <p:cNvSpPr/>
            <p:nvPr/>
          </p:nvSpPr>
          <p:spPr>
            <a:xfrm>
              <a:off x="1041515" y="8678703"/>
              <a:ext cx="8205142" cy="13607"/>
            </a:xfrm>
            <a:prstGeom prst="rect">
              <a:avLst/>
            </a:prstGeom>
            <a:solidFill>
              <a:srgbClr val="CCCCCC"/>
            </a:solidFill>
            <a:ln/>
          </p:spPr>
        </p:sp>
        <p:sp>
          <p:nvSpPr>
            <p:cNvPr id="210" name="Text 11">
              <a:extLst>
                <a:ext uri="{FF2B5EF4-FFF2-40B4-BE49-F238E27FC236}">
                  <a16:creationId xmlns:a16="http://schemas.microsoft.com/office/drawing/2014/main" id="{5584789F-696A-3BB5-9321-89A5E7451BEA}"/>
                </a:ext>
              </a:extLst>
            </p:cNvPr>
            <p:cNvSpPr/>
            <p:nvPr/>
          </p:nvSpPr>
          <p:spPr>
            <a:xfrm>
              <a:off x="1044691" y="7144588"/>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麻酔クリーム  </a:t>
              </a:r>
              <a:r>
                <a:rPr lang="ja-JP" sz="1000" dirty="0">
                  <a:solidFill>
                    <a:srgbClr val="555555"/>
                  </a:solidFill>
                  <a:latin typeface="Noto Serif JP SemiBold"/>
                  <a:ea typeface="Noto Serif JP SemiBold"/>
                  <a:cs typeface="Arial" pitchFamily="34" charset="-120"/>
                </a:rPr>
                <a:t>皮膚表面の感覚を一時的に鈍らせ、痛み · 不快感を緩和</a:t>
              </a:r>
            </a:p>
          </p:txBody>
        </p:sp>
        <p:sp>
          <p:nvSpPr>
            <p:cNvPr id="211" name="Text 15">
              <a:extLst>
                <a:ext uri="{FF2B5EF4-FFF2-40B4-BE49-F238E27FC236}">
                  <a16:creationId xmlns:a16="http://schemas.microsoft.com/office/drawing/2014/main" id="{1FB5B980-6260-CCEE-D251-0D135A65E29C}"/>
                </a:ext>
              </a:extLst>
            </p:cNvPr>
            <p:cNvSpPr/>
            <p:nvPr/>
          </p:nvSpPr>
          <p:spPr>
            <a:xfrm>
              <a:off x="6981209" y="7146059"/>
              <a:ext cx="2265448" cy="372539"/>
            </a:xfrm>
            <a:prstGeom prst="rect">
              <a:avLst/>
            </a:prstGeom>
            <a:noFill/>
            <a:ln/>
          </p:spPr>
          <p:txBody>
            <a:bodyPr wrap="none" lIns="72000" tIns="0" rIns="72000" bIns="0" rtlCol="0" anchor="ctr" anchorCtr="0">
              <a:no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10,000</a:t>
              </a:r>
            </a:p>
          </p:txBody>
        </p:sp>
        <p:sp>
          <p:nvSpPr>
            <p:cNvPr id="208" name="Text 11">
              <a:extLst>
                <a:ext uri="{FF2B5EF4-FFF2-40B4-BE49-F238E27FC236}">
                  <a16:creationId xmlns:a16="http://schemas.microsoft.com/office/drawing/2014/main" id="{C6EBC41E-87B5-3A70-05A3-746B924EFEC0}"/>
                </a:ext>
              </a:extLst>
            </p:cNvPr>
            <p:cNvSpPr/>
            <p:nvPr/>
          </p:nvSpPr>
          <p:spPr>
            <a:xfrm>
              <a:off x="1044691" y="7536433"/>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局所麻酔  </a:t>
              </a:r>
              <a:r>
                <a:rPr lang="ja-JP" sz="1000" dirty="0">
                  <a:solidFill>
                    <a:srgbClr val="555555"/>
                  </a:solidFill>
                  <a:latin typeface="Noto Serif JP SemiBold"/>
                  <a:ea typeface="Noto Serif JP SemiBold"/>
                  <a:cs typeface="Arial" pitchFamily="34" charset="-120"/>
                </a:rPr>
                <a:t>施術部位に麻酔薬を直接注入し、痛みを一時的に抑える</a:t>
              </a:r>
            </a:p>
          </p:txBody>
        </p:sp>
        <p:sp>
          <p:nvSpPr>
            <p:cNvPr id="209" name="Text 15">
              <a:extLst>
                <a:ext uri="{FF2B5EF4-FFF2-40B4-BE49-F238E27FC236}">
                  <a16:creationId xmlns:a16="http://schemas.microsoft.com/office/drawing/2014/main" id="{3F25672C-E1B4-F749-784A-87D165E26480}"/>
                </a:ext>
              </a:extLst>
            </p:cNvPr>
            <p:cNvSpPr/>
            <p:nvPr/>
          </p:nvSpPr>
          <p:spPr>
            <a:xfrm>
              <a:off x="6981209" y="7537904"/>
              <a:ext cx="2265448" cy="372539"/>
            </a:xfrm>
            <a:prstGeom prst="rect">
              <a:avLst/>
            </a:prstGeom>
            <a:noFill/>
            <a:ln/>
          </p:spPr>
          <p:txBody>
            <a:bodyPr wrap="none" lIns="72000" tIns="0" rIns="72000" bIns="0" rtlCol="0" anchor="ctr" anchorCtr="0">
              <a:no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50,000</a:t>
              </a:r>
            </a:p>
          </p:txBody>
        </p:sp>
        <p:sp>
          <p:nvSpPr>
            <p:cNvPr id="206" name="Text 11">
              <a:extLst>
                <a:ext uri="{FF2B5EF4-FFF2-40B4-BE49-F238E27FC236}">
                  <a16:creationId xmlns:a16="http://schemas.microsoft.com/office/drawing/2014/main" id="{6B1C0CD0-2F6E-2360-2E27-7088E661EE31}"/>
                </a:ext>
              </a:extLst>
            </p:cNvPr>
            <p:cNvSpPr/>
            <p:nvPr/>
          </p:nvSpPr>
          <p:spPr>
            <a:xfrm>
              <a:off x="1044691" y="7915892"/>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睡眠麻酔  </a:t>
              </a:r>
              <a:r>
                <a:rPr lang="ja-JP" sz="1000" dirty="0">
                  <a:solidFill>
                    <a:srgbClr val="555555"/>
                  </a:solidFill>
                  <a:latin typeface="Noto Serif JP SemiBold"/>
                  <a:ea typeface="Noto Serif JP SemiBold"/>
                  <a:cs typeface="Arial" pitchFamily="34" charset="-120"/>
                </a:rPr>
                <a:t>静脈鎮静剤の投与により、リラックスして眠っている間に施術</a:t>
              </a:r>
            </a:p>
          </p:txBody>
        </p:sp>
        <p:sp>
          <p:nvSpPr>
            <p:cNvPr id="207" name="Text 15">
              <a:extLst>
                <a:ext uri="{FF2B5EF4-FFF2-40B4-BE49-F238E27FC236}">
                  <a16:creationId xmlns:a16="http://schemas.microsoft.com/office/drawing/2014/main" id="{A315952E-6986-2B0D-B358-B650742F3979}"/>
                </a:ext>
              </a:extLst>
            </p:cNvPr>
            <p:cNvSpPr/>
            <p:nvPr/>
          </p:nvSpPr>
          <p:spPr>
            <a:xfrm>
              <a:off x="6981209" y="7917363"/>
              <a:ext cx="2265448" cy="372539"/>
            </a:xfrm>
            <a:prstGeom prst="rect">
              <a:avLst/>
            </a:prstGeom>
            <a:noFill/>
            <a:ln/>
          </p:spPr>
          <p:txBody>
            <a:bodyPr wrap="none" lIns="72000" tIns="0" rIns="72000" bIns="0" rtlCol="0" anchor="ctr" anchorCtr="0">
              <a:noAutofit/>
            </a:bodyPr>
            <a:lstStyle/>
            <a:p>
              <a:pPr algn="r"/>
              <a:r>
                <a:rPr lang="en-US" altLang="ko-KR" sz="1400" dirty="0">
                  <a:solidFill>
                    <a:srgbClr val="1A1A1A"/>
                  </a:solidFill>
                  <a:latin typeface="신세계 Bold" panose="02000300000000000000" pitchFamily="50" charset="-127"/>
                  <a:ea typeface="신세계 Bold" panose="02000300000000000000" pitchFamily="50" charset="-127"/>
                  <a:cs typeface="Arial" pitchFamily="34" charset="-120"/>
                </a:rPr>
                <a:t>200,000</a:t>
              </a:r>
            </a:p>
          </p:txBody>
        </p:sp>
        <p:sp>
          <p:nvSpPr>
            <p:cNvPr id="204" name="Text 11">
              <a:extLst>
                <a:ext uri="{FF2B5EF4-FFF2-40B4-BE49-F238E27FC236}">
                  <a16:creationId xmlns:a16="http://schemas.microsoft.com/office/drawing/2014/main" id="{7D5BDAA9-0CD1-EEEB-B8EE-E0E59F742C5F}"/>
                </a:ext>
              </a:extLst>
            </p:cNvPr>
            <p:cNvSpPr/>
            <p:nvPr/>
          </p:nvSpPr>
          <p:spPr>
            <a:xfrm>
              <a:off x="1044691" y="8301400"/>
              <a:ext cx="5660909" cy="375481"/>
            </a:xfrm>
            <a:prstGeom prst="rect">
              <a:avLst/>
            </a:prstGeom>
            <a:noFill/>
            <a:ln/>
          </p:spPr>
          <p:txBody>
            <a:bodyPr wrap="none" lIns="72000" tIns="0" rIns="72000" bIns="0" rtlCol="0" anchor="ctr" anchorCtr="0">
              <a:normAutofit/>
            </a:bodyPr>
            <a:lstStyle/>
            <a:p>
              <a:r>
                <a:rPr lang="ja-JP" sz="1400" dirty="0">
                  <a:solidFill>
                    <a:srgbClr val="555555"/>
                  </a:solidFill>
                  <a:latin typeface="Noto Serif JP SemiBold"/>
                  <a:ea typeface="Noto Serif JP SemiBold"/>
                  <a:cs typeface="Arial" pitchFamily="34" charset="-120"/>
                </a:rPr>
                <a:t xml:space="preserve">痛み軽減点滴  </a:t>
              </a:r>
              <a:r>
                <a:rPr lang="ja-JP" sz="1000" dirty="0">
                  <a:solidFill>
                    <a:srgbClr val="555555"/>
                  </a:solidFill>
                  <a:latin typeface="Noto Serif JP SemiBold"/>
                  <a:ea typeface="Noto Serif JP SemiBold"/>
                  <a:cs typeface="Arial" pitchFamily="34" charset="-120"/>
                </a:rPr>
                <a:t>鎮痛成分により施術中の不快感を和らげる点滴</a:t>
              </a:r>
            </a:p>
          </p:txBody>
        </p:sp>
        <p:sp>
          <p:nvSpPr>
            <p:cNvPr id="205" name="Text 15">
              <a:extLst>
                <a:ext uri="{FF2B5EF4-FFF2-40B4-BE49-F238E27FC236}">
                  <a16:creationId xmlns:a16="http://schemas.microsoft.com/office/drawing/2014/main" id="{01B6FCA4-5566-F718-6430-3289539E63DF}"/>
                </a:ext>
              </a:extLst>
            </p:cNvPr>
            <p:cNvSpPr/>
            <p:nvPr/>
          </p:nvSpPr>
          <p:spPr>
            <a:xfrm>
              <a:off x="6981209" y="8302871"/>
              <a:ext cx="2265448" cy="372539"/>
            </a:xfrm>
            <a:prstGeom prst="rect">
              <a:avLst/>
            </a:prstGeom>
            <a:noFill/>
            <a:ln/>
          </p:spPr>
          <p:txBody>
            <a:bodyPr wrap="none" lIns="72000" tIns="0" rIns="72000" bIns="0" rtlCol="0" anchor="ctr" anchorCtr="0">
              <a:noAutofit/>
            </a:bodyPr>
            <a:lstStyle/>
            <a:p>
              <a:pPr algn="r"/>
              <a:r>
                <a:rPr lang="en-US" sz="1400" dirty="0">
                  <a:solidFill>
                    <a:srgbClr val="1A1A1A"/>
                  </a:solidFill>
                  <a:latin typeface="신세계 Bold" panose="02000300000000000000" pitchFamily="50" charset="-127"/>
                  <a:ea typeface="신세계 Bold" panose="02000300000000000000" pitchFamily="50" charset="-127"/>
                  <a:cs typeface="Arial" pitchFamily="34" charset="-120"/>
                </a:rPr>
                <a:t>100,000</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13" row="0">
    <wetp:webextensionref xmlns:r="http://schemas.openxmlformats.org/officeDocument/2006/relationships" r:id="rId1"/>
  </wetp:taskpane>
  <wetp:taskpane dockstate="right" visibility="0" width="613"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C6EA11EE-D77F-4A04-B1C8-08FBA8B6870C}">
  <we:reference id="wa200007130" version="1.0.0.1" store="ko-KR" storeType="OMEX"/>
  <we:alternateReferences>
    <we:reference id="wa200007130" version="1.0.0.1" store="wa200007130"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582F30BB-FF99-4E57-A1D1-210899C0DE76}">
  <we:reference id="wa200005669" version="2.0.0.0" store="ko-KR" storeType="OMEX"/>
  <we:alternateReferences>
    <we:reference id="wa200005669" version="2.0.0.0" store="wa200005669"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2841</TotalTime>
  <Words>2504</Words>
  <Application>Microsoft Office PowerPoint</Application>
  <PresentationFormat>사용자 지정</PresentationFormat>
  <Paragraphs>639</Paragraphs>
  <Slides>13</Slides>
  <Notes>12</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13</vt:i4>
      </vt:variant>
    </vt:vector>
  </HeadingPairs>
  <TitlesOfParts>
    <vt:vector size="19" baseType="lpstr">
      <vt:lpstr>신세계 SemiBold</vt:lpstr>
      <vt:lpstr>신세계 Medium</vt:lpstr>
      <vt:lpstr>신세계 Bold</vt:lpstr>
      <vt:lpstr>신세계 Regular</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Eunseon Kim</cp:lastModifiedBy>
  <cp:revision>83</cp:revision>
  <cp:lastPrinted>2026-07-22T06:48:58Z</cp:lastPrinted>
  <dcterms:created xsi:type="dcterms:W3CDTF">2026-07-20T01:44:47Z</dcterms:created>
  <dcterms:modified xsi:type="dcterms:W3CDTF">2026-10-20T03:14:36Z</dcterms:modified>
</cp:coreProperties>
</file>