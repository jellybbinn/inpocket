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8" r:id="rId3"/>
    <p:sldId id="259" r:id="rId4"/>
    <p:sldId id="260" r:id="rId5"/>
    <p:sldId id="267" r:id="rId6"/>
    <p:sldId id="266" r:id="rId7"/>
    <p:sldId id="270" r:id="rId8"/>
    <p:sldId id="271" r:id="rId9"/>
    <p:sldId id="272" r:id="rId10"/>
    <p:sldId id="269" r:id="rId11"/>
    <p:sldId id="263" r:id="rId12"/>
    <p:sldId id="264" r:id="rId13"/>
    <p:sldId id="265" r:id="rId14"/>
  </p:sldIdLst>
  <p:sldSz cx="10287000" cy="14544675"/>
  <p:notesSz cx="9928225" cy="6797675"/>
  <p:embeddedFontLst>
    <p:embeddedFont>
      <p:font typeface="신세계 Bold" panose="02000300000000000000" pitchFamily="50" charset="-127"/>
      <p:bold r:id="rId16"/>
    </p:embeddedFont>
    <p:embeddedFont>
      <p:font typeface="신세계 Medium" panose="02000300000000000000" pitchFamily="50" charset="-127"/>
      <p:regular r:id="rId17"/>
    </p:embeddedFont>
    <p:embeddedFont>
      <p:font typeface="신세계 Regular" panose="02000300000000000000" pitchFamily="50" charset="-127"/>
      <p:regular r:id="rId18"/>
    </p:embeddedFont>
    <p:embeddedFont>
      <p:font typeface="신세계 SemiBold" panose="02000300000000000000" pitchFamily="50" charset="-127"/>
      <p:bold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67" userDrawn="1">
          <p15:clr>
            <a:srgbClr val="A4A3A4"/>
          </p15:clr>
        </p15:guide>
        <p15:guide id="2" pos="3240" userDrawn="1">
          <p15:clr>
            <a:srgbClr val="A4A3A4"/>
          </p15:clr>
        </p15:guide>
        <p15:guide id="3" orient="horz" pos="1723" userDrawn="1">
          <p15:clr>
            <a:srgbClr val="A4A3A4"/>
          </p15:clr>
        </p15:guide>
        <p15:guide id="4" pos="655" userDrawn="1">
          <p15:clr>
            <a:srgbClr val="A4A3A4"/>
          </p15:clr>
        </p15:guide>
        <p15:guide id="5" pos="5825" userDrawn="1">
          <p15:clr>
            <a:srgbClr val="A4A3A4"/>
          </p15:clr>
        </p15:guide>
        <p15:guide id="6" orient="horz" pos="850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98BD"/>
    <a:srgbClr val="555555"/>
    <a:srgbClr val="CCCCCC"/>
    <a:srgbClr val="A5D4E4"/>
    <a:srgbClr val="FBFDFE"/>
    <a:srgbClr val="D37249"/>
    <a:srgbClr val="76BE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3" autoAdjust="0"/>
    <p:restoredTop sz="94610"/>
  </p:normalViewPr>
  <p:slideViewPr>
    <p:cSldViewPr snapToGrid="0" snapToObjects="1">
      <p:cViewPr varScale="1">
        <p:scale>
          <a:sx n="43" d="100"/>
          <a:sy n="43" d="100"/>
        </p:scale>
        <p:origin x="2383" y="34"/>
      </p:cViewPr>
      <p:guideLst>
        <p:guide orient="horz" pos="567"/>
        <p:guide pos="3240"/>
        <p:guide orient="horz" pos="1723"/>
        <p:guide pos="655"/>
        <p:guide pos="5825"/>
        <p:guide orient="horz" pos="8505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27599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61585" tIns="30792" rIns="61585" bIns="3079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61585" tIns="30792" rIns="61585" bIns="30792"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61585" tIns="30792" rIns="61585" bIns="3079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61585" tIns="30792" rIns="61585" bIns="30792"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61585" tIns="30792" rIns="61585" bIns="3079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61585" tIns="30792" rIns="61585" bIns="30792"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61585" tIns="30792" rIns="61585" bIns="3079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61585" tIns="30792" rIns="61585" bIns="30792"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61585" tIns="30792" rIns="61585" bIns="3079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61585" tIns="30792" rIns="61585" bIns="30792"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9BA6AF-CD65-F0CC-6117-BD38F39C4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CA506A-BDCB-64C1-2116-B51E7C2F7D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C66D73-28D7-FD0B-3F50-0E4CA9F624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61585" tIns="30792" rIns="61585" bIns="30792"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844DFC-52AC-A0A3-4008-572D54F8E0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61585" tIns="30792" rIns="61585" bIns="30792"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2940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61585" tIns="30792" rIns="61585" bIns="3079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61585" tIns="30792" rIns="61585" bIns="30792"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61585" tIns="30792" rIns="61585" bIns="3079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61585" tIns="30792" rIns="61585" bIns="30792"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61585" tIns="30792" rIns="61585" bIns="3079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61585" tIns="30792" rIns="61585" bIns="30792"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61585" tIns="30792" rIns="61585" bIns="3079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61585" tIns="30792" rIns="61585" bIns="30792"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61585" tIns="30792" rIns="61585" bIns="3079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61585" tIns="30792" rIns="61585" bIns="30792"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61585" tIns="30792" rIns="61585" bIns="3079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61585" tIns="30792" rIns="61585" bIns="30792"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B2E9E5E3-D0DA-8EEA-ADDE-A19F273AD96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-2367"/>
            <a:ext cx="10285326" cy="1454704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10" Type="http://schemas.openxmlformats.org/officeDocument/2006/relationships/image" Target="../media/image9.jpg"/><Relationship Id="rId4" Type="http://schemas.openxmlformats.org/officeDocument/2006/relationships/image" Target="../media/image3.jpg"/><Relationship Id="rId9" Type="http://schemas.openxmlformats.org/officeDocument/2006/relationships/image" Target="../media/image8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jpg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g"/><Relationship Id="rId13" Type="http://schemas.openxmlformats.org/officeDocument/2006/relationships/image" Target="../media/image24.jpg"/><Relationship Id="rId18" Type="http://schemas.openxmlformats.org/officeDocument/2006/relationships/image" Target="../media/image29.jpg"/><Relationship Id="rId3" Type="http://schemas.openxmlformats.org/officeDocument/2006/relationships/image" Target="../media/image14.jpg"/><Relationship Id="rId7" Type="http://schemas.openxmlformats.org/officeDocument/2006/relationships/image" Target="../media/image18.jpg"/><Relationship Id="rId12" Type="http://schemas.openxmlformats.org/officeDocument/2006/relationships/image" Target="../media/image23.jpg"/><Relationship Id="rId17" Type="http://schemas.openxmlformats.org/officeDocument/2006/relationships/image" Target="../media/image28.jp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27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jpg"/><Relationship Id="rId11" Type="http://schemas.openxmlformats.org/officeDocument/2006/relationships/image" Target="../media/image22.jpg"/><Relationship Id="rId5" Type="http://schemas.openxmlformats.org/officeDocument/2006/relationships/image" Target="../media/image16.jpg"/><Relationship Id="rId15" Type="http://schemas.openxmlformats.org/officeDocument/2006/relationships/image" Target="../media/image26.jpg"/><Relationship Id="rId10" Type="http://schemas.openxmlformats.org/officeDocument/2006/relationships/image" Target="../media/image21.jpg"/><Relationship Id="rId4" Type="http://schemas.openxmlformats.org/officeDocument/2006/relationships/image" Target="../media/image15.jpg"/><Relationship Id="rId9" Type="http://schemas.openxmlformats.org/officeDocument/2006/relationships/image" Target="../media/image20.jpg"/><Relationship Id="rId14" Type="http://schemas.openxmlformats.org/officeDocument/2006/relationships/image" Target="../media/image25.jp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/>
          <p:cNvSpPr/>
          <p:nvPr/>
        </p:nvSpPr>
        <p:spPr>
          <a:xfrm>
            <a:off x="-514350" y="853663"/>
            <a:ext cx="11315700" cy="2013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050" kern="0" spc="168" dirty="0">
                <a:solidFill>
                  <a:srgbClr val="C99A1F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SIGNATURE LINE</a:t>
            </a:r>
            <a:endParaRPr lang="en-US" sz="105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7" name="Text 4"/>
          <p:cNvSpPr/>
          <p:nvPr/>
        </p:nvSpPr>
        <p:spPr>
          <a:xfrm>
            <a:off x="-514350" y="1055006"/>
            <a:ext cx="11315700" cy="4735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zh-CN" sz="3150" b="1" kern="0" spc="-63" dirty="0">
                <a:solidFill>
                  <a:srgbClr val="2498BD"/>
                </a:solidFill>
                <a:latin typeface="Noto Sans SC DemiLight"/>
                <a:ea typeface="Noto Sans SC DemiLight"/>
                <a:cs typeface="Sinsegye" pitchFamily="34" charset="-120"/>
              </a:rPr>
              <a:t>招牌项目</a:t>
            </a:r>
            <a:endParaRPr lang="en-US" sz="315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8" name="Text 5"/>
          <p:cNvSpPr/>
          <p:nvPr/>
        </p:nvSpPr>
        <p:spPr>
          <a:xfrm>
            <a:off x="-514350" y="1528492"/>
            <a:ext cx="113157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zh-CN" sz="1275" dirty="0">
                <a:solidFill>
                  <a:srgbClr val="6E6E6E"/>
                </a:solidFill>
                <a:latin typeface="Noto Sans SC DemiLight"/>
                <a:ea typeface="Noto Sans SC DemiLight"/>
                <a:cs typeface="Arial" pitchFamily="34" charset="-120"/>
              </a:rPr>
              <a:t>以 Ceramique 独家配方打造的招牌护理</a:t>
            </a:r>
            <a:endParaRPr lang="en-US" sz="1275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99" name="Text 96"/>
          <p:cNvSpPr/>
          <p:nvPr/>
        </p:nvSpPr>
        <p:spPr>
          <a:xfrm>
            <a:off x="529167" y="13503293"/>
            <a:ext cx="9237133" cy="187694"/>
          </a:xfrm>
          <a:prstGeom prst="rect">
            <a:avLst/>
          </a:prstGeom>
          <a:noFill/>
          <a:ln/>
        </p:spPr>
        <p:txBody>
          <a:bodyPr wrap="square" lIns="25400" tIns="25400" rIns="514800" bIns="25400" rtlCol="0" anchor="t">
            <a:normAutofit fontScale="92500" lnSpcReduction="10000"/>
          </a:bodyPr>
          <a:lstStyle/>
          <a:p>
            <a:pPr marL="0" indent="0" algn="r">
              <a:buNone/>
            </a:pPr>
            <a:r>
              <a:rPr lang="zh-CN" sz="882" dirty="0">
                <a:solidFill>
                  <a:srgbClr val="6E6E6E"/>
                </a:solidFill>
                <a:latin typeface="Noto Sans SC DemiLight"/>
                <a:ea typeface="Noto Sans SC DemiLight"/>
                <a:cs typeface="GC 16 Mono" pitchFamily="34" charset="-120"/>
              </a:rPr>
              <a:t>* 价格不含10%附加税</a:t>
            </a:r>
            <a:endParaRPr lang="en-US" sz="1013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grpSp>
        <p:nvGrpSpPr>
          <p:cNvPr id="363" name="그룹 362">
            <a:extLst>
              <a:ext uri="{FF2B5EF4-FFF2-40B4-BE49-F238E27FC236}">
                <a16:creationId xmlns:a16="http://schemas.microsoft.com/office/drawing/2014/main" id="{2EB6DBDC-AF6D-DD99-CC7F-22E715E52120}"/>
              </a:ext>
            </a:extLst>
          </p:cNvPr>
          <p:cNvGrpSpPr/>
          <p:nvPr/>
        </p:nvGrpSpPr>
        <p:grpSpPr>
          <a:xfrm>
            <a:off x="930580" y="3710076"/>
            <a:ext cx="8316077" cy="1114967"/>
            <a:chOff x="930580" y="3710076"/>
            <a:chExt cx="8316077" cy="1114967"/>
          </a:xfrm>
        </p:grpSpPr>
        <p:sp>
          <p:nvSpPr>
            <p:cNvPr id="290" name="TextBox 289">
              <a:extLst>
                <a:ext uri="{FF2B5EF4-FFF2-40B4-BE49-F238E27FC236}">
                  <a16:creationId xmlns:a16="http://schemas.microsoft.com/office/drawing/2014/main" id="{E8AB2046-1A0E-F6CF-E68A-F16F1E1F2498}"/>
                </a:ext>
              </a:extLst>
            </p:cNvPr>
            <p:cNvSpPr txBox="1"/>
            <p:nvPr/>
          </p:nvSpPr>
          <p:spPr>
            <a:xfrm>
              <a:off x="930580" y="3710076"/>
              <a:ext cx="1000301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zh-CN" dirty="0">
                  <a:latin typeface="Noto Sans SC SemiBold"/>
                  <a:ea typeface="Noto Sans SC SemiBold"/>
                  <a:cs typeface="Sinsegye" pitchFamily="34" charset="-120"/>
                </a:rPr>
                <a:t>KK注射</a:t>
              </a:r>
            </a:p>
          </p:txBody>
        </p:sp>
        <p:grpSp>
          <p:nvGrpSpPr>
            <p:cNvPr id="362" name="그룹 361">
              <a:extLst>
                <a:ext uri="{FF2B5EF4-FFF2-40B4-BE49-F238E27FC236}">
                  <a16:creationId xmlns:a16="http://schemas.microsoft.com/office/drawing/2014/main" id="{9354147A-C97C-B641-29AC-0EDC72D20641}"/>
                </a:ext>
              </a:extLst>
            </p:cNvPr>
            <p:cNvGrpSpPr/>
            <p:nvPr/>
          </p:nvGrpSpPr>
          <p:grpSpPr>
            <a:xfrm>
              <a:off x="1041515" y="4036831"/>
              <a:ext cx="8205142" cy="788212"/>
              <a:chOff x="1041515" y="4036831"/>
              <a:chExt cx="8205142" cy="788212"/>
            </a:xfrm>
          </p:grpSpPr>
          <p:grpSp>
            <p:nvGrpSpPr>
              <p:cNvPr id="359" name="그룹 358">
                <a:extLst>
                  <a:ext uri="{FF2B5EF4-FFF2-40B4-BE49-F238E27FC236}">
                    <a16:creationId xmlns:a16="http://schemas.microsoft.com/office/drawing/2014/main" id="{C5C254C2-0D5F-FC28-9CCB-386269DA498A}"/>
                  </a:ext>
                </a:extLst>
              </p:cNvPr>
              <p:cNvGrpSpPr/>
              <p:nvPr/>
            </p:nvGrpSpPr>
            <p:grpSpPr>
              <a:xfrm>
                <a:off x="1041515" y="4036831"/>
                <a:ext cx="8205142" cy="788212"/>
                <a:chOff x="1041515" y="4036831"/>
                <a:chExt cx="8205142" cy="788212"/>
              </a:xfrm>
            </p:grpSpPr>
            <p:sp>
              <p:nvSpPr>
                <p:cNvPr id="296" name="Shape 7">
                  <a:extLst>
                    <a:ext uri="{FF2B5EF4-FFF2-40B4-BE49-F238E27FC236}">
                      <a16:creationId xmlns:a16="http://schemas.microsoft.com/office/drawing/2014/main" id="{469FBFE5-A2B6-EB93-8A48-F19F754DC677}"/>
                    </a:ext>
                  </a:extLst>
                </p:cNvPr>
                <p:cNvSpPr/>
                <p:nvPr/>
              </p:nvSpPr>
              <p:spPr>
                <a:xfrm>
                  <a:off x="1041515" y="4036831"/>
                  <a:ext cx="8205142" cy="13607"/>
                </a:xfrm>
                <a:prstGeom prst="rect">
                  <a:avLst/>
                </a:prstGeom>
                <a:solidFill>
                  <a:srgbClr val="2498BD"/>
                </a:solidFill>
                <a:ln/>
              </p:spPr>
            </p:sp>
            <p:sp>
              <p:nvSpPr>
                <p:cNvPr id="297" name="Shape 7">
                  <a:extLst>
                    <a:ext uri="{FF2B5EF4-FFF2-40B4-BE49-F238E27FC236}">
                      <a16:creationId xmlns:a16="http://schemas.microsoft.com/office/drawing/2014/main" id="{5BACF9CA-20F3-5713-3416-70974C26E959}"/>
                    </a:ext>
                  </a:extLst>
                </p:cNvPr>
                <p:cNvSpPr/>
                <p:nvPr/>
              </p:nvSpPr>
              <p:spPr>
                <a:xfrm>
                  <a:off x="1041515" y="4424592"/>
                  <a:ext cx="8205142" cy="13607"/>
                </a:xfrm>
                <a:prstGeom prst="rect">
                  <a:avLst/>
                </a:prstGeom>
                <a:solidFill>
                  <a:srgbClr val="CCCCCC"/>
                </a:solidFill>
                <a:ln/>
              </p:spPr>
            </p:sp>
            <p:sp>
              <p:nvSpPr>
                <p:cNvPr id="303" name="Shape 7">
                  <a:extLst>
                    <a:ext uri="{FF2B5EF4-FFF2-40B4-BE49-F238E27FC236}">
                      <a16:creationId xmlns:a16="http://schemas.microsoft.com/office/drawing/2014/main" id="{6F0897AD-A49F-DAE3-DB1F-F29F0824F60A}"/>
                    </a:ext>
                  </a:extLst>
                </p:cNvPr>
                <p:cNvSpPr/>
                <p:nvPr/>
              </p:nvSpPr>
              <p:spPr>
                <a:xfrm>
                  <a:off x="1041515" y="4811436"/>
                  <a:ext cx="8205142" cy="13607"/>
                </a:xfrm>
                <a:prstGeom prst="rect">
                  <a:avLst/>
                </a:prstGeom>
                <a:solidFill>
                  <a:srgbClr val="CCCCCC"/>
                </a:solidFill>
                <a:ln/>
              </p:spPr>
            </p:sp>
          </p:grpSp>
          <p:grpSp>
            <p:nvGrpSpPr>
              <p:cNvPr id="360" name="그룹 359">
                <a:extLst>
                  <a:ext uri="{FF2B5EF4-FFF2-40B4-BE49-F238E27FC236}">
                    <a16:creationId xmlns:a16="http://schemas.microsoft.com/office/drawing/2014/main" id="{E073F10A-DAC3-3514-F5D0-312A3D66682D}"/>
                  </a:ext>
                </a:extLst>
              </p:cNvPr>
              <p:cNvGrpSpPr/>
              <p:nvPr/>
            </p:nvGrpSpPr>
            <p:grpSpPr>
              <a:xfrm>
                <a:off x="1044691" y="4047496"/>
                <a:ext cx="8201966" cy="375481"/>
                <a:chOff x="1044691" y="4047496"/>
                <a:chExt cx="8201966" cy="375481"/>
              </a:xfrm>
            </p:grpSpPr>
            <p:sp>
              <p:nvSpPr>
                <p:cNvPr id="293" name="Text 11">
                  <a:extLst>
                    <a:ext uri="{FF2B5EF4-FFF2-40B4-BE49-F238E27FC236}">
                      <a16:creationId xmlns:a16="http://schemas.microsoft.com/office/drawing/2014/main" id="{C1B91523-7C5E-7560-596F-215C7A208FF6}"/>
                    </a:ext>
                  </a:extLst>
                </p:cNvPr>
                <p:cNvSpPr/>
                <p:nvPr/>
              </p:nvSpPr>
              <p:spPr>
                <a:xfrm>
                  <a:off x="1044691" y="4047496"/>
                  <a:ext cx="5697456" cy="375481"/>
                </a:xfrm>
                <a:prstGeom prst="rect">
                  <a:avLst/>
                </a:prstGeom>
                <a:noFill/>
                <a:ln/>
              </p:spPr>
              <p:txBody>
                <a:bodyPr wrap="none" lIns="72000" tIns="0" rIns="72000" bIns="0" rtlCol="0" anchor="ctr" anchorCtr="0">
                  <a:normAutofit/>
                </a:bodyPr>
                <a:lstStyle/>
                <a:p>
                  <a:r>
                    <a:rPr lang="zh-CN" sz="1400" dirty="0">
                      <a:solidFill>
                        <a:srgbClr val="555555"/>
                      </a:solidFill>
                      <a:latin typeface="Noto Sans SC Medium"/>
                      <a:ea typeface="Noto Sans SC Medium"/>
                      <a:cs typeface="Arial" pitchFamily="34" charset="-120"/>
                    </a:rPr>
                    <a:t xml:space="preserve">KK注射  </a:t>
                  </a:r>
                  <a:r>
                    <a:rPr lang="zh-CN" sz="1000" dirty="0">
                      <a:solidFill>
                        <a:srgbClr val="555555"/>
                      </a:solidFill>
                      <a:latin typeface="Noto Sans SC DemiLight"/>
                      <a:ea typeface="Noto Sans SC DemiLight"/>
                      <a:cs typeface="Arial" pitchFamily="34" charset="-120"/>
                    </a:rPr>
                    <a:t>自体细胞与胶原蛋白的 Ceramique 独家配方尊享水光针 — RAJUNISS干细胞·Celcore</a:t>
                  </a:r>
                  <a:endParaRPr lang="ko-KR" altLang="en-US" sz="1000" dirty="0">
                    <a:solidFill>
                      <a:srgbClr val="555555"/>
                    </a:solidFill>
                    <a:latin typeface="신세계 Regular" panose="02000300000000000000" pitchFamily="50" charset="-127"/>
                    <a:ea typeface="신세계 Regular" panose="02000300000000000000" pitchFamily="50" charset="-127"/>
                    <a:cs typeface="Arial" pitchFamily="34" charset="-120"/>
                  </a:endParaRPr>
                </a:p>
              </p:txBody>
            </p:sp>
            <p:sp>
              <p:nvSpPr>
                <p:cNvPr id="295" name="Text 15">
                  <a:extLst>
                    <a:ext uri="{FF2B5EF4-FFF2-40B4-BE49-F238E27FC236}">
                      <a16:creationId xmlns:a16="http://schemas.microsoft.com/office/drawing/2014/main" id="{53CB26D6-0910-834B-6F4A-D6BE13977286}"/>
                    </a:ext>
                  </a:extLst>
                </p:cNvPr>
                <p:cNvSpPr/>
                <p:nvPr/>
              </p:nvSpPr>
              <p:spPr>
                <a:xfrm>
                  <a:off x="7069424" y="4048967"/>
                  <a:ext cx="2265448" cy="372539"/>
                </a:xfrm>
                <a:prstGeom prst="rect">
                  <a:avLst/>
                </a:prstGeom>
                <a:noFill/>
                <a:ln/>
              </p:spPr>
              <p:txBody>
                <a:bodyPr wrap="none" lIns="72000" tIns="0" rIns="72000" bIns="0" rtlCol="0" anchor="ctr" anchorCtr="0">
                  <a:noAutofit/>
                </a:bodyPr>
                <a:lstStyle/>
                <a:p>
                  <a:pPr algn="r"/>
                  <a:r>
                    <a:rPr lang="zh-CN" sz="1200" dirty="0">
                      <a:solidFill>
                        <a:srgbClr val="2498BD"/>
                      </a:solidFill>
                      <a:latin typeface="Noto Sans SC DemiLight"/>
                      <a:ea typeface="Noto Sans SC DemiLight"/>
                      <a:cs typeface="GC 16 Mono" pitchFamily="34" charset="-120"/>
                    </a:rPr>
                    <a:t>1套</a:t>
                  </a:r>
                  <a:r>
                    <a:rPr lang="en-US" altLang="ko-KR" sz="1100" dirty="0">
                      <a:solidFill>
                        <a:srgbClr val="2498BD"/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GC 16 Mono" pitchFamily="34" charset="-120"/>
                    </a:rPr>
                    <a:t> </a:t>
                  </a:r>
                  <a:r>
                    <a:rPr lang="en-US" sz="1400" dirty="0">
                      <a:solidFill>
                        <a:srgbClr val="1A1A1A"/>
                      </a:solidFill>
                      <a:latin typeface="신세계 Bold" panose="02000300000000000000" pitchFamily="50" charset="-127"/>
                      <a:ea typeface="신세계 Bold" panose="02000300000000000000" pitchFamily="50" charset="-127"/>
                      <a:cs typeface="Arial" pitchFamily="34" charset="-120"/>
                    </a:rPr>
                    <a:t>3,850,000</a:t>
                  </a:r>
                </a:p>
              </p:txBody>
            </p:sp>
          </p:grpSp>
          <p:grpSp>
            <p:nvGrpSpPr>
              <p:cNvPr id="361" name="그룹 360">
                <a:extLst>
                  <a:ext uri="{FF2B5EF4-FFF2-40B4-BE49-F238E27FC236}">
                    <a16:creationId xmlns:a16="http://schemas.microsoft.com/office/drawing/2014/main" id="{2BE7EB5D-B5FA-EC08-2ECD-0453A8E6383C}"/>
                  </a:ext>
                </a:extLst>
              </p:cNvPr>
              <p:cNvGrpSpPr/>
              <p:nvPr/>
            </p:nvGrpSpPr>
            <p:grpSpPr>
              <a:xfrm>
                <a:off x="1044691" y="4434340"/>
                <a:ext cx="8201966" cy="375481"/>
                <a:chOff x="1044691" y="4434340"/>
                <a:chExt cx="8201966" cy="375481"/>
              </a:xfrm>
            </p:grpSpPr>
            <p:sp>
              <p:nvSpPr>
                <p:cNvPr id="299" name="Text 11">
                  <a:extLst>
                    <a:ext uri="{FF2B5EF4-FFF2-40B4-BE49-F238E27FC236}">
                      <a16:creationId xmlns:a16="http://schemas.microsoft.com/office/drawing/2014/main" id="{493BF336-4031-7185-D8CA-35E1D99C9F3B}"/>
                    </a:ext>
                  </a:extLst>
                </p:cNvPr>
                <p:cNvSpPr/>
                <p:nvPr/>
              </p:nvSpPr>
              <p:spPr>
                <a:xfrm>
                  <a:off x="1044691" y="4434340"/>
                  <a:ext cx="5660909" cy="375481"/>
                </a:xfrm>
                <a:prstGeom prst="rect">
                  <a:avLst/>
                </a:prstGeom>
                <a:noFill/>
                <a:ln/>
              </p:spPr>
              <p:txBody>
                <a:bodyPr wrap="none" lIns="72000" tIns="0" rIns="72000" bIns="0" rtlCol="0" anchor="ctr" anchorCtr="0">
                  <a:normAutofit/>
                </a:bodyPr>
                <a:lstStyle/>
                <a:p>
                  <a:pPr marL="0" indent="0" algn="l">
                    <a:buNone/>
                  </a:pPr>
                  <a:r>
                    <a:rPr lang="zh-CN" sz="1400" dirty="0">
                      <a:solidFill>
                        <a:srgbClr val="555555"/>
                      </a:solidFill>
                      <a:latin typeface="Noto Sans SC Medium"/>
                      <a:ea typeface="Noto Sans SC Medium"/>
                      <a:cs typeface="Arial" pitchFamily="34" charset="-120"/>
                    </a:rPr>
                    <a:t>高级 KK注射</a:t>
                  </a:r>
                </a:p>
              </p:txBody>
            </p:sp>
            <p:sp>
              <p:nvSpPr>
                <p:cNvPr id="301" name="Text 15">
                  <a:extLst>
                    <a:ext uri="{FF2B5EF4-FFF2-40B4-BE49-F238E27FC236}">
                      <a16:creationId xmlns:a16="http://schemas.microsoft.com/office/drawing/2014/main" id="{2676FD81-AC82-4D78-9E33-4EB2CB030F09}"/>
                    </a:ext>
                  </a:extLst>
                </p:cNvPr>
                <p:cNvSpPr/>
                <p:nvPr/>
              </p:nvSpPr>
              <p:spPr>
                <a:xfrm>
                  <a:off x="7069424" y="4435811"/>
                  <a:ext cx="2265448" cy="372539"/>
                </a:xfrm>
                <a:prstGeom prst="rect">
                  <a:avLst/>
                </a:prstGeom>
                <a:noFill/>
                <a:ln/>
              </p:spPr>
              <p:txBody>
                <a:bodyPr wrap="none" lIns="72000" tIns="0" rIns="72000" bIns="0" rtlCol="0" anchor="ctr" anchorCtr="0">
                  <a:noAutofit/>
                </a:bodyPr>
                <a:lstStyle/>
                <a:p>
                  <a:pPr algn="r"/>
                  <a:r>
                    <a:rPr lang="zh-CN" sz="1200" dirty="0">
                      <a:solidFill>
                        <a:srgbClr val="2498BD"/>
                      </a:solidFill>
                      <a:latin typeface="Noto Sans SC DemiLight"/>
                      <a:ea typeface="Noto Sans SC DemiLight"/>
                      <a:cs typeface="GC 16 Mono" pitchFamily="34" charset="-120"/>
                    </a:rPr>
                    <a:t>3套</a:t>
                  </a:r>
                  <a:r>
                    <a:rPr lang="en-US" altLang="ko-KR" sz="1100" dirty="0">
                      <a:solidFill>
                        <a:srgbClr val="2498BD"/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GC 16 Mono" pitchFamily="34" charset="-120"/>
                    </a:rPr>
                    <a:t> </a:t>
                  </a:r>
                  <a:r>
                    <a:rPr lang="en-US" sz="1400" dirty="0">
                      <a:solidFill>
                        <a:srgbClr val="1A1A1A"/>
                      </a:solidFill>
                      <a:latin typeface="신세계 Bold" panose="02000300000000000000" pitchFamily="50" charset="-127"/>
                      <a:ea typeface="신세계 Bold" panose="02000300000000000000" pitchFamily="50" charset="-127"/>
                      <a:cs typeface="Arial" pitchFamily="34" charset="-120"/>
                    </a:rPr>
                    <a:t>4,500,000</a:t>
                  </a:r>
                </a:p>
              </p:txBody>
            </p:sp>
          </p:grpSp>
        </p:grpSp>
      </p:grpSp>
      <p:grpSp>
        <p:nvGrpSpPr>
          <p:cNvPr id="377" name="그룹 376">
            <a:extLst>
              <a:ext uri="{FF2B5EF4-FFF2-40B4-BE49-F238E27FC236}">
                <a16:creationId xmlns:a16="http://schemas.microsoft.com/office/drawing/2014/main" id="{85FC64BF-48F9-A02B-E08A-1A6978836CD4}"/>
              </a:ext>
            </a:extLst>
          </p:cNvPr>
          <p:cNvGrpSpPr/>
          <p:nvPr/>
        </p:nvGrpSpPr>
        <p:grpSpPr>
          <a:xfrm>
            <a:off x="930580" y="8057148"/>
            <a:ext cx="8316077" cy="1681246"/>
            <a:chOff x="930580" y="8057148"/>
            <a:chExt cx="8316077" cy="1681246"/>
          </a:xfrm>
        </p:grpSpPr>
        <p:sp>
          <p:nvSpPr>
            <p:cNvPr id="338" name="TextBox 337">
              <a:extLst>
                <a:ext uri="{FF2B5EF4-FFF2-40B4-BE49-F238E27FC236}">
                  <a16:creationId xmlns:a16="http://schemas.microsoft.com/office/drawing/2014/main" id="{6DDC3603-F8A0-3B3A-2F81-DD508C818502}"/>
                </a:ext>
              </a:extLst>
            </p:cNvPr>
            <p:cNvSpPr txBox="1"/>
            <p:nvPr/>
          </p:nvSpPr>
          <p:spPr>
            <a:xfrm>
              <a:off x="930580" y="8057148"/>
              <a:ext cx="2694969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zh-CN" dirty="0">
                  <a:latin typeface="Noto Sans SC SemiBold"/>
                  <a:ea typeface="Noto Sans SC SemiBold"/>
                  <a:cs typeface="Sinsegye" pitchFamily="34" charset="-120"/>
                </a:rPr>
                <a:t>肤质平滑方案</a:t>
              </a:r>
            </a:p>
          </p:txBody>
        </p:sp>
        <p:sp>
          <p:nvSpPr>
            <p:cNvPr id="339" name="Text 9">
              <a:extLst>
                <a:ext uri="{FF2B5EF4-FFF2-40B4-BE49-F238E27FC236}">
                  <a16:creationId xmlns:a16="http://schemas.microsoft.com/office/drawing/2014/main" id="{61075F70-EA29-2621-EB7D-1E09005AF291}"/>
                </a:ext>
              </a:extLst>
            </p:cNvPr>
            <p:cNvSpPr/>
            <p:nvPr/>
          </p:nvSpPr>
          <p:spPr>
            <a:xfrm>
              <a:off x="7114613" y="8117613"/>
              <a:ext cx="2132044" cy="248402"/>
            </a:xfrm>
            <a:prstGeom prst="rect">
              <a:avLst/>
            </a:prstGeom>
            <a:noFill/>
            <a:ln/>
          </p:spPr>
          <p:txBody>
            <a:bodyPr wrap="none" lIns="108000" tIns="46800" rIns="0" bIns="46800" rtlCol="0" anchor="ctr" anchorCtr="0">
              <a:spAutoFit/>
            </a:bodyPr>
            <a:lstStyle/>
            <a:p>
              <a:pPr marL="0" indent="0" algn="r">
                <a:buNone/>
              </a:pPr>
              <a:r>
                <a:rPr lang="zh-CN" sz="1000" dirty="0">
                  <a:solidFill>
                    <a:srgbClr val="2498BD"/>
                  </a:solidFill>
                  <a:latin typeface="Noto Sans SC DemiLight"/>
                  <a:ea typeface="Noto Sans SC DemiLight"/>
                  <a:cs typeface="Arial" pitchFamily="34" charset="-120"/>
                </a:rPr>
                <a:t>毛孔/疤痕/痘印 1:1 定制护理</a:t>
              </a:r>
            </a:p>
          </p:txBody>
        </p:sp>
        <p:grpSp>
          <p:nvGrpSpPr>
            <p:cNvPr id="376" name="그룹 375">
              <a:extLst>
                <a:ext uri="{FF2B5EF4-FFF2-40B4-BE49-F238E27FC236}">
                  <a16:creationId xmlns:a16="http://schemas.microsoft.com/office/drawing/2014/main" id="{18EE62A7-2B7D-EF42-63C3-0A40657F2284}"/>
                </a:ext>
              </a:extLst>
            </p:cNvPr>
            <p:cNvGrpSpPr/>
            <p:nvPr/>
          </p:nvGrpSpPr>
          <p:grpSpPr>
            <a:xfrm>
              <a:off x="1041515" y="8383903"/>
              <a:ext cx="8205142" cy="1354491"/>
              <a:chOff x="1041515" y="8383903"/>
              <a:chExt cx="8205142" cy="1354491"/>
            </a:xfrm>
          </p:grpSpPr>
          <p:grpSp>
            <p:nvGrpSpPr>
              <p:cNvPr id="353" name="그룹 352">
                <a:extLst>
                  <a:ext uri="{FF2B5EF4-FFF2-40B4-BE49-F238E27FC236}">
                    <a16:creationId xmlns:a16="http://schemas.microsoft.com/office/drawing/2014/main" id="{7142CABF-3EA8-54F6-2218-CF4370962128}"/>
                  </a:ext>
                </a:extLst>
              </p:cNvPr>
              <p:cNvGrpSpPr/>
              <p:nvPr/>
            </p:nvGrpSpPr>
            <p:grpSpPr>
              <a:xfrm>
                <a:off x="1041515" y="8383903"/>
                <a:ext cx="8205142" cy="1354491"/>
                <a:chOff x="1041515" y="8383903"/>
                <a:chExt cx="8205142" cy="1354491"/>
              </a:xfrm>
            </p:grpSpPr>
            <p:sp>
              <p:nvSpPr>
                <p:cNvPr id="344" name="Shape 7">
                  <a:extLst>
                    <a:ext uri="{FF2B5EF4-FFF2-40B4-BE49-F238E27FC236}">
                      <a16:creationId xmlns:a16="http://schemas.microsoft.com/office/drawing/2014/main" id="{0E51EEA8-941C-D516-12A3-17C3B1302D9E}"/>
                    </a:ext>
                  </a:extLst>
                </p:cNvPr>
                <p:cNvSpPr/>
                <p:nvPr/>
              </p:nvSpPr>
              <p:spPr>
                <a:xfrm>
                  <a:off x="1041515" y="8383903"/>
                  <a:ext cx="8205142" cy="13607"/>
                </a:xfrm>
                <a:prstGeom prst="rect">
                  <a:avLst/>
                </a:prstGeom>
                <a:solidFill>
                  <a:srgbClr val="2498BD"/>
                </a:solidFill>
                <a:ln/>
              </p:spPr>
            </p:sp>
            <p:sp>
              <p:nvSpPr>
                <p:cNvPr id="345" name="Shape 7">
                  <a:extLst>
                    <a:ext uri="{FF2B5EF4-FFF2-40B4-BE49-F238E27FC236}">
                      <a16:creationId xmlns:a16="http://schemas.microsoft.com/office/drawing/2014/main" id="{4A87C16F-76FF-7B8D-9E42-A1E623ECCB8F}"/>
                    </a:ext>
                  </a:extLst>
                </p:cNvPr>
                <p:cNvSpPr/>
                <p:nvPr/>
              </p:nvSpPr>
              <p:spPr>
                <a:xfrm>
                  <a:off x="1041515" y="9724787"/>
                  <a:ext cx="8205142" cy="13607"/>
                </a:xfrm>
                <a:prstGeom prst="rect">
                  <a:avLst/>
                </a:prstGeom>
                <a:solidFill>
                  <a:srgbClr val="CCCCCC"/>
                </a:solidFill>
                <a:ln/>
              </p:spPr>
            </p:sp>
          </p:grpSp>
          <p:grpSp>
            <p:nvGrpSpPr>
              <p:cNvPr id="375" name="그룹 374">
                <a:extLst>
                  <a:ext uri="{FF2B5EF4-FFF2-40B4-BE49-F238E27FC236}">
                    <a16:creationId xmlns:a16="http://schemas.microsoft.com/office/drawing/2014/main" id="{232627F6-6A00-4037-7473-5175B3906409}"/>
                  </a:ext>
                </a:extLst>
              </p:cNvPr>
              <p:cNvGrpSpPr/>
              <p:nvPr/>
            </p:nvGrpSpPr>
            <p:grpSpPr>
              <a:xfrm>
                <a:off x="1044691" y="8394252"/>
                <a:ext cx="8201966" cy="1329908"/>
                <a:chOff x="1044691" y="8394252"/>
                <a:chExt cx="8201966" cy="1329908"/>
              </a:xfrm>
            </p:grpSpPr>
            <p:sp>
              <p:nvSpPr>
                <p:cNvPr id="341" name="Text 11">
                  <a:extLst>
                    <a:ext uri="{FF2B5EF4-FFF2-40B4-BE49-F238E27FC236}">
                      <a16:creationId xmlns:a16="http://schemas.microsoft.com/office/drawing/2014/main" id="{0F7C02AB-C323-4565-E805-4D7413895469}"/>
                    </a:ext>
                  </a:extLst>
                </p:cNvPr>
                <p:cNvSpPr/>
                <p:nvPr/>
              </p:nvSpPr>
              <p:spPr>
                <a:xfrm>
                  <a:off x="1044691" y="8394252"/>
                  <a:ext cx="6944570" cy="1329908"/>
                </a:xfrm>
                <a:prstGeom prst="rect">
                  <a:avLst/>
                </a:prstGeom>
                <a:noFill/>
                <a:ln/>
              </p:spPr>
              <p:txBody>
                <a:bodyPr wrap="none" lIns="72000" tIns="0" rIns="72000" bIns="0" rtlCol="0" anchor="ctr" anchorCtr="0">
                  <a:noAutofit/>
                </a:bodyPr>
                <a:lstStyle/>
                <a:p>
                  <a:r>
                    <a:rPr lang="zh-CN" sz="1400" dirty="0">
                      <a:solidFill>
                        <a:srgbClr val="555555"/>
                      </a:solidFill>
                      <a:latin typeface="Noto Sans SC Medium"/>
                      <a:ea typeface="Noto Sans SC Medium"/>
                      <a:cs typeface="Arial" pitchFamily="34" charset="-120"/>
                    </a:rPr>
                    <a:t>黄金微针（全脸）</a:t>
                  </a:r>
                </a:p>
                <a:p>
                  <a:pPr>
                    <a:lnSpc>
                      <a:spcPct val="150000"/>
                    </a:lnSpc>
                  </a:pPr>
                  <a:r>
                    <a:rPr lang="zh-CN" sz="1049" dirty="0">
                      <a:solidFill>
                        <a:srgbClr val="555555"/>
                      </a:solidFill>
                      <a:latin typeface="Noto Sans SC DemiLight"/>
                      <a:ea typeface="Noto Sans SC DemiLight"/>
                      <a:cs typeface="Arial" pitchFamily="34" charset="-120"/>
                    </a:rPr>
                    <a:t>分析毛孔、疤痕、痘印的成因 · 大小 · 凹凸程度 · 质地 · 颜色并进行改善的专属疗程</a:t>
                  </a:r>
                  <a:br>
                    <a:rPr lang="en-US" altLang="ko-KR" sz="1100" dirty="0">
                      <a:solidFill>
                        <a:srgbClr val="555555"/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Arial" pitchFamily="34" charset="-120"/>
                    </a:rPr>
                  </a:br>
                  <a:r>
                    <a:rPr lang="zh-CN" sz="954" dirty="0">
                      <a:solidFill>
                        <a:schemeClr val="bg1">
                          <a:lumMod val="50000"/>
                        </a:schemeClr>
                      </a:solidFill>
                      <a:latin typeface="Noto Sans SC DemiLight"/>
                      <a:ea typeface="Noto Sans SC DemiLight"/>
                      <a:cs typeface="Arial" pitchFamily="34" charset="-120"/>
                    </a:rPr>
                    <a:t>* 疼痛护理: 麻醉膏、局部麻醉</a:t>
                  </a:r>
                  <a:endParaRPr lang="en-US" altLang="ko-KR" sz="1000" dirty="0">
                    <a:solidFill>
                      <a:schemeClr val="bg1">
                        <a:lumMod val="50000"/>
                      </a:schemeClr>
                    </a:solidFill>
                    <a:latin typeface="신세계 Regular" panose="02000300000000000000" pitchFamily="50" charset="-127"/>
                    <a:ea typeface="신세계 Regular" panose="02000300000000000000" pitchFamily="50" charset="-127"/>
                    <a:cs typeface="Arial" pitchFamily="34" charset="-120"/>
                  </a:endParaRPr>
                </a:p>
                <a:p>
                  <a:pPr>
                    <a:lnSpc>
                      <a:spcPct val="150000"/>
                    </a:lnSpc>
                  </a:pPr>
                  <a:r>
                    <a:rPr lang="zh-CN" sz="1000" dirty="0">
                      <a:solidFill>
                        <a:schemeClr val="bg1">
                          <a:lumMod val="50000"/>
                        </a:schemeClr>
                      </a:solidFill>
                      <a:latin typeface="Noto Sans SC DemiLight"/>
                      <a:ea typeface="Noto Sans SC DemiLight"/>
                      <a:cs typeface="Arial" pitchFamily="34" charset="-120"/>
                    </a:rPr>
                    <a:t>* 术后护理: O2氧气罩 + 软膜</a:t>
                  </a:r>
                  <a:endParaRPr lang="en-US" altLang="ko-KR" sz="1000" dirty="0">
                    <a:solidFill>
                      <a:schemeClr val="bg1">
                        <a:lumMod val="50000"/>
                      </a:schemeClr>
                    </a:solidFill>
                    <a:latin typeface="신세계 Regular" panose="02000300000000000000" pitchFamily="50" charset="-127"/>
                    <a:ea typeface="신세계 Regular" panose="02000300000000000000" pitchFamily="50" charset="-127"/>
                    <a:cs typeface="Arial" pitchFamily="34" charset="-120"/>
                  </a:endParaRPr>
                </a:p>
                <a:p>
                  <a:pPr marL="0" indent="0" algn="l">
                    <a:lnSpc>
                      <a:spcPct val="150000"/>
                    </a:lnSpc>
                    <a:buNone/>
                  </a:pPr>
                  <a:r>
                    <a:rPr lang="zh-CN" sz="1000" dirty="0">
                      <a:solidFill>
                        <a:schemeClr val="bg1">
                          <a:lumMod val="50000"/>
                        </a:schemeClr>
                      </a:solidFill>
                      <a:latin typeface="Noto Sans SC DemiLight"/>
                      <a:ea typeface="Noto Sans SC DemiLight"/>
                      <a:cs typeface="Arial" pitchFamily="34" charset="-120"/>
                    </a:rPr>
                    <a:t>* 根据皮肤状态，每次以黄金微针 + 乔雅露、Olidia、水光肉毒中选1组合进行定制施术</a:t>
                  </a:r>
                </a:p>
              </p:txBody>
            </p:sp>
            <p:sp>
              <p:nvSpPr>
                <p:cNvPr id="343" name="Text 15">
                  <a:extLst>
                    <a:ext uri="{FF2B5EF4-FFF2-40B4-BE49-F238E27FC236}">
                      <a16:creationId xmlns:a16="http://schemas.microsoft.com/office/drawing/2014/main" id="{7FDBD508-0221-3F1F-2A0E-2BFB1E756CDF}"/>
                    </a:ext>
                  </a:extLst>
                </p:cNvPr>
                <p:cNvSpPr/>
                <p:nvPr/>
              </p:nvSpPr>
              <p:spPr>
                <a:xfrm>
                  <a:off x="7069424" y="8395568"/>
                  <a:ext cx="2265448" cy="1327277"/>
                </a:xfrm>
                <a:prstGeom prst="rect">
                  <a:avLst/>
                </a:prstGeom>
                <a:noFill/>
                <a:ln/>
              </p:spPr>
              <p:txBody>
                <a:bodyPr wrap="none" lIns="72000" tIns="0" rIns="72000" bIns="0" rtlCol="0" anchor="ctr" anchorCtr="0">
                  <a:noAutofit/>
                </a:bodyPr>
                <a:lstStyle/>
                <a:p>
                  <a:pPr algn="r">
                    <a:lnSpc>
                      <a:spcPct val="120000"/>
                    </a:lnSpc>
                  </a:pPr>
                  <a:r>
                    <a:rPr lang="zh-CN" sz="1167" dirty="0">
                      <a:solidFill>
                        <a:srgbClr val="2498BD"/>
                      </a:solidFill>
                      <a:latin typeface="Noto Sans SC DemiLight"/>
                      <a:ea typeface="Noto Sans SC DemiLight"/>
                      <a:cs typeface="GC 16 Mono" pitchFamily="34" charset="-120"/>
                    </a:rPr>
                    <a:t>1次</a:t>
                  </a:r>
                  <a:r>
                    <a:rPr lang="en-US" altLang="ko-KR" sz="1100" dirty="0">
                      <a:solidFill>
                        <a:srgbClr val="2498BD"/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GC 16 Mono" pitchFamily="34" charset="-120"/>
                    </a:rPr>
                    <a:t> </a:t>
                  </a:r>
                  <a:r>
                    <a:rPr lang="en-US" altLang="ko-KR" sz="1400" dirty="0">
                      <a:solidFill>
                        <a:srgbClr val="1A1A1A"/>
                      </a:solidFill>
                      <a:latin typeface="신세계 Bold" panose="02000300000000000000" pitchFamily="50" charset="-127"/>
                      <a:ea typeface="신세계 Bold" panose="02000300000000000000" pitchFamily="50" charset="-127"/>
                      <a:cs typeface="Arial" pitchFamily="34" charset="-120"/>
                    </a:rPr>
                    <a:t>550,000</a:t>
                  </a:r>
                  <a:endParaRPr lang="en-US" altLang="ko-KR" sz="1100" dirty="0">
                    <a:solidFill>
                      <a:srgbClr val="1A1A1A"/>
                    </a:solidFill>
                    <a:latin typeface="신세계 Bold" panose="02000300000000000000" pitchFamily="50" charset="-127"/>
                    <a:ea typeface="신세계 Bold" panose="02000300000000000000" pitchFamily="50" charset="-127"/>
                    <a:cs typeface="Arial" pitchFamily="34" charset="-120"/>
                  </a:endParaRPr>
                </a:p>
                <a:p>
                  <a:pPr algn="r">
                    <a:lnSpc>
                      <a:spcPct val="120000"/>
                    </a:lnSpc>
                  </a:pPr>
                  <a:r>
                    <a:rPr lang="zh-CN" sz="1167" dirty="0">
                      <a:solidFill>
                        <a:srgbClr val="2498BD"/>
                      </a:solidFill>
                      <a:latin typeface="Noto Sans SC DemiLight"/>
                      <a:ea typeface="Noto Sans SC DemiLight"/>
                      <a:cs typeface="GC 16 Mono" pitchFamily="34" charset="-120"/>
                    </a:rPr>
                    <a:t>3次</a:t>
                  </a:r>
                  <a:r>
                    <a:rPr lang="en-US" altLang="ko-KR" sz="1400" dirty="0">
                      <a:solidFill>
                        <a:srgbClr val="2498BD"/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GC 16 Mono" pitchFamily="34" charset="-120"/>
                    </a:rPr>
                    <a:t> </a:t>
                  </a:r>
                  <a:r>
                    <a:rPr lang="en-US" sz="1400" dirty="0">
                      <a:solidFill>
                        <a:srgbClr val="1A1A1A"/>
                      </a:solidFill>
                      <a:latin typeface="신세계 Bold" panose="02000300000000000000" pitchFamily="50" charset="-127"/>
                      <a:ea typeface="신세계 Bold" panose="02000300000000000000" pitchFamily="50" charset="-127"/>
                      <a:cs typeface="Arial" pitchFamily="34" charset="-120"/>
                    </a:rPr>
                    <a:t>1,450,000</a:t>
                  </a:r>
                </a:p>
                <a:p>
                  <a:pPr algn="r">
                    <a:lnSpc>
                      <a:spcPct val="120000"/>
                    </a:lnSpc>
                  </a:pPr>
                  <a:r>
                    <a:rPr lang="zh-CN" sz="1167" dirty="0">
                      <a:solidFill>
                        <a:srgbClr val="2498BD"/>
                      </a:solidFill>
                      <a:latin typeface="Noto Sans SC DemiLight"/>
                      <a:ea typeface="Noto Sans SC DemiLight"/>
                      <a:cs typeface="GC 16 Mono" pitchFamily="34" charset="-120"/>
                    </a:rPr>
                    <a:t>5次</a:t>
                  </a:r>
                  <a:r>
                    <a:rPr lang="en-US" altLang="ko-KR" sz="1400" dirty="0">
                      <a:solidFill>
                        <a:srgbClr val="2498BD"/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GC 16 Mono" pitchFamily="34" charset="-120"/>
                    </a:rPr>
                    <a:t> </a:t>
                  </a:r>
                  <a:r>
                    <a:rPr lang="en-US" altLang="ko-KR" sz="1400" dirty="0">
                      <a:solidFill>
                        <a:srgbClr val="1A1A1A"/>
                      </a:solidFill>
                      <a:latin typeface="신세계 Bold" panose="02000300000000000000" pitchFamily="50" charset="-127"/>
                      <a:ea typeface="신세계 Bold" panose="02000300000000000000" pitchFamily="50" charset="-127"/>
                      <a:cs typeface="Arial" pitchFamily="34" charset="-120"/>
                    </a:rPr>
                    <a:t>1,990,000</a:t>
                  </a:r>
                </a:p>
              </p:txBody>
            </p:sp>
          </p:grpSp>
        </p:grpSp>
      </p:grpSp>
      <p:grpSp>
        <p:nvGrpSpPr>
          <p:cNvPr id="386" name="그룹 385">
            <a:extLst>
              <a:ext uri="{FF2B5EF4-FFF2-40B4-BE49-F238E27FC236}">
                <a16:creationId xmlns:a16="http://schemas.microsoft.com/office/drawing/2014/main" id="{9177DF37-424F-007E-8E9F-453761EE90B4}"/>
              </a:ext>
            </a:extLst>
          </p:cNvPr>
          <p:cNvGrpSpPr/>
          <p:nvPr/>
        </p:nvGrpSpPr>
        <p:grpSpPr>
          <a:xfrm>
            <a:off x="930580" y="2720019"/>
            <a:ext cx="8316077" cy="728123"/>
            <a:chOff x="930580" y="2720019"/>
            <a:chExt cx="8316077" cy="728123"/>
          </a:xfrm>
        </p:grpSpPr>
        <p:sp>
          <p:nvSpPr>
            <p:cNvPr id="275" name="TextBox 274">
              <a:extLst>
                <a:ext uri="{FF2B5EF4-FFF2-40B4-BE49-F238E27FC236}">
                  <a16:creationId xmlns:a16="http://schemas.microsoft.com/office/drawing/2014/main" id="{E7C8D2C6-0700-2046-2599-0D01A6627BBE}"/>
                </a:ext>
              </a:extLst>
            </p:cNvPr>
            <p:cNvSpPr txBox="1"/>
            <p:nvPr/>
          </p:nvSpPr>
          <p:spPr>
            <a:xfrm>
              <a:off x="930580" y="2720019"/>
              <a:ext cx="969845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zh-CN" dirty="0">
                  <a:latin typeface="Noto Sans SC SemiBold"/>
                  <a:ea typeface="Noto Sans SC SemiBold"/>
                  <a:cs typeface="Sinsegye" pitchFamily="34" charset="-120"/>
                </a:rPr>
                <a:t>KS注射</a:t>
              </a:r>
              <a:endParaRPr lang="en-US" altLang="ko-KR" dirty="0">
                <a:latin typeface="신세계 SemiBold" panose="02000300000000000000" pitchFamily="50" charset="-127"/>
                <a:ea typeface="신세계 SemiBold" panose="02000300000000000000" pitchFamily="50" charset="-127"/>
              </a:endParaRPr>
            </a:p>
          </p:txBody>
        </p:sp>
        <p:grpSp>
          <p:nvGrpSpPr>
            <p:cNvPr id="221" name="그룹 220">
              <a:extLst>
                <a:ext uri="{FF2B5EF4-FFF2-40B4-BE49-F238E27FC236}">
                  <a16:creationId xmlns:a16="http://schemas.microsoft.com/office/drawing/2014/main" id="{76CED606-8599-784C-16AB-32E32277C518}"/>
                </a:ext>
              </a:extLst>
            </p:cNvPr>
            <p:cNvGrpSpPr/>
            <p:nvPr/>
          </p:nvGrpSpPr>
          <p:grpSpPr>
            <a:xfrm>
              <a:off x="1041515" y="3046774"/>
              <a:ext cx="8205142" cy="401368"/>
              <a:chOff x="1041515" y="3046774"/>
              <a:chExt cx="8205142" cy="401368"/>
            </a:xfrm>
          </p:grpSpPr>
          <p:sp>
            <p:nvSpPr>
              <p:cNvPr id="10" name="Shape 7"/>
              <p:cNvSpPr/>
              <p:nvPr/>
            </p:nvSpPr>
            <p:spPr>
              <a:xfrm>
                <a:off x="1041515" y="3046774"/>
                <a:ext cx="8205142" cy="13607"/>
              </a:xfrm>
              <a:prstGeom prst="rect">
                <a:avLst/>
              </a:prstGeom>
              <a:solidFill>
                <a:srgbClr val="2498BD"/>
              </a:solidFill>
              <a:ln/>
            </p:spPr>
          </p:sp>
          <p:sp>
            <p:nvSpPr>
              <p:cNvPr id="220" name="Shape 7">
                <a:extLst>
                  <a:ext uri="{FF2B5EF4-FFF2-40B4-BE49-F238E27FC236}">
                    <a16:creationId xmlns:a16="http://schemas.microsoft.com/office/drawing/2014/main" id="{834D93DF-2749-00B1-BC15-FD59FD0FC508}"/>
                  </a:ext>
                </a:extLst>
              </p:cNvPr>
              <p:cNvSpPr/>
              <p:nvPr/>
            </p:nvSpPr>
            <p:spPr>
              <a:xfrm>
                <a:off x="1041515" y="3434535"/>
                <a:ext cx="8205142" cy="13607"/>
              </a:xfrm>
              <a:prstGeom prst="rect">
                <a:avLst/>
              </a:prstGeom>
              <a:solidFill>
                <a:srgbClr val="CCCCCC"/>
              </a:solidFill>
              <a:ln/>
            </p:spPr>
          </p:sp>
        </p:grpSp>
        <p:sp>
          <p:nvSpPr>
            <p:cNvPr id="14" name="Text 11"/>
            <p:cNvSpPr/>
            <p:nvPr/>
          </p:nvSpPr>
          <p:spPr>
            <a:xfrm>
              <a:off x="1044691" y="3057439"/>
              <a:ext cx="566090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CN" sz="1400" dirty="0">
                  <a:solidFill>
                    <a:srgbClr val="555555"/>
                  </a:solidFill>
                  <a:latin typeface="Noto Sans SC Medium"/>
                  <a:ea typeface="Noto Sans SC Medium"/>
                  <a:cs typeface="Arial" pitchFamily="34" charset="-120"/>
                </a:rPr>
                <a:t xml:space="preserve">KS注射  </a:t>
              </a:r>
              <a:r>
                <a:rPr lang="zh-CN" sz="1000" dirty="0">
                  <a:solidFill>
                    <a:srgbClr val="555555"/>
                  </a:solidFill>
                  <a:latin typeface="Noto Sans SC DemiLight"/>
                  <a:ea typeface="Noto Sans SC DemiLight"/>
                  <a:cs typeface="Arial" pitchFamily="34" charset="-120"/>
                </a:rPr>
                <a:t>以自体细胞成分为基础的 Ceramique 配方水光针 — Injucell + Celcore 复合再生疗程</a:t>
              </a:r>
            </a:p>
          </p:txBody>
        </p:sp>
        <p:sp>
          <p:nvSpPr>
            <p:cNvPr id="18" name="Text 15"/>
            <p:cNvSpPr/>
            <p:nvPr/>
          </p:nvSpPr>
          <p:spPr>
            <a:xfrm>
              <a:off x="8095132" y="3137457"/>
              <a:ext cx="1151524" cy="215444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6cc</a:t>
              </a:r>
              <a:r>
                <a:rPr lang="en-US" altLang="ko-KR" sz="14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1,410,000</a:t>
              </a:r>
              <a:endParaRPr lang="en-US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</p:txBody>
        </p:sp>
        <p:sp>
          <p:nvSpPr>
            <p:cNvPr id="378" name="Text 15">
              <a:extLst>
                <a:ext uri="{FF2B5EF4-FFF2-40B4-BE49-F238E27FC236}">
                  <a16:creationId xmlns:a16="http://schemas.microsoft.com/office/drawing/2014/main" id="{06F4ECB9-76DD-F9D2-1ADD-DB3ED50DF663}"/>
                </a:ext>
              </a:extLst>
            </p:cNvPr>
            <p:cNvSpPr/>
            <p:nvPr/>
          </p:nvSpPr>
          <p:spPr>
            <a:xfrm>
              <a:off x="6828338" y="3137457"/>
              <a:ext cx="944169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3cc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790,000</a:t>
              </a:r>
              <a:endParaRPr lang="en-US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</p:txBody>
        </p:sp>
      </p:grpSp>
      <p:grpSp>
        <p:nvGrpSpPr>
          <p:cNvPr id="390" name="그룹 389">
            <a:extLst>
              <a:ext uri="{FF2B5EF4-FFF2-40B4-BE49-F238E27FC236}">
                <a16:creationId xmlns:a16="http://schemas.microsoft.com/office/drawing/2014/main" id="{4F93E5D7-F142-9370-DFBB-67BE0A662FB0}"/>
              </a:ext>
            </a:extLst>
          </p:cNvPr>
          <p:cNvGrpSpPr/>
          <p:nvPr/>
        </p:nvGrpSpPr>
        <p:grpSpPr>
          <a:xfrm>
            <a:off x="930580" y="5086977"/>
            <a:ext cx="8316077" cy="728123"/>
            <a:chOff x="930580" y="5086977"/>
            <a:chExt cx="8316077" cy="728123"/>
          </a:xfrm>
        </p:grpSpPr>
        <p:sp>
          <p:nvSpPr>
            <p:cNvPr id="309" name="TextBox 308">
              <a:extLst>
                <a:ext uri="{FF2B5EF4-FFF2-40B4-BE49-F238E27FC236}">
                  <a16:creationId xmlns:a16="http://schemas.microsoft.com/office/drawing/2014/main" id="{6DE8B80F-9D4D-D727-CDCE-D1EE70D10415}"/>
                </a:ext>
              </a:extLst>
            </p:cNvPr>
            <p:cNvSpPr txBox="1"/>
            <p:nvPr/>
          </p:nvSpPr>
          <p:spPr>
            <a:xfrm>
              <a:off x="930580" y="5086977"/>
              <a:ext cx="2932213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zh-CN" dirty="0">
                  <a:latin typeface="Noto Sans SC SemiBold"/>
                  <a:ea typeface="Noto Sans SC SemiBold"/>
                  <a:cs typeface="Sinsegye" pitchFamily="34" charset="-120"/>
                </a:rPr>
                <a:t>全脸定制肉毒</a:t>
              </a:r>
            </a:p>
          </p:txBody>
        </p:sp>
        <p:sp>
          <p:nvSpPr>
            <p:cNvPr id="310" name="Text 9">
              <a:extLst>
                <a:ext uri="{FF2B5EF4-FFF2-40B4-BE49-F238E27FC236}">
                  <a16:creationId xmlns:a16="http://schemas.microsoft.com/office/drawing/2014/main" id="{BA3A010B-4B3A-6428-1420-25DB3DCEB919}"/>
                </a:ext>
              </a:extLst>
            </p:cNvPr>
            <p:cNvSpPr/>
            <p:nvPr/>
          </p:nvSpPr>
          <p:spPr>
            <a:xfrm>
              <a:off x="8005882" y="5147442"/>
              <a:ext cx="1240775" cy="248402"/>
            </a:xfrm>
            <a:prstGeom prst="rect">
              <a:avLst/>
            </a:prstGeom>
            <a:noFill/>
            <a:ln/>
          </p:spPr>
          <p:txBody>
            <a:bodyPr wrap="none" lIns="108000" tIns="46800" rIns="0" bIns="46800" rtlCol="0" anchor="ctr" anchorCtr="0">
              <a:spAutoFit/>
            </a:bodyPr>
            <a:lstStyle/>
            <a:p>
              <a:pPr marL="0" indent="0" algn="r">
                <a:buNone/>
              </a:pPr>
              <a:r>
                <a:rPr lang="zh-CN" sz="1000" dirty="0">
                  <a:solidFill>
                    <a:srgbClr val="2498BD"/>
                  </a:solidFill>
                  <a:latin typeface="Noto Sans SC DemiLight"/>
                  <a:ea typeface="Noto Sans SC DemiLight"/>
                  <a:cs typeface="Arial" pitchFamily="34" charset="-120"/>
                </a:rPr>
                <a:t>客制化设计后施术</a:t>
              </a:r>
            </a:p>
          </p:txBody>
        </p:sp>
        <p:grpSp>
          <p:nvGrpSpPr>
            <p:cNvPr id="313" name="그룹 312">
              <a:extLst>
                <a:ext uri="{FF2B5EF4-FFF2-40B4-BE49-F238E27FC236}">
                  <a16:creationId xmlns:a16="http://schemas.microsoft.com/office/drawing/2014/main" id="{A834CBB1-332A-1DCC-6A77-1A486E22EE77}"/>
                </a:ext>
              </a:extLst>
            </p:cNvPr>
            <p:cNvGrpSpPr/>
            <p:nvPr/>
          </p:nvGrpSpPr>
          <p:grpSpPr>
            <a:xfrm>
              <a:off x="1041515" y="5413732"/>
              <a:ext cx="8205142" cy="401368"/>
              <a:chOff x="1041515" y="3046774"/>
              <a:chExt cx="8205142" cy="401368"/>
            </a:xfrm>
          </p:grpSpPr>
          <p:sp>
            <p:nvSpPr>
              <p:cNvPr id="315" name="Shape 7">
                <a:extLst>
                  <a:ext uri="{FF2B5EF4-FFF2-40B4-BE49-F238E27FC236}">
                    <a16:creationId xmlns:a16="http://schemas.microsoft.com/office/drawing/2014/main" id="{AE1A51A1-F614-5757-1021-2AF7EE561DDF}"/>
                  </a:ext>
                </a:extLst>
              </p:cNvPr>
              <p:cNvSpPr/>
              <p:nvPr/>
            </p:nvSpPr>
            <p:spPr>
              <a:xfrm>
                <a:off x="1041515" y="3046774"/>
                <a:ext cx="8205142" cy="13607"/>
              </a:xfrm>
              <a:prstGeom prst="rect">
                <a:avLst/>
              </a:prstGeom>
              <a:solidFill>
                <a:srgbClr val="2498BD"/>
              </a:solidFill>
              <a:ln/>
            </p:spPr>
          </p:sp>
          <p:sp>
            <p:nvSpPr>
              <p:cNvPr id="316" name="Shape 7">
                <a:extLst>
                  <a:ext uri="{FF2B5EF4-FFF2-40B4-BE49-F238E27FC236}">
                    <a16:creationId xmlns:a16="http://schemas.microsoft.com/office/drawing/2014/main" id="{C2B8A3E3-4B5D-13DE-92F8-D6F4D9ECF98E}"/>
                  </a:ext>
                </a:extLst>
              </p:cNvPr>
              <p:cNvSpPr/>
              <p:nvPr/>
            </p:nvSpPr>
            <p:spPr>
              <a:xfrm>
                <a:off x="1041515" y="3434535"/>
                <a:ext cx="8205142" cy="13607"/>
              </a:xfrm>
              <a:prstGeom prst="rect">
                <a:avLst/>
              </a:prstGeom>
              <a:solidFill>
                <a:srgbClr val="CCCCCC"/>
              </a:solidFill>
              <a:ln/>
            </p:spPr>
          </p:sp>
        </p:grpSp>
        <p:sp>
          <p:nvSpPr>
            <p:cNvPr id="312" name="Text 11">
              <a:extLst>
                <a:ext uri="{FF2B5EF4-FFF2-40B4-BE49-F238E27FC236}">
                  <a16:creationId xmlns:a16="http://schemas.microsoft.com/office/drawing/2014/main" id="{C4667FA9-B409-B8CE-D64A-8C715E94794D}"/>
                </a:ext>
              </a:extLst>
            </p:cNvPr>
            <p:cNvSpPr/>
            <p:nvPr/>
          </p:nvSpPr>
          <p:spPr>
            <a:xfrm>
              <a:off x="1044691" y="5424397"/>
              <a:ext cx="566090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pPr marL="0" indent="0" algn="l">
                <a:buNone/>
              </a:pPr>
              <a:r>
                <a:rPr lang="zh-CN" sz="1100" dirty="0">
                  <a:solidFill>
                    <a:srgbClr val="555555"/>
                  </a:solidFill>
                  <a:latin typeface="Noto Sans SC DemiLight"/>
                  <a:ea typeface="Noto Sans SC DemiLight"/>
                  <a:cs typeface="Arial" pitchFamily="34" charset="-120"/>
                </a:rPr>
                <a:t>精雕面部整体肌肉，打造清晰柔和面容的专属疗程</a:t>
              </a:r>
            </a:p>
          </p:txBody>
        </p:sp>
        <p:sp>
          <p:nvSpPr>
            <p:cNvPr id="379" name="Text 15">
              <a:extLst>
                <a:ext uri="{FF2B5EF4-FFF2-40B4-BE49-F238E27FC236}">
                  <a16:creationId xmlns:a16="http://schemas.microsoft.com/office/drawing/2014/main" id="{E129D980-93C4-7F6C-3ECB-C7D81BD59567}"/>
                </a:ext>
              </a:extLst>
            </p:cNvPr>
            <p:cNvSpPr/>
            <p:nvPr/>
          </p:nvSpPr>
          <p:spPr>
            <a:xfrm>
              <a:off x="8033180" y="5504415"/>
              <a:ext cx="1213476" cy="215444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2498BD"/>
                  </a:solidFill>
                  <a:latin typeface="Noto Sans SC DemiLight"/>
                  <a:ea typeface="Noto Sans SC DemiLight"/>
                  <a:cs typeface="GC 16 Mono" pitchFamily="34" charset="-120"/>
                </a:rPr>
                <a:t>进口</a:t>
              </a:r>
              <a:r>
                <a:rPr lang="en-US" altLang="ko-KR" sz="14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55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  <a:endParaRPr lang="en-US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</p:txBody>
        </p:sp>
        <p:sp>
          <p:nvSpPr>
            <p:cNvPr id="380" name="Text 15">
              <a:extLst>
                <a:ext uri="{FF2B5EF4-FFF2-40B4-BE49-F238E27FC236}">
                  <a16:creationId xmlns:a16="http://schemas.microsoft.com/office/drawing/2014/main" id="{9498DEA0-032E-82D1-2941-75B0A2C9953D}"/>
                </a:ext>
              </a:extLst>
            </p:cNvPr>
            <p:cNvSpPr/>
            <p:nvPr/>
          </p:nvSpPr>
          <p:spPr>
            <a:xfrm>
              <a:off x="6586272" y="5504415"/>
              <a:ext cx="1134364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2498BD"/>
                  </a:solidFill>
                  <a:latin typeface="Noto Sans SC DemiLight"/>
                  <a:ea typeface="Noto Sans SC DemiLight"/>
                  <a:cs typeface="GC 16 Mono" pitchFamily="34" charset="-120"/>
                </a:rPr>
                <a:t xml:space="preserve">国产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250,000</a:t>
              </a:r>
              <a:endParaRPr lang="en-US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</p:txBody>
        </p:sp>
      </p:grpSp>
      <p:grpSp>
        <p:nvGrpSpPr>
          <p:cNvPr id="388" name="그룹 387">
            <a:extLst>
              <a:ext uri="{FF2B5EF4-FFF2-40B4-BE49-F238E27FC236}">
                <a16:creationId xmlns:a16="http://schemas.microsoft.com/office/drawing/2014/main" id="{DC344501-F001-42A6-5B7D-A7FDF0CE6298}"/>
              </a:ext>
            </a:extLst>
          </p:cNvPr>
          <p:cNvGrpSpPr/>
          <p:nvPr/>
        </p:nvGrpSpPr>
        <p:grpSpPr>
          <a:xfrm>
            <a:off x="930580" y="6077034"/>
            <a:ext cx="8316077" cy="728123"/>
            <a:chOff x="930580" y="6077034"/>
            <a:chExt cx="8316077" cy="728123"/>
          </a:xfrm>
        </p:grpSpPr>
        <p:sp>
          <p:nvSpPr>
            <p:cNvPr id="318" name="TextBox 317">
              <a:extLst>
                <a:ext uri="{FF2B5EF4-FFF2-40B4-BE49-F238E27FC236}">
                  <a16:creationId xmlns:a16="http://schemas.microsoft.com/office/drawing/2014/main" id="{002F7B79-D4C9-4FF3-E978-75787ED4B896}"/>
                </a:ext>
              </a:extLst>
            </p:cNvPr>
            <p:cNvSpPr txBox="1"/>
            <p:nvPr/>
          </p:nvSpPr>
          <p:spPr>
            <a:xfrm>
              <a:off x="930580" y="6077034"/>
              <a:ext cx="2220480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zh-CN" dirty="0">
                  <a:latin typeface="Noto Sans SC SemiBold"/>
                  <a:ea typeface="Noto Sans SC SemiBold"/>
                  <a:cs typeface="Sinsegye" pitchFamily="34" charset="-120"/>
                </a:rPr>
                <a:t>颈部定制肉毒</a:t>
              </a:r>
            </a:p>
          </p:txBody>
        </p:sp>
        <p:sp>
          <p:nvSpPr>
            <p:cNvPr id="319" name="Text 9">
              <a:extLst>
                <a:ext uri="{FF2B5EF4-FFF2-40B4-BE49-F238E27FC236}">
                  <a16:creationId xmlns:a16="http://schemas.microsoft.com/office/drawing/2014/main" id="{1F40C0A1-6DA5-4123-BEBB-1815115449D9}"/>
                </a:ext>
              </a:extLst>
            </p:cNvPr>
            <p:cNvSpPr/>
            <p:nvPr/>
          </p:nvSpPr>
          <p:spPr>
            <a:xfrm>
              <a:off x="8005882" y="6137499"/>
              <a:ext cx="1240775" cy="248402"/>
            </a:xfrm>
            <a:prstGeom prst="rect">
              <a:avLst/>
            </a:prstGeom>
            <a:noFill/>
            <a:ln/>
          </p:spPr>
          <p:txBody>
            <a:bodyPr wrap="none" lIns="108000" tIns="46800" rIns="0" bIns="46800" rtlCol="0" anchor="ctr" anchorCtr="0">
              <a:spAutoFit/>
            </a:bodyPr>
            <a:lstStyle/>
            <a:p>
              <a:pPr marL="0" indent="0" algn="r">
                <a:buNone/>
              </a:pPr>
              <a:r>
                <a:rPr lang="zh-CN" sz="1000" dirty="0">
                  <a:solidFill>
                    <a:srgbClr val="2498BD"/>
                  </a:solidFill>
                  <a:latin typeface="Noto Sans SC DemiLight"/>
                  <a:ea typeface="Noto Sans SC DemiLight"/>
                  <a:cs typeface="Arial" pitchFamily="34" charset="-120"/>
                </a:rPr>
                <a:t>客制化设计后施术</a:t>
              </a:r>
            </a:p>
          </p:txBody>
        </p:sp>
        <p:grpSp>
          <p:nvGrpSpPr>
            <p:cNvPr id="322" name="그룹 321">
              <a:extLst>
                <a:ext uri="{FF2B5EF4-FFF2-40B4-BE49-F238E27FC236}">
                  <a16:creationId xmlns:a16="http://schemas.microsoft.com/office/drawing/2014/main" id="{6279F03C-8246-B375-663A-451EF1301158}"/>
                </a:ext>
              </a:extLst>
            </p:cNvPr>
            <p:cNvGrpSpPr/>
            <p:nvPr/>
          </p:nvGrpSpPr>
          <p:grpSpPr>
            <a:xfrm>
              <a:off x="1041515" y="6403789"/>
              <a:ext cx="8205142" cy="401368"/>
              <a:chOff x="1041515" y="3046774"/>
              <a:chExt cx="8205142" cy="401368"/>
            </a:xfrm>
          </p:grpSpPr>
          <p:sp>
            <p:nvSpPr>
              <p:cNvPr id="324" name="Shape 7">
                <a:extLst>
                  <a:ext uri="{FF2B5EF4-FFF2-40B4-BE49-F238E27FC236}">
                    <a16:creationId xmlns:a16="http://schemas.microsoft.com/office/drawing/2014/main" id="{5515B9C7-A2BF-2ACA-E7D0-88FCED1F76C6}"/>
                  </a:ext>
                </a:extLst>
              </p:cNvPr>
              <p:cNvSpPr/>
              <p:nvPr/>
            </p:nvSpPr>
            <p:spPr>
              <a:xfrm>
                <a:off x="1041515" y="3046774"/>
                <a:ext cx="8205142" cy="13607"/>
              </a:xfrm>
              <a:prstGeom prst="rect">
                <a:avLst/>
              </a:prstGeom>
              <a:solidFill>
                <a:srgbClr val="2498BD"/>
              </a:solidFill>
              <a:ln/>
            </p:spPr>
          </p:sp>
          <p:sp>
            <p:nvSpPr>
              <p:cNvPr id="325" name="Shape 7">
                <a:extLst>
                  <a:ext uri="{FF2B5EF4-FFF2-40B4-BE49-F238E27FC236}">
                    <a16:creationId xmlns:a16="http://schemas.microsoft.com/office/drawing/2014/main" id="{9D77B9F3-D371-A957-29AA-A9E44C0CCE88}"/>
                  </a:ext>
                </a:extLst>
              </p:cNvPr>
              <p:cNvSpPr/>
              <p:nvPr/>
            </p:nvSpPr>
            <p:spPr>
              <a:xfrm>
                <a:off x="1041515" y="3434535"/>
                <a:ext cx="8205142" cy="13607"/>
              </a:xfrm>
              <a:prstGeom prst="rect">
                <a:avLst/>
              </a:prstGeom>
              <a:solidFill>
                <a:srgbClr val="CCCCCC"/>
              </a:solidFill>
              <a:ln/>
            </p:spPr>
          </p:sp>
        </p:grpSp>
        <p:sp>
          <p:nvSpPr>
            <p:cNvPr id="321" name="Text 11">
              <a:extLst>
                <a:ext uri="{FF2B5EF4-FFF2-40B4-BE49-F238E27FC236}">
                  <a16:creationId xmlns:a16="http://schemas.microsoft.com/office/drawing/2014/main" id="{4AAB04C1-9B5D-5FF2-F0D7-435AAB62528D}"/>
                </a:ext>
              </a:extLst>
            </p:cNvPr>
            <p:cNvSpPr/>
            <p:nvPr/>
          </p:nvSpPr>
          <p:spPr>
            <a:xfrm>
              <a:off x="1044691" y="6414454"/>
              <a:ext cx="566090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pPr marL="0" indent="0" algn="l">
                <a:buNone/>
              </a:pPr>
              <a:r>
                <a:rPr lang="zh-CN" sz="1100" dirty="0">
                  <a:solidFill>
                    <a:srgbClr val="555555"/>
                  </a:solidFill>
                  <a:latin typeface="Noto Sans SC DemiLight"/>
                  <a:ea typeface="Noto Sans SC DemiLight"/>
                  <a:cs typeface="Arial" pitchFamily="34" charset="-120"/>
                </a:rPr>
                <a:t>缓解乌龟颈，同时修饰下颌线、颈部线条与肩线，找回优雅气质的专属疗程</a:t>
              </a:r>
            </a:p>
          </p:txBody>
        </p:sp>
        <p:sp>
          <p:nvSpPr>
            <p:cNvPr id="381" name="Text 15">
              <a:extLst>
                <a:ext uri="{FF2B5EF4-FFF2-40B4-BE49-F238E27FC236}">
                  <a16:creationId xmlns:a16="http://schemas.microsoft.com/office/drawing/2014/main" id="{61FEDDC1-0C89-8A9C-B6DB-C7B5BB1CF67B}"/>
                </a:ext>
              </a:extLst>
            </p:cNvPr>
            <p:cNvSpPr/>
            <p:nvPr/>
          </p:nvSpPr>
          <p:spPr>
            <a:xfrm>
              <a:off x="8033180" y="6494472"/>
              <a:ext cx="1213476" cy="215444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2498BD"/>
                  </a:solidFill>
                  <a:latin typeface="Noto Sans SC DemiLight"/>
                  <a:ea typeface="Noto Sans SC DemiLight"/>
                  <a:cs typeface="GC 16 Mono" pitchFamily="34" charset="-120"/>
                </a:rPr>
                <a:t>进口</a:t>
              </a:r>
              <a:r>
                <a:rPr lang="en-US" altLang="ko-KR" sz="14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70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  <a:endParaRPr lang="en-US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</p:txBody>
        </p:sp>
        <p:sp>
          <p:nvSpPr>
            <p:cNvPr id="382" name="Text 15">
              <a:extLst>
                <a:ext uri="{FF2B5EF4-FFF2-40B4-BE49-F238E27FC236}">
                  <a16:creationId xmlns:a16="http://schemas.microsoft.com/office/drawing/2014/main" id="{55B49249-9791-16A2-14A3-91800FD1301D}"/>
                </a:ext>
              </a:extLst>
            </p:cNvPr>
            <p:cNvSpPr/>
            <p:nvPr/>
          </p:nvSpPr>
          <p:spPr>
            <a:xfrm>
              <a:off x="6599096" y="6494472"/>
              <a:ext cx="1134364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2498BD"/>
                  </a:solidFill>
                  <a:latin typeface="Noto Sans SC DemiLight"/>
                  <a:ea typeface="Noto Sans SC DemiLight"/>
                  <a:cs typeface="GC 16 Mono" pitchFamily="34" charset="-120"/>
                </a:rPr>
                <a:t xml:space="preserve">国产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300,000</a:t>
              </a:r>
              <a:endParaRPr lang="en-US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</p:txBody>
        </p:sp>
      </p:grpSp>
      <p:grpSp>
        <p:nvGrpSpPr>
          <p:cNvPr id="389" name="그룹 388">
            <a:extLst>
              <a:ext uri="{FF2B5EF4-FFF2-40B4-BE49-F238E27FC236}">
                <a16:creationId xmlns:a16="http://schemas.microsoft.com/office/drawing/2014/main" id="{607EC85D-32D6-A980-7439-C64F8B975CC5}"/>
              </a:ext>
            </a:extLst>
          </p:cNvPr>
          <p:cNvGrpSpPr/>
          <p:nvPr/>
        </p:nvGrpSpPr>
        <p:grpSpPr>
          <a:xfrm>
            <a:off x="930580" y="7067091"/>
            <a:ext cx="8316077" cy="728123"/>
            <a:chOff x="930580" y="7067091"/>
            <a:chExt cx="8316077" cy="728123"/>
          </a:xfrm>
        </p:grpSpPr>
        <p:sp>
          <p:nvSpPr>
            <p:cNvPr id="328" name="TextBox 327">
              <a:extLst>
                <a:ext uri="{FF2B5EF4-FFF2-40B4-BE49-F238E27FC236}">
                  <a16:creationId xmlns:a16="http://schemas.microsoft.com/office/drawing/2014/main" id="{EB839253-0593-CC86-1137-C386FC28D31A}"/>
                </a:ext>
              </a:extLst>
            </p:cNvPr>
            <p:cNvSpPr txBox="1"/>
            <p:nvPr/>
          </p:nvSpPr>
          <p:spPr>
            <a:xfrm>
              <a:off x="930580" y="7067091"/>
              <a:ext cx="4799712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zh-CN" dirty="0">
                  <a:latin typeface="Noto Sans SC SemiBold"/>
                  <a:ea typeface="Noto Sans SC SemiBold"/>
                  <a:cs typeface="Sinsegye" pitchFamily="34" charset="-120"/>
                </a:rPr>
                <a:t>招牌 面部颈部全定制肉毒</a:t>
              </a:r>
            </a:p>
          </p:txBody>
        </p:sp>
        <p:sp>
          <p:nvSpPr>
            <p:cNvPr id="329" name="Text 9">
              <a:extLst>
                <a:ext uri="{FF2B5EF4-FFF2-40B4-BE49-F238E27FC236}">
                  <a16:creationId xmlns:a16="http://schemas.microsoft.com/office/drawing/2014/main" id="{B47225FB-3FDC-CB3E-20D9-AE1CBBBA8E57}"/>
                </a:ext>
              </a:extLst>
            </p:cNvPr>
            <p:cNvSpPr/>
            <p:nvPr/>
          </p:nvSpPr>
          <p:spPr>
            <a:xfrm>
              <a:off x="8005882" y="7127556"/>
              <a:ext cx="1240775" cy="248402"/>
            </a:xfrm>
            <a:prstGeom prst="rect">
              <a:avLst/>
            </a:prstGeom>
            <a:noFill/>
            <a:ln/>
          </p:spPr>
          <p:txBody>
            <a:bodyPr wrap="none" lIns="108000" tIns="46800" rIns="0" bIns="46800" rtlCol="0" anchor="ctr" anchorCtr="0">
              <a:spAutoFit/>
            </a:bodyPr>
            <a:lstStyle/>
            <a:p>
              <a:pPr marL="0" indent="0" algn="r">
                <a:buNone/>
              </a:pPr>
              <a:r>
                <a:rPr lang="zh-CN" sz="1000" dirty="0">
                  <a:solidFill>
                    <a:srgbClr val="2498BD"/>
                  </a:solidFill>
                  <a:latin typeface="Noto Sans SC DemiLight"/>
                  <a:ea typeface="Noto Sans SC DemiLight"/>
                  <a:cs typeface="Arial" pitchFamily="34" charset="-120"/>
                </a:rPr>
                <a:t>客制化设计后施术</a:t>
              </a:r>
            </a:p>
          </p:txBody>
        </p:sp>
        <p:grpSp>
          <p:nvGrpSpPr>
            <p:cNvPr id="332" name="그룹 331">
              <a:extLst>
                <a:ext uri="{FF2B5EF4-FFF2-40B4-BE49-F238E27FC236}">
                  <a16:creationId xmlns:a16="http://schemas.microsoft.com/office/drawing/2014/main" id="{6132263E-C32F-29D4-5E0E-F89891AB9219}"/>
                </a:ext>
              </a:extLst>
            </p:cNvPr>
            <p:cNvGrpSpPr/>
            <p:nvPr/>
          </p:nvGrpSpPr>
          <p:grpSpPr>
            <a:xfrm>
              <a:off x="1041515" y="7393846"/>
              <a:ext cx="8205142" cy="401368"/>
              <a:chOff x="1041515" y="3046774"/>
              <a:chExt cx="8205142" cy="401368"/>
            </a:xfrm>
          </p:grpSpPr>
          <p:sp>
            <p:nvSpPr>
              <p:cNvPr id="334" name="Shape 7">
                <a:extLst>
                  <a:ext uri="{FF2B5EF4-FFF2-40B4-BE49-F238E27FC236}">
                    <a16:creationId xmlns:a16="http://schemas.microsoft.com/office/drawing/2014/main" id="{532FEE19-C581-16E2-1C9D-228150A268EE}"/>
                  </a:ext>
                </a:extLst>
              </p:cNvPr>
              <p:cNvSpPr/>
              <p:nvPr/>
            </p:nvSpPr>
            <p:spPr>
              <a:xfrm>
                <a:off x="1041515" y="3046774"/>
                <a:ext cx="8205142" cy="13607"/>
              </a:xfrm>
              <a:prstGeom prst="rect">
                <a:avLst/>
              </a:prstGeom>
              <a:solidFill>
                <a:srgbClr val="2498BD"/>
              </a:solidFill>
              <a:ln/>
            </p:spPr>
          </p:sp>
          <p:sp>
            <p:nvSpPr>
              <p:cNvPr id="335" name="Shape 7">
                <a:extLst>
                  <a:ext uri="{FF2B5EF4-FFF2-40B4-BE49-F238E27FC236}">
                    <a16:creationId xmlns:a16="http://schemas.microsoft.com/office/drawing/2014/main" id="{85206FB8-F1B7-ECD5-C61D-9DC3BBC949DF}"/>
                  </a:ext>
                </a:extLst>
              </p:cNvPr>
              <p:cNvSpPr/>
              <p:nvPr/>
            </p:nvSpPr>
            <p:spPr>
              <a:xfrm>
                <a:off x="1041515" y="3434535"/>
                <a:ext cx="8205142" cy="13607"/>
              </a:xfrm>
              <a:prstGeom prst="rect">
                <a:avLst/>
              </a:prstGeom>
              <a:solidFill>
                <a:srgbClr val="CCCCCC"/>
              </a:solidFill>
              <a:ln/>
            </p:spPr>
          </p:sp>
        </p:grpSp>
        <p:sp>
          <p:nvSpPr>
            <p:cNvPr id="331" name="Text 11">
              <a:extLst>
                <a:ext uri="{FF2B5EF4-FFF2-40B4-BE49-F238E27FC236}">
                  <a16:creationId xmlns:a16="http://schemas.microsoft.com/office/drawing/2014/main" id="{66C6740B-0794-AA12-EBAF-8BC9E39369D6}"/>
                </a:ext>
              </a:extLst>
            </p:cNvPr>
            <p:cNvSpPr/>
            <p:nvPr/>
          </p:nvSpPr>
          <p:spPr>
            <a:xfrm>
              <a:off x="1044691" y="7404511"/>
              <a:ext cx="566090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pPr marL="0" indent="0" algn="l">
                <a:buNone/>
              </a:pPr>
              <a:r>
                <a:rPr lang="zh-CN" sz="1100" dirty="0">
                  <a:solidFill>
                    <a:srgbClr val="555555"/>
                  </a:solidFill>
                  <a:latin typeface="Noto Sans SC DemiLight"/>
                  <a:ea typeface="Noto Sans SC DemiLight"/>
                  <a:cs typeface="Arial" pitchFamily="34" charset="-120"/>
                </a:rPr>
                <a:t>涵盖脸型、颈部线条、锁骨至肌肤质感的精细平衡设计</a:t>
              </a:r>
            </a:p>
          </p:txBody>
        </p:sp>
        <p:sp>
          <p:nvSpPr>
            <p:cNvPr id="384" name="Text 15">
              <a:extLst>
                <a:ext uri="{FF2B5EF4-FFF2-40B4-BE49-F238E27FC236}">
                  <a16:creationId xmlns:a16="http://schemas.microsoft.com/office/drawing/2014/main" id="{D11A7E93-8DB8-AE30-D74C-F7F2E006FF4A}"/>
                </a:ext>
              </a:extLst>
            </p:cNvPr>
            <p:cNvSpPr/>
            <p:nvPr/>
          </p:nvSpPr>
          <p:spPr>
            <a:xfrm>
              <a:off x="7834044" y="7484529"/>
              <a:ext cx="1412612" cy="215444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2498BD"/>
                  </a:solidFill>
                  <a:latin typeface="Noto Sans SC DemiLight"/>
                  <a:ea typeface="Noto Sans SC DemiLight"/>
                  <a:cs typeface="GC 16 Mono" pitchFamily="34" charset="-120"/>
                </a:rPr>
                <a:t>进口</a:t>
              </a:r>
              <a:r>
                <a:rPr lang="en-US" altLang="ko-KR" sz="14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1,10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  <a:endParaRPr lang="en-US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</p:txBody>
        </p:sp>
        <p:sp>
          <p:nvSpPr>
            <p:cNvPr id="385" name="Text 15">
              <a:extLst>
                <a:ext uri="{FF2B5EF4-FFF2-40B4-BE49-F238E27FC236}">
                  <a16:creationId xmlns:a16="http://schemas.microsoft.com/office/drawing/2014/main" id="{3DE2C777-D268-2CBE-8F95-3DC2C0310A66}"/>
                </a:ext>
              </a:extLst>
            </p:cNvPr>
            <p:cNvSpPr/>
            <p:nvPr/>
          </p:nvSpPr>
          <p:spPr>
            <a:xfrm>
              <a:off x="6599096" y="7484529"/>
              <a:ext cx="1134364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2498BD"/>
                  </a:solidFill>
                  <a:latin typeface="Noto Sans SC DemiLight"/>
                  <a:ea typeface="Noto Sans SC DemiLight"/>
                  <a:cs typeface="GC 16 Mono" pitchFamily="34" charset="-120"/>
                </a:rPr>
                <a:t xml:space="preserve">国产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500,000</a:t>
              </a:r>
              <a:endParaRPr lang="en-US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/>
          <p:cNvSpPr/>
          <p:nvPr/>
        </p:nvSpPr>
        <p:spPr>
          <a:xfrm>
            <a:off x="-514350" y="852317"/>
            <a:ext cx="11315700" cy="2013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050" kern="0" spc="168" dirty="0">
                <a:solidFill>
                  <a:srgbClr val="C99A1F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BOTULINUM TOXIN</a:t>
            </a:r>
            <a:endParaRPr lang="en-US" sz="105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7" name="Text 4"/>
          <p:cNvSpPr/>
          <p:nvPr/>
        </p:nvSpPr>
        <p:spPr>
          <a:xfrm>
            <a:off x="-514350" y="1053660"/>
            <a:ext cx="11315700" cy="4735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zh-CN" sz="3150" b="1" kern="0" spc="-63" dirty="0">
                <a:solidFill>
                  <a:srgbClr val="2498BD"/>
                </a:solidFill>
                <a:latin typeface="Noto Sans SC DemiLight"/>
                <a:ea typeface="Noto Sans SC DemiLight"/>
                <a:cs typeface="Sinsegye" pitchFamily="34" charset="-120"/>
              </a:rPr>
              <a:t>肉毒</a:t>
            </a:r>
            <a:endParaRPr lang="en-US" sz="315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8" name="Text 5"/>
          <p:cNvSpPr/>
          <p:nvPr/>
        </p:nvSpPr>
        <p:spPr>
          <a:xfrm>
            <a:off x="-514350" y="1527146"/>
            <a:ext cx="113157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zh-CN" sz="1275" dirty="0">
                <a:solidFill>
                  <a:srgbClr val="6E6E6E"/>
                </a:solidFill>
                <a:latin typeface="Noto Sans SC DemiLight"/>
                <a:ea typeface="Noto Sans SC DemiLight"/>
                <a:cs typeface="Arial" pitchFamily="34" charset="-120"/>
              </a:rPr>
              <a:t>国产 · 国产高阶，低耐药性德国 · 美国原装</a:t>
            </a:r>
            <a:endParaRPr lang="en-US" sz="1275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131" name="Text 96">
            <a:extLst>
              <a:ext uri="{FF2B5EF4-FFF2-40B4-BE49-F238E27FC236}">
                <a16:creationId xmlns:a16="http://schemas.microsoft.com/office/drawing/2014/main" id="{01CCF82E-6E67-D21C-75CC-00CB5D38759E}"/>
              </a:ext>
            </a:extLst>
          </p:cNvPr>
          <p:cNvSpPr/>
          <p:nvPr/>
        </p:nvSpPr>
        <p:spPr>
          <a:xfrm>
            <a:off x="529167" y="13503293"/>
            <a:ext cx="9237133" cy="187694"/>
          </a:xfrm>
          <a:prstGeom prst="rect">
            <a:avLst/>
          </a:prstGeom>
          <a:noFill/>
          <a:ln/>
        </p:spPr>
        <p:txBody>
          <a:bodyPr wrap="square" lIns="25400" tIns="25400" rIns="514800" bIns="25400" rtlCol="0" anchor="t">
            <a:normAutofit fontScale="92500" lnSpcReduction="10000"/>
          </a:bodyPr>
          <a:lstStyle/>
          <a:p>
            <a:pPr marL="0" indent="0" algn="r">
              <a:buNone/>
            </a:pPr>
            <a:r>
              <a:rPr lang="zh-CN" sz="882" dirty="0">
                <a:solidFill>
                  <a:srgbClr val="6E6E6E"/>
                </a:solidFill>
                <a:latin typeface="Noto Sans SC DemiLight"/>
                <a:ea typeface="Noto Sans SC DemiLight"/>
                <a:cs typeface="GC 16 Mono" pitchFamily="34" charset="-120"/>
              </a:rPr>
              <a:t>* 价格不含10%附加税</a:t>
            </a:r>
            <a:endParaRPr lang="en-US" sz="1013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grpSp>
        <p:nvGrpSpPr>
          <p:cNvPr id="328" name="그룹 327">
            <a:extLst>
              <a:ext uri="{FF2B5EF4-FFF2-40B4-BE49-F238E27FC236}">
                <a16:creationId xmlns:a16="http://schemas.microsoft.com/office/drawing/2014/main" id="{05AB8590-411C-EE9D-4293-4945E2A98FA0}"/>
              </a:ext>
            </a:extLst>
          </p:cNvPr>
          <p:cNvGrpSpPr/>
          <p:nvPr/>
        </p:nvGrpSpPr>
        <p:grpSpPr>
          <a:xfrm>
            <a:off x="930580" y="2720019"/>
            <a:ext cx="8316077" cy="971178"/>
            <a:chOff x="930580" y="2720019"/>
            <a:chExt cx="8316077" cy="971178"/>
          </a:xfrm>
        </p:grpSpPr>
        <p:sp>
          <p:nvSpPr>
            <p:cNvPr id="219" name="TextBox 218">
              <a:extLst>
                <a:ext uri="{FF2B5EF4-FFF2-40B4-BE49-F238E27FC236}">
                  <a16:creationId xmlns:a16="http://schemas.microsoft.com/office/drawing/2014/main" id="{CDCF1B7E-5C78-E499-C13D-8FE0A6079BF2}"/>
                </a:ext>
              </a:extLst>
            </p:cNvPr>
            <p:cNvSpPr txBox="1"/>
            <p:nvPr/>
          </p:nvSpPr>
          <p:spPr>
            <a:xfrm>
              <a:off x="930580" y="2720019"/>
              <a:ext cx="1401346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zh-CN" dirty="0">
                  <a:latin typeface="Noto Sans SC SemiBold"/>
                  <a:ea typeface="Noto Sans SC SemiBold"/>
                  <a:cs typeface="Sinsegye" pitchFamily="34" charset="-120"/>
                </a:rPr>
                <a:t>皱纹肉毒</a:t>
              </a:r>
            </a:p>
          </p:txBody>
        </p:sp>
        <p:grpSp>
          <p:nvGrpSpPr>
            <p:cNvPr id="227" name="그룹 226">
              <a:extLst>
                <a:ext uri="{FF2B5EF4-FFF2-40B4-BE49-F238E27FC236}">
                  <a16:creationId xmlns:a16="http://schemas.microsoft.com/office/drawing/2014/main" id="{865EBFF4-AD2E-BBD0-524A-36A28B45BFB7}"/>
                </a:ext>
              </a:extLst>
            </p:cNvPr>
            <p:cNvGrpSpPr/>
            <p:nvPr/>
          </p:nvGrpSpPr>
          <p:grpSpPr>
            <a:xfrm>
              <a:off x="1041515" y="3046774"/>
              <a:ext cx="8205142" cy="644423"/>
              <a:chOff x="1041515" y="3046774"/>
              <a:chExt cx="8205142" cy="644423"/>
            </a:xfrm>
          </p:grpSpPr>
          <p:sp>
            <p:nvSpPr>
              <p:cNvPr id="224" name="Shape 7">
                <a:extLst>
                  <a:ext uri="{FF2B5EF4-FFF2-40B4-BE49-F238E27FC236}">
                    <a16:creationId xmlns:a16="http://schemas.microsoft.com/office/drawing/2014/main" id="{64C497E4-2086-0ED9-5619-F593C30E32E7}"/>
                  </a:ext>
                </a:extLst>
              </p:cNvPr>
              <p:cNvSpPr/>
              <p:nvPr/>
            </p:nvSpPr>
            <p:spPr>
              <a:xfrm>
                <a:off x="1041515" y="3046774"/>
                <a:ext cx="8205142" cy="13607"/>
              </a:xfrm>
              <a:prstGeom prst="rect">
                <a:avLst/>
              </a:prstGeom>
              <a:solidFill>
                <a:srgbClr val="2498BD"/>
              </a:solidFill>
              <a:ln/>
            </p:spPr>
          </p:sp>
          <p:sp>
            <p:nvSpPr>
              <p:cNvPr id="225" name="Shape 7">
                <a:extLst>
                  <a:ext uri="{FF2B5EF4-FFF2-40B4-BE49-F238E27FC236}">
                    <a16:creationId xmlns:a16="http://schemas.microsoft.com/office/drawing/2014/main" id="{7D538325-2788-5A2E-7161-56B3B233B3D5}"/>
                  </a:ext>
                </a:extLst>
              </p:cNvPr>
              <p:cNvSpPr/>
              <p:nvPr/>
            </p:nvSpPr>
            <p:spPr>
              <a:xfrm>
                <a:off x="1041515" y="3677590"/>
                <a:ext cx="8205142" cy="13607"/>
              </a:xfrm>
              <a:prstGeom prst="rect">
                <a:avLst/>
              </a:prstGeom>
              <a:solidFill>
                <a:srgbClr val="CCCCCC"/>
              </a:solidFill>
              <a:ln/>
            </p:spPr>
          </p:sp>
        </p:grpSp>
        <p:sp>
          <p:nvSpPr>
            <p:cNvPr id="221" name="Text 11">
              <a:extLst>
                <a:ext uri="{FF2B5EF4-FFF2-40B4-BE49-F238E27FC236}">
                  <a16:creationId xmlns:a16="http://schemas.microsoft.com/office/drawing/2014/main" id="{80F179A6-EA66-9B16-2717-59C71497F913}"/>
                </a:ext>
              </a:extLst>
            </p:cNvPr>
            <p:cNvSpPr/>
            <p:nvPr/>
          </p:nvSpPr>
          <p:spPr>
            <a:xfrm>
              <a:off x="1044691" y="3057438"/>
              <a:ext cx="5660909" cy="62015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CN" sz="1400" dirty="0">
                  <a:solidFill>
                    <a:srgbClr val="555555"/>
                  </a:solidFill>
                  <a:latin typeface="Noto Sans SC Medium"/>
                  <a:ea typeface="Noto Sans SC Medium"/>
                  <a:cs typeface="Arial" pitchFamily="34" charset="-120"/>
                </a:rPr>
                <a:t xml:space="preserve">皱纹肉毒 1部位  </a:t>
              </a:r>
              <a:r>
                <a:rPr lang="zh-CN" sz="1000" dirty="0">
                  <a:solidFill>
                    <a:srgbClr val="555555"/>
                  </a:solidFill>
                  <a:latin typeface="Noto Sans SC DemiLight"/>
                  <a:ea typeface="Noto Sans SC DemiLight"/>
                  <a:cs typeface="Arial" pitchFamily="34" charset="-120"/>
                </a:rPr>
                <a:t>抚平皱纹、找回从容自然表情的疗程</a:t>
              </a:r>
              <a:endParaRPr lang="en-US" altLang="ko-KR" sz="1000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endParaRPr>
            </a:p>
            <a:p>
              <a:pPr>
                <a:lnSpc>
                  <a:spcPct val="150000"/>
                </a:lnSpc>
              </a:pPr>
              <a:r>
                <a:rPr lang="zh-CN" sz="1000" dirty="0">
                  <a:solidFill>
                    <a:schemeClr val="bg1">
                      <a:lumMod val="50000"/>
                    </a:schemeClr>
                  </a:solidFill>
                  <a:latin typeface="Noto Sans SC DemiLight"/>
                  <a:ea typeface="Noto Sans SC DemiLight"/>
                  <a:cs typeface="Arial" pitchFamily="34" charset="-120"/>
                </a:rPr>
                <a:t>额头 / 眉间 / 眼周 / 鼻梁 / 下巴 中选1</a:t>
              </a:r>
            </a:p>
          </p:txBody>
        </p:sp>
        <p:sp>
          <p:nvSpPr>
            <p:cNvPr id="223" name="Text 15">
              <a:extLst>
                <a:ext uri="{FF2B5EF4-FFF2-40B4-BE49-F238E27FC236}">
                  <a16:creationId xmlns:a16="http://schemas.microsoft.com/office/drawing/2014/main" id="{C0164E65-C5D1-28FE-8F33-81311DF0721B}"/>
                </a:ext>
              </a:extLst>
            </p:cNvPr>
            <p:cNvSpPr/>
            <p:nvPr/>
          </p:nvSpPr>
          <p:spPr>
            <a:xfrm>
              <a:off x="7924510" y="3058909"/>
              <a:ext cx="1322146" cy="617208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zh-CN" sz="1200" dirty="0">
                  <a:solidFill>
                    <a:srgbClr val="2498BD"/>
                  </a:solidFill>
                  <a:latin typeface="Noto Sans SC DemiLight"/>
                  <a:ea typeface="Noto Sans SC DemiLight"/>
                  <a:cs typeface="GC 16 Mono" pitchFamily="34" charset="-120"/>
                </a:rPr>
                <a:t xml:space="preserve">德国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80,000</a:t>
              </a:r>
              <a:endParaRPr lang="en-US" altLang="ko-KR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  <a:p>
              <a:pPr algn="r"/>
              <a:r>
                <a:rPr lang="zh-CN" sz="1200" dirty="0">
                  <a:solidFill>
                    <a:srgbClr val="2498BD"/>
                  </a:solidFill>
                  <a:latin typeface="Noto Sans SC DemiLight"/>
                  <a:ea typeface="Noto Sans SC DemiLight"/>
                  <a:cs typeface="GC 16 Mono" pitchFamily="34" charset="-120"/>
                </a:rPr>
                <a:t>美国</a:t>
              </a:r>
              <a:r>
                <a:rPr lang="en-US" altLang="ko-KR" sz="14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120,000</a:t>
              </a:r>
              <a:endParaRPr lang="en-US" altLang="ko-KR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</p:txBody>
        </p:sp>
        <p:sp>
          <p:nvSpPr>
            <p:cNvPr id="230" name="Text 15">
              <a:extLst>
                <a:ext uri="{FF2B5EF4-FFF2-40B4-BE49-F238E27FC236}">
                  <a16:creationId xmlns:a16="http://schemas.microsoft.com/office/drawing/2014/main" id="{F0404CE3-1938-4BA9-E17A-2A9B1461746F}"/>
                </a:ext>
              </a:extLst>
            </p:cNvPr>
            <p:cNvSpPr/>
            <p:nvPr/>
          </p:nvSpPr>
          <p:spPr>
            <a:xfrm>
              <a:off x="5572876" y="3058909"/>
              <a:ext cx="2265448" cy="617208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zh-CN" sz="1200" dirty="0">
                  <a:solidFill>
                    <a:srgbClr val="2498BD"/>
                  </a:solidFill>
                  <a:latin typeface="Noto Sans SC DemiLight"/>
                  <a:ea typeface="Noto Sans SC DemiLight"/>
                  <a:cs typeface="GC 16 Mono" pitchFamily="34" charset="-120"/>
                </a:rPr>
                <a:t>国产</a:t>
              </a:r>
              <a:r>
                <a:rPr lang="en-US" altLang="ko-KR" sz="11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30,000</a:t>
              </a:r>
            </a:p>
            <a:p>
              <a:pPr algn="r"/>
              <a:r>
                <a:rPr lang="zh-CN" sz="1200" dirty="0">
                  <a:solidFill>
                    <a:srgbClr val="2498BD"/>
                  </a:solidFill>
                  <a:latin typeface="Noto Sans SC DemiLight"/>
                  <a:ea typeface="Noto Sans SC DemiLight"/>
                  <a:cs typeface="GC 16 Mono" pitchFamily="34" charset="-120"/>
                </a:rPr>
                <a:t>国产高阶</a:t>
              </a:r>
              <a:r>
                <a:rPr lang="en-US" altLang="ko-KR" sz="105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50,000</a:t>
              </a:r>
              <a:endParaRPr lang="en-US" altLang="ko-KR" sz="12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endParaRPr>
            </a:p>
          </p:txBody>
        </p:sp>
      </p:grpSp>
      <p:grpSp>
        <p:nvGrpSpPr>
          <p:cNvPr id="312" name="그룹 311">
            <a:extLst>
              <a:ext uri="{FF2B5EF4-FFF2-40B4-BE49-F238E27FC236}">
                <a16:creationId xmlns:a16="http://schemas.microsoft.com/office/drawing/2014/main" id="{D15FC85C-675B-40EF-54E7-C4337D0B5F43}"/>
              </a:ext>
            </a:extLst>
          </p:cNvPr>
          <p:cNvGrpSpPr/>
          <p:nvPr/>
        </p:nvGrpSpPr>
        <p:grpSpPr>
          <a:xfrm>
            <a:off x="930580" y="3950486"/>
            <a:ext cx="8316077" cy="999015"/>
            <a:chOff x="930580" y="3950017"/>
            <a:chExt cx="8316077" cy="999015"/>
          </a:xfrm>
        </p:grpSpPr>
        <p:sp>
          <p:nvSpPr>
            <p:cNvPr id="233" name="TextBox 232">
              <a:extLst>
                <a:ext uri="{FF2B5EF4-FFF2-40B4-BE49-F238E27FC236}">
                  <a16:creationId xmlns:a16="http://schemas.microsoft.com/office/drawing/2014/main" id="{FA64CC32-BF81-F4B1-3DD6-B83C6C9E5E07}"/>
                </a:ext>
              </a:extLst>
            </p:cNvPr>
            <p:cNvSpPr txBox="1"/>
            <p:nvPr/>
          </p:nvSpPr>
          <p:spPr>
            <a:xfrm>
              <a:off x="930580" y="3950017"/>
              <a:ext cx="1401346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zh-CN" dirty="0">
                  <a:latin typeface="Noto Sans SC SemiBold"/>
                  <a:ea typeface="Noto Sans SC SemiBold"/>
                  <a:cs typeface="Sinsegye" pitchFamily="34" charset="-120"/>
                </a:rPr>
                <a:t>肌肉肉毒</a:t>
              </a:r>
            </a:p>
          </p:txBody>
        </p:sp>
        <p:grpSp>
          <p:nvGrpSpPr>
            <p:cNvPr id="311" name="그룹 310">
              <a:extLst>
                <a:ext uri="{FF2B5EF4-FFF2-40B4-BE49-F238E27FC236}">
                  <a16:creationId xmlns:a16="http://schemas.microsoft.com/office/drawing/2014/main" id="{31A92C37-89F1-1B91-26CF-5AC51813B5C5}"/>
                </a:ext>
              </a:extLst>
            </p:cNvPr>
            <p:cNvGrpSpPr/>
            <p:nvPr/>
          </p:nvGrpSpPr>
          <p:grpSpPr>
            <a:xfrm>
              <a:off x="1041515" y="4276772"/>
              <a:ext cx="8205142" cy="672260"/>
              <a:chOff x="1041515" y="4276772"/>
              <a:chExt cx="8205142" cy="672260"/>
            </a:xfrm>
          </p:grpSpPr>
          <p:grpSp>
            <p:nvGrpSpPr>
              <p:cNvPr id="304" name="그룹 303">
                <a:extLst>
                  <a:ext uri="{FF2B5EF4-FFF2-40B4-BE49-F238E27FC236}">
                    <a16:creationId xmlns:a16="http://schemas.microsoft.com/office/drawing/2014/main" id="{330FCA49-9D29-9D3E-A4AD-8B8AAEF4D5FC}"/>
                  </a:ext>
                </a:extLst>
              </p:cNvPr>
              <p:cNvGrpSpPr/>
              <p:nvPr/>
            </p:nvGrpSpPr>
            <p:grpSpPr>
              <a:xfrm>
                <a:off x="1044691" y="4287436"/>
                <a:ext cx="8201965" cy="620151"/>
                <a:chOff x="1044691" y="4287436"/>
                <a:chExt cx="8201965" cy="620151"/>
              </a:xfrm>
            </p:grpSpPr>
            <p:sp>
              <p:nvSpPr>
                <p:cNvPr id="236" name="Text 11">
                  <a:extLst>
                    <a:ext uri="{FF2B5EF4-FFF2-40B4-BE49-F238E27FC236}">
                      <a16:creationId xmlns:a16="http://schemas.microsoft.com/office/drawing/2014/main" id="{66560D4C-16FF-EB59-EF44-B776FF7871CD}"/>
                    </a:ext>
                  </a:extLst>
                </p:cNvPr>
                <p:cNvSpPr/>
                <p:nvPr/>
              </p:nvSpPr>
              <p:spPr>
                <a:xfrm>
                  <a:off x="1044691" y="4287436"/>
                  <a:ext cx="5660909" cy="620151"/>
                </a:xfrm>
                <a:prstGeom prst="rect">
                  <a:avLst/>
                </a:prstGeom>
                <a:noFill/>
                <a:ln/>
              </p:spPr>
              <p:txBody>
                <a:bodyPr wrap="none" lIns="72000" tIns="0" rIns="72000" bIns="0" rtlCol="0" anchor="ctr" anchorCtr="0">
                  <a:normAutofit/>
                </a:bodyPr>
                <a:lstStyle/>
                <a:p>
                  <a:r>
                    <a:rPr lang="zh-CN" sz="1400" dirty="0">
                      <a:solidFill>
                        <a:srgbClr val="555555"/>
                      </a:solidFill>
                      <a:latin typeface="Noto Sans SC Medium"/>
                      <a:ea typeface="Noto Sans SC Medium"/>
                      <a:cs typeface="Arial" pitchFamily="34" charset="-120"/>
                    </a:rPr>
                    <a:t>咬肌瘦脸肉毒 50U</a:t>
                  </a:r>
                </a:p>
                <a:p>
                  <a:r>
                    <a:rPr lang="zh-CN" sz="1000" dirty="0">
                      <a:solidFill>
                        <a:srgbClr val="555555"/>
                      </a:solidFill>
                      <a:latin typeface="Noto Sans SC DemiLight"/>
                      <a:ea typeface="Noto Sans SC DemiLight"/>
                      <a:cs typeface="Arial" pitchFamily="34" charset="-120"/>
                    </a:rPr>
                    <a:t>缓解无意识的紧张与方正下颌线，柔和修饰轮廓的疗程</a:t>
                  </a:r>
                </a:p>
              </p:txBody>
            </p:sp>
            <p:grpSp>
              <p:nvGrpSpPr>
                <p:cNvPr id="303" name="그룹 302">
                  <a:extLst>
                    <a:ext uri="{FF2B5EF4-FFF2-40B4-BE49-F238E27FC236}">
                      <a16:creationId xmlns:a16="http://schemas.microsoft.com/office/drawing/2014/main" id="{472B86D5-6213-EC89-4FD5-1C6D05CCC53B}"/>
                    </a:ext>
                  </a:extLst>
                </p:cNvPr>
                <p:cNvGrpSpPr/>
                <p:nvPr/>
              </p:nvGrpSpPr>
              <p:grpSpPr>
                <a:xfrm>
                  <a:off x="5572876" y="4288907"/>
                  <a:ext cx="3673780" cy="617208"/>
                  <a:chOff x="5572876" y="4288907"/>
                  <a:chExt cx="3673780" cy="617208"/>
                </a:xfrm>
              </p:grpSpPr>
              <p:sp>
                <p:nvSpPr>
                  <p:cNvPr id="237" name="Text 15">
                    <a:extLst>
                      <a:ext uri="{FF2B5EF4-FFF2-40B4-BE49-F238E27FC236}">
                        <a16:creationId xmlns:a16="http://schemas.microsoft.com/office/drawing/2014/main" id="{C994914D-E8B0-73A3-7063-FCBD0508BF2C}"/>
                      </a:ext>
                    </a:extLst>
                  </p:cNvPr>
                  <p:cNvSpPr/>
                  <p:nvPr/>
                </p:nvSpPr>
                <p:spPr>
                  <a:xfrm>
                    <a:off x="7924510" y="4288907"/>
                    <a:ext cx="1322146" cy="617208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none" lIns="72000" tIns="0" rIns="72000" bIns="0" rtlCol="0" anchor="ctr" anchorCtr="0">
                    <a:noAutofit/>
                  </a:bodyPr>
                  <a:lstStyle/>
                  <a:p>
                    <a:pPr algn="r"/>
                    <a:r>
                      <a:rPr lang="zh-CN" sz="1200" dirty="0">
                        <a:solidFill>
                          <a:srgbClr val="2498BD"/>
                        </a:solidFill>
                        <a:latin typeface="Noto Sans SC DemiLight"/>
                        <a:ea typeface="Noto Sans SC DemiLight"/>
                        <a:cs typeface="GC 16 Mono" pitchFamily="34" charset="-120"/>
                      </a:rPr>
                      <a:t xml:space="preserve">德国 </a:t>
                    </a:r>
                    <a:r>
                      <a:rPr lang="en-US" altLang="ko-KR" sz="1400" dirty="0">
                        <a:solidFill>
                          <a:srgbClr val="1A1A1A"/>
                        </a:solidFill>
                        <a:latin typeface="신세계 Bold" panose="02000300000000000000" pitchFamily="50" charset="-127"/>
                        <a:ea typeface="신세계 Bold" panose="02000300000000000000" pitchFamily="50" charset="-127"/>
                        <a:cs typeface="Arial" pitchFamily="34" charset="-120"/>
                      </a:rPr>
                      <a:t>150,000</a:t>
                    </a:r>
                    <a:endParaRPr lang="en-US" altLang="ko-KR" sz="1400" dirty="0">
                      <a:latin typeface="신세계 Bold" panose="02000300000000000000" pitchFamily="50" charset="-127"/>
                      <a:ea typeface="신세계 Bold" panose="02000300000000000000" pitchFamily="50" charset="-127"/>
                    </a:endParaRPr>
                  </a:p>
                  <a:p>
                    <a:pPr algn="r"/>
                    <a:r>
                      <a:rPr lang="zh-CN" sz="1200" dirty="0">
                        <a:solidFill>
                          <a:srgbClr val="2498BD"/>
                        </a:solidFill>
                        <a:latin typeface="Noto Sans SC DemiLight"/>
                        <a:ea typeface="Noto Sans SC DemiLight"/>
                        <a:cs typeface="GC 16 Mono" pitchFamily="34" charset="-120"/>
                      </a:rPr>
                      <a:t>美国</a:t>
                    </a:r>
                    <a:r>
                      <a:rPr lang="en-US" altLang="ko-KR" sz="1400" dirty="0">
                        <a:solidFill>
                          <a:srgbClr val="2498BD"/>
                        </a:solidFill>
                        <a:latin typeface="신세계 Regular" panose="02000300000000000000" pitchFamily="50" charset="-127"/>
                        <a:ea typeface="신세계 Regular" panose="02000300000000000000" pitchFamily="50" charset="-127"/>
                        <a:cs typeface="GC 16 Mono" pitchFamily="34" charset="-120"/>
                      </a:rPr>
                      <a:t> </a:t>
                    </a:r>
                    <a:r>
                      <a:rPr lang="en-US" altLang="ko-KR" sz="1400" dirty="0">
                        <a:solidFill>
                          <a:srgbClr val="1A1A1A"/>
                        </a:solidFill>
                        <a:latin typeface="신세계 Bold" panose="02000300000000000000" pitchFamily="50" charset="-127"/>
                        <a:ea typeface="신세계 Bold" panose="02000300000000000000" pitchFamily="50" charset="-127"/>
                        <a:cs typeface="Arial" pitchFamily="34" charset="-120"/>
                      </a:rPr>
                      <a:t>300,000</a:t>
                    </a:r>
                    <a:endParaRPr lang="en-US" altLang="ko-KR" sz="1400" dirty="0">
                      <a:latin typeface="신세계 Bold" panose="02000300000000000000" pitchFamily="50" charset="-127"/>
                      <a:ea typeface="신세계 Bold" panose="02000300000000000000" pitchFamily="50" charset="-127"/>
                    </a:endParaRPr>
                  </a:p>
                </p:txBody>
              </p:sp>
              <p:sp>
                <p:nvSpPr>
                  <p:cNvPr id="238" name="Text 15">
                    <a:extLst>
                      <a:ext uri="{FF2B5EF4-FFF2-40B4-BE49-F238E27FC236}">
                        <a16:creationId xmlns:a16="http://schemas.microsoft.com/office/drawing/2014/main" id="{10E55E66-E56D-2CB2-2D0C-4F4844907ABA}"/>
                      </a:ext>
                    </a:extLst>
                  </p:cNvPr>
                  <p:cNvSpPr/>
                  <p:nvPr/>
                </p:nvSpPr>
                <p:spPr>
                  <a:xfrm>
                    <a:off x="5572876" y="4288907"/>
                    <a:ext cx="2265448" cy="617208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none" lIns="72000" tIns="0" rIns="72000" bIns="0" rtlCol="0" anchor="ctr" anchorCtr="0">
                    <a:noAutofit/>
                  </a:bodyPr>
                  <a:lstStyle/>
                  <a:p>
                    <a:pPr algn="r"/>
                    <a:r>
                      <a:rPr lang="zh-CN" sz="1200" dirty="0">
                        <a:solidFill>
                          <a:srgbClr val="2498BD"/>
                        </a:solidFill>
                        <a:latin typeface="Noto Sans SC DemiLight"/>
                        <a:ea typeface="Noto Sans SC DemiLight"/>
                        <a:cs typeface="GC 16 Mono" pitchFamily="34" charset="-120"/>
                      </a:rPr>
                      <a:t>国产</a:t>
                    </a:r>
                    <a:r>
                      <a:rPr lang="en-US" altLang="ko-KR" sz="1100" dirty="0">
                        <a:solidFill>
                          <a:srgbClr val="2498BD"/>
                        </a:solidFill>
                        <a:latin typeface="신세계 Regular" panose="02000300000000000000" pitchFamily="50" charset="-127"/>
                        <a:ea typeface="신세계 Regular" panose="02000300000000000000" pitchFamily="50" charset="-127"/>
                        <a:cs typeface="GC 16 Mono" pitchFamily="34" charset="-120"/>
                      </a:rPr>
                      <a:t> </a:t>
                    </a:r>
                    <a:r>
                      <a:rPr lang="en-US" altLang="ko-KR" sz="1400" dirty="0">
                        <a:solidFill>
                          <a:srgbClr val="1A1A1A"/>
                        </a:solidFill>
                        <a:latin typeface="신세계 Bold" panose="02000300000000000000" pitchFamily="50" charset="-127"/>
                        <a:ea typeface="신세계 Bold" panose="02000300000000000000" pitchFamily="50" charset="-127"/>
                        <a:cs typeface="Arial" pitchFamily="34" charset="-120"/>
                      </a:rPr>
                      <a:t>70,000</a:t>
                    </a:r>
                  </a:p>
                  <a:p>
                    <a:pPr algn="r"/>
                    <a:r>
                      <a:rPr lang="zh-CN" sz="1200" dirty="0">
                        <a:solidFill>
                          <a:srgbClr val="2498BD"/>
                        </a:solidFill>
                        <a:latin typeface="Noto Sans SC DemiLight"/>
                        <a:ea typeface="Noto Sans SC DemiLight"/>
                        <a:cs typeface="GC 16 Mono" pitchFamily="34" charset="-120"/>
                      </a:rPr>
                      <a:t>国产高阶</a:t>
                    </a:r>
                    <a:r>
                      <a:rPr lang="en-US" altLang="ko-KR" sz="1050" dirty="0">
                        <a:solidFill>
                          <a:srgbClr val="2498BD"/>
                        </a:solidFill>
                        <a:latin typeface="신세계 Regular" panose="02000300000000000000" pitchFamily="50" charset="-127"/>
                        <a:ea typeface="신세계 Regular" panose="02000300000000000000" pitchFamily="50" charset="-127"/>
                        <a:cs typeface="GC 16 Mono" pitchFamily="34" charset="-120"/>
                      </a:rPr>
                      <a:t> </a:t>
                    </a:r>
                    <a:r>
                      <a:rPr lang="en-US" altLang="ko-KR" sz="1400" dirty="0">
                        <a:solidFill>
                          <a:srgbClr val="1A1A1A"/>
                        </a:solidFill>
                        <a:latin typeface="신세계 Bold" panose="02000300000000000000" pitchFamily="50" charset="-127"/>
                        <a:ea typeface="신세계 Bold" panose="02000300000000000000" pitchFamily="50" charset="-127"/>
                        <a:cs typeface="Arial" pitchFamily="34" charset="-120"/>
                      </a:rPr>
                      <a:t>100,000</a:t>
                    </a:r>
                    <a:endParaRPr lang="en-US" altLang="ko-KR" sz="1200" dirty="0">
                      <a:solidFill>
                        <a:srgbClr val="1A1A1A"/>
                      </a:solidFill>
                      <a:latin typeface="신세계 Bold" panose="02000300000000000000" pitchFamily="50" charset="-127"/>
                      <a:ea typeface="신세계 Bold" panose="02000300000000000000" pitchFamily="50" charset="-127"/>
                      <a:cs typeface="Arial" pitchFamily="34" charset="-120"/>
                    </a:endParaRPr>
                  </a:p>
                </p:txBody>
              </p:sp>
            </p:grpSp>
          </p:grpSp>
          <p:grpSp>
            <p:nvGrpSpPr>
              <p:cNvPr id="255" name="그룹 254">
                <a:extLst>
                  <a:ext uri="{FF2B5EF4-FFF2-40B4-BE49-F238E27FC236}">
                    <a16:creationId xmlns:a16="http://schemas.microsoft.com/office/drawing/2014/main" id="{2C74DD2E-7439-186F-57E4-9D83750B8DAD}"/>
                  </a:ext>
                </a:extLst>
              </p:cNvPr>
              <p:cNvGrpSpPr/>
              <p:nvPr/>
            </p:nvGrpSpPr>
            <p:grpSpPr>
              <a:xfrm>
                <a:off x="1041515" y="4276772"/>
                <a:ext cx="8205142" cy="672260"/>
                <a:chOff x="1041515" y="4276772"/>
                <a:chExt cx="8205142" cy="672260"/>
              </a:xfrm>
            </p:grpSpPr>
            <p:sp>
              <p:nvSpPr>
                <p:cNvPr id="239" name="Shape 7">
                  <a:extLst>
                    <a:ext uri="{FF2B5EF4-FFF2-40B4-BE49-F238E27FC236}">
                      <a16:creationId xmlns:a16="http://schemas.microsoft.com/office/drawing/2014/main" id="{D79A5FC2-758E-11B7-5790-F4F3305C3A2E}"/>
                    </a:ext>
                  </a:extLst>
                </p:cNvPr>
                <p:cNvSpPr/>
                <p:nvPr/>
              </p:nvSpPr>
              <p:spPr>
                <a:xfrm>
                  <a:off x="1041515" y="4276772"/>
                  <a:ext cx="8205142" cy="13607"/>
                </a:xfrm>
                <a:prstGeom prst="rect">
                  <a:avLst/>
                </a:prstGeom>
                <a:solidFill>
                  <a:srgbClr val="2498BD"/>
                </a:solidFill>
                <a:ln/>
              </p:spPr>
            </p:sp>
            <p:sp>
              <p:nvSpPr>
                <p:cNvPr id="247" name="Shape 7">
                  <a:extLst>
                    <a:ext uri="{FF2B5EF4-FFF2-40B4-BE49-F238E27FC236}">
                      <a16:creationId xmlns:a16="http://schemas.microsoft.com/office/drawing/2014/main" id="{796CAAFC-167D-39FE-146B-4B8B94795CC6}"/>
                    </a:ext>
                  </a:extLst>
                </p:cNvPr>
                <p:cNvSpPr/>
                <p:nvPr/>
              </p:nvSpPr>
              <p:spPr>
                <a:xfrm>
                  <a:off x="1041515" y="4935425"/>
                  <a:ext cx="8205142" cy="13607"/>
                </a:xfrm>
                <a:prstGeom prst="rect">
                  <a:avLst/>
                </a:prstGeom>
                <a:solidFill>
                  <a:srgbClr val="CCCCCC"/>
                </a:solidFill>
                <a:ln/>
              </p:spPr>
            </p:sp>
          </p:grpSp>
        </p:grpSp>
      </p:grpSp>
      <p:grpSp>
        <p:nvGrpSpPr>
          <p:cNvPr id="318" name="그룹 317">
            <a:extLst>
              <a:ext uri="{FF2B5EF4-FFF2-40B4-BE49-F238E27FC236}">
                <a16:creationId xmlns:a16="http://schemas.microsoft.com/office/drawing/2014/main" id="{1EDF4DA5-83CC-6E14-F87F-740EB70C64CC}"/>
              </a:ext>
            </a:extLst>
          </p:cNvPr>
          <p:cNvGrpSpPr/>
          <p:nvPr/>
        </p:nvGrpSpPr>
        <p:grpSpPr>
          <a:xfrm>
            <a:off x="930580" y="7162351"/>
            <a:ext cx="8316077" cy="1600861"/>
            <a:chOff x="930580" y="6441861"/>
            <a:chExt cx="8316077" cy="1600861"/>
          </a:xfrm>
        </p:grpSpPr>
        <p:sp>
          <p:nvSpPr>
            <p:cNvPr id="263" name="TextBox 262">
              <a:extLst>
                <a:ext uri="{FF2B5EF4-FFF2-40B4-BE49-F238E27FC236}">
                  <a16:creationId xmlns:a16="http://schemas.microsoft.com/office/drawing/2014/main" id="{1000AAE9-A7FF-D955-C56F-30E6B6346E64}"/>
                </a:ext>
              </a:extLst>
            </p:cNvPr>
            <p:cNvSpPr txBox="1"/>
            <p:nvPr/>
          </p:nvSpPr>
          <p:spPr>
            <a:xfrm>
              <a:off x="930580" y="6441861"/>
              <a:ext cx="1401346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zh-CN" dirty="0">
                  <a:latin typeface="Noto Sans SC SemiBold"/>
                  <a:ea typeface="Noto Sans SC SemiBold"/>
                  <a:cs typeface="Sinsegye" pitchFamily="34" charset="-120"/>
                </a:rPr>
                <a:t>水光肉毒</a:t>
              </a:r>
            </a:p>
          </p:txBody>
        </p:sp>
        <p:grpSp>
          <p:nvGrpSpPr>
            <p:cNvPr id="317" name="그룹 316">
              <a:extLst>
                <a:ext uri="{FF2B5EF4-FFF2-40B4-BE49-F238E27FC236}">
                  <a16:creationId xmlns:a16="http://schemas.microsoft.com/office/drawing/2014/main" id="{404A5803-B361-DFEF-B47E-6C0D1922DE86}"/>
                </a:ext>
              </a:extLst>
            </p:cNvPr>
            <p:cNvGrpSpPr/>
            <p:nvPr/>
          </p:nvGrpSpPr>
          <p:grpSpPr>
            <a:xfrm>
              <a:off x="1041515" y="6768616"/>
              <a:ext cx="8205142" cy="1274106"/>
              <a:chOff x="1041515" y="6768616"/>
              <a:chExt cx="8205142" cy="1274106"/>
            </a:xfrm>
          </p:grpSpPr>
          <p:grpSp>
            <p:nvGrpSpPr>
              <p:cNvPr id="314" name="그룹 313">
                <a:extLst>
                  <a:ext uri="{FF2B5EF4-FFF2-40B4-BE49-F238E27FC236}">
                    <a16:creationId xmlns:a16="http://schemas.microsoft.com/office/drawing/2014/main" id="{F6DAC86D-47AF-5847-C18C-4353F27AF1AC}"/>
                  </a:ext>
                </a:extLst>
              </p:cNvPr>
              <p:cNvGrpSpPr/>
              <p:nvPr/>
            </p:nvGrpSpPr>
            <p:grpSpPr>
              <a:xfrm>
                <a:off x="1044691" y="6779280"/>
                <a:ext cx="8201965" cy="620151"/>
                <a:chOff x="1044691" y="6779280"/>
                <a:chExt cx="8201965" cy="620151"/>
              </a:xfrm>
            </p:grpSpPr>
            <p:sp>
              <p:nvSpPr>
                <p:cNvPr id="279" name="Text 11">
                  <a:extLst>
                    <a:ext uri="{FF2B5EF4-FFF2-40B4-BE49-F238E27FC236}">
                      <a16:creationId xmlns:a16="http://schemas.microsoft.com/office/drawing/2014/main" id="{D1DFA31A-CB5E-A489-3FEC-38F02A9FDD1F}"/>
                    </a:ext>
                  </a:extLst>
                </p:cNvPr>
                <p:cNvSpPr/>
                <p:nvPr/>
              </p:nvSpPr>
              <p:spPr>
                <a:xfrm>
                  <a:off x="1044691" y="6779280"/>
                  <a:ext cx="5660909" cy="620151"/>
                </a:xfrm>
                <a:prstGeom prst="rect">
                  <a:avLst/>
                </a:prstGeom>
                <a:noFill/>
                <a:ln/>
              </p:spPr>
              <p:txBody>
                <a:bodyPr wrap="none" lIns="72000" tIns="0" rIns="72000" bIns="0" rtlCol="0" anchor="ctr" anchorCtr="0">
                  <a:normAutofit/>
                </a:bodyPr>
                <a:lstStyle/>
                <a:p>
                  <a:r>
                    <a:rPr lang="zh-CN" sz="1400" dirty="0">
                      <a:solidFill>
                        <a:srgbClr val="555555"/>
                      </a:solidFill>
                      <a:latin typeface="Noto Sans SC Medium"/>
                      <a:ea typeface="Noto Sans SC Medium"/>
                      <a:cs typeface="Arial" pitchFamily="34" charset="-120"/>
                    </a:rPr>
                    <a:t>全脸水光肉毒 3cc</a:t>
                  </a:r>
                </a:p>
                <a:p>
                  <a:r>
                    <a:rPr lang="zh-CN" sz="1000" dirty="0">
                      <a:solidFill>
                        <a:srgbClr val="555555"/>
                      </a:solidFill>
                      <a:latin typeface="Noto Sans SC DemiLight"/>
                      <a:ea typeface="Noto Sans SC DemiLight"/>
                      <a:cs typeface="Arial" pitchFamily="34" charset="-120"/>
                    </a:rPr>
                    <a:t>以额头、脸颊肌理为主 — 向真皮层 · 表皮下层密集注射极微小剂量</a:t>
                  </a:r>
                </a:p>
              </p:txBody>
            </p:sp>
            <p:grpSp>
              <p:nvGrpSpPr>
                <p:cNvPr id="313" name="그룹 312">
                  <a:extLst>
                    <a:ext uri="{FF2B5EF4-FFF2-40B4-BE49-F238E27FC236}">
                      <a16:creationId xmlns:a16="http://schemas.microsoft.com/office/drawing/2014/main" id="{3CE8293B-836F-6E41-AF58-78BC8D16FB7D}"/>
                    </a:ext>
                  </a:extLst>
                </p:cNvPr>
                <p:cNvGrpSpPr/>
                <p:nvPr/>
              </p:nvGrpSpPr>
              <p:grpSpPr>
                <a:xfrm>
                  <a:off x="5572876" y="6780751"/>
                  <a:ext cx="3673780" cy="617208"/>
                  <a:chOff x="5572876" y="6780751"/>
                  <a:chExt cx="3673780" cy="617208"/>
                </a:xfrm>
              </p:grpSpPr>
              <p:sp>
                <p:nvSpPr>
                  <p:cNvPr id="280" name="Text 15">
                    <a:extLst>
                      <a:ext uri="{FF2B5EF4-FFF2-40B4-BE49-F238E27FC236}">
                        <a16:creationId xmlns:a16="http://schemas.microsoft.com/office/drawing/2014/main" id="{1979D21F-DCED-EC8D-93BB-C7ADE617BFE7}"/>
                      </a:ext>
                    </a:extLst>
                  </p:cNvPr>
                  <p:cNvSpPr/>
                  <p:nvPr/>
                </p:nvSpPr>
                <p:spPr>
                  <a:xfrm>
                    <a:off x="7924510" y="6780751"/>
                    <a:ext cx="1322146" cy="617208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none" lIns="72000" tIns="0" rIns="72000" bIns="0" rtlCol="0" anchor="ctr" anchorCtr="0">
                    <a:noAutofit/>
                  </a:bodyPr>
                  <a:lstStyle/>
                  <a:p>
                    <a:pPr algn="r"/>
                    <a:r>
                      <a:rPr lang="zh-CN" sz="1200" dirty="0">
                        <a:solidFill>
                          <a:srgbClr val="2498BD"/>
                        </a:solidFill>
                        <a:latin typeface="Noto Sans SC DemiLight"/>
                        <a:ea typeface="Noto Sans SC DemiLight"/>
                        <a:cs typeface="GC 16 Mono" pitchFamily="34" charset="-120"/>
                      </a:rPr>
                      <a:t xml:space="preserve">德国 </a:t>
                    </a:r>
                    <a:r>
                      <a:rPr lang="en-US" altLang="ko-KR" sz="1400" dirty="0">
                        <a:solidFill>
                          <a:srgbClr val="1A1A1A"/>
                        </a:solidFill>
                        <a:latin typeface="신세계 Bold" panose="02000300000000000000" pitchFamily="50" charset="-127"/>
                        <a:ea typeface="신세계 Bold" panose="02000300000000000000" pitchFamily="50" charset="-127"/>
                        <a:cs typeface="Arial" pitchFamily="34" charset="-120"/>
                      </a:rPr>
                      <a:t>200,000</a:t>
                    </a:r>
                    <a:endParaRPr lang="en-US" altLang="ko-KR" sz="1400" dirty="0">
                      <a:latin typeface="신세계 Bold" panose="02000300000000000000" pitchFamily="50" charset="-127"/>
                      <a:ea typeface="신세계 Bold" panose="02000300000000000000" pitchFamily="50" charset="-127"/>
                    </a:endParaRPr>
                  </a:p>
                  <a:p>
                    <a:pPr algn="r"/>
                    <a:r>
                      <a:rPr lang="zh-CN" sz="1200" dirty="0">
                        <a:solidFill>
                          <a:srgbClr val="2498BD"/>
                        </a:solidFill>
                        <a:latin typeface="Noto Sans SC DemiLight"/>
                        <a:ea typeface="Noto Sans SC DemiLight"/>
                        <a:cs typeface="GC 16 Mono" pitchFamily="34" charset="-120"/>
                      </a:rPr>
                      <a:t>美国</a:t>
                    </a:r>
                    <a:r>
                      <a:rPr lang="en-US" altLang="ko-KR" sz="1400" dirty="0">
                        <a:solidFill>
                          <a:srgbClr val="2498BD"/>
                        </a:solidFill>
                        <a:latin typeface="신세계 Regular" panose="02000300000000000000" pitchFamily="50" charset="-127"/>
                        <a:ea typeface="신세계 Regular" panose="02000300000000000000" pitchFamily="50" charset="-127"/>
                        <a:cs typeface="GC 16 Mono" pitchFamily="34" charset="-120"/>
                      </a:rPr>
                      <a:t> </a:t>
                    </a:r>
                    <a:r>
                      <a:rPr lang="en-US" altLang="ko-KR" sz="1400" dirty="0">
                        <a:solidFill>
                          <a:srgbClr val="1A1A1A"/>
                        </a:solidFill>
                        <a:latin typeface="신세계 Bold" panose="02000300000000000000" pitchFamily="50" charset="-127"/>
                        <a:ea typeface="신세계 Bold" panose="02000300000000000000" pitchFamily="50" charset="-127"/>
                        <a:cs typeface="Arial" pitchFamily="34" charset="-120"/>
                      </a:rPr>
                      <a:t>300,000</a:t>
                    </a:r>
                    <a:endParaRPr lang="en-US" altLang="ko-KR" sz="1400" dirty="0">
                      <a:latin typeface="신세계 Bold" panose="02000300000000000000" pitchFamily="50" charset="-127"/>
                      <a:ea typeface="신세계 Bold" panose="02000300000000000000" pitchFamily="50" charset="-127"/>
                    </a:endParaRPr>
                  </a:p>
                </p:txBody>
              </p:sp>
              <p:sp>
                <p:nvSpPr>
                  <p:cNvPr id="281" name="Text 15">
                    <a:extLst>
                      <a:ext uri="{FF2B5EF4-FFF2-40B4-BE49-F238E27FC236}">
                        <a16:creationId xmlns:a16="http://schemas.microsoft.com/office/drawing/2014/main" id="{D330CAB0-478D-C068-8033-00397CCE869E}"/>
                      </a:ext>
                    </a:extLst>
                  </p:cNvPr>
                  <p:cNvSpPr/>
                  <p:nvPr/>
                </p:nvSpPr>
                <p:spPr>
                  <a:xfrm>
                    <a:off x="5572876" y="6780751"/>
                    <a:ext cx="2265448" cy="617208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none" lIns="72000" tIns="0" rIns="72000" bIns="0" rtlCol="0" anchor="ctr" anchorCtr="0">
                    <a:noAutofit/>
                  </a:bodyPr>
                  <a:lstStyle/>
                  <a:p>
                    <a:pPr algn="r"/>
                    <a:r>
                      <a:rPr lang="zh-CN" sz="1200" dirty="0">
                        <a:solidFill>
                          <a:srgbClr val="2498BD"/>
                        </a:solidFill>
                        <a:latin typeface="Noto Sans SC DemiLight"/>
                        <a:ea typeface="Noto Sans SC DemiLight"/>
                        <a:cs typeface="GC 16 Mono" pitchFamily="34" charset="-120"/>
                      </a:rPr>
                      <a:t>国产</a:t>
                    </a:r>
                    <a:r>
                      <a:rPr lang="en-US" altLang="ko-KR" sz="1100" dirty="0">
                        <a:solidFill>
                          <a:srgbClr val="2498BD"/>
                        </a:solidFill>
                        <a:latin typeface="신세계 Regular" panose="02000300000000000000" pitchFamily="50" charset="-127"/>
                        <a:ea typeface="신세계 Regular" panose="02000300000000000000" pitchFamily="50" charset="-127"/>
                        <a:cs typeface="GC 16 Mono" pitchFamily="34" charset="-120"/>
                      </a:rPr>
                      <a:t> </a:t>
                    </a:r>
                    <a:r>
                      <a:rPr lang="en-US" altLang="ko-KR" sz="1400" dirty="0">
                        <a:solidFill>
                          <a:srgbClr val="1A1A1A"/>
                        </a:solidFill>
                        <a:latin typeface="신세계 Bold" panose="02000300000000000000" pitchFamily="50" charset="-127"/>
                        <a:ea typeface="신세계 Bold" panose="02000300000000000000" pitchFamily="50" charset="-127"/>
                        <a:cs typeface="Arial" pitchFamily="34" charset="-120"/>
                      </a:rPr>
                      <a:t>100,000</a:t>
                    </a:r>
                  </a:p>
                  <a:p>
                    <a:pPr algn="r"/>
                    <a:r>
                      <a:rPr lang="zh-CN" sz="1200" dirty="0">
                        <a:solidFill>
                          <a:srgbClr val="2498BD"/>
                        </a:solidFill>
                        <a:latin typeface="Noto Sans SC DemiLight"/>
                        <a:ea typeface="Noto Sans SC DemiLight"/>
                        <a:cs typeface="GC 16 Mono" pitchFamily="34" charset="-120"/>
                      </a:rPr>
                      <a:t>国产高阶</a:t>
                    </a:r>
                    <a:r>
                      <a:rPr lang="en-US" altLang="ko-KR" sz="1050" dirty="0">
                        <a:solidFill>
                          <a:srgbClr val="2498BD"/>
                        </a:solidFill>
                        <a:latin typeface="신세계 Regular" panose="02000300000000000000" pitchFamily="50" charset="-127"/>
                        <a:ea typeface="신세계 Regular" panose="02000300000000000000" pitchFamily="50" charset="-127"/>
                        <a:cs typeface="GC 16 Mono" pitchFamily="34" charset="-120"/>
                      </a:rPr>
                      <a:t> </a:t>
                    </a:r>
                    <a:r>
                      <a:rPr lang="en-US" altLang="ko-KR" sz="1400" dirty="0">
                        <a:solidFill>
                          <a:srgbClr val="1A1A1A"/>
                        </a:solidFill>
                        <a:latin typeface="신세계 Bold" panose="02000300000000000000" pitchFamily="50" charset="-127"/>
                        <a:ea typeface="신세계 Bold" panose="02000300000000000000" pitchFamily="50" charset="-127"/>
                        <a:cs typeface="Arial" pitchFamily="34" charset="-120"/>
                      </a:rPr>
                      <a:t>150,000</a:t>
                    </a:r>
                    <a:endParaRPr lang="en-US" altLang="ko-KR" sz="1200" dirty="0">
                      <a:solidFill>
                        <a:srgbClr val="1A1A1A"/>
                      </a:solidFill>
                      <a:latin typeface="신세계 Bold" panose="02000300000000000000" pitchFamily="50" charset="-127"/>
                      <a:ea typeface="신세계 Bold" panose="02000300000000000000" pitchFamily="50" charset="-127"/>
                      <a:cs typeface="Arial" pitchFamily="34" charset="-120"/>
                    </a:endParaRPr>
                  </a:p>
                </p:txBody>
              </p:sp>
            </p:grpSp>
          </p:grpSp>
          <p:grpSp>
            <p:nvGrpSpPr>
              <p:cNvPr id="316" name="그룹 315">
                <a:extLst>
                  <a:ext uri="{FF2B5EF4-FFF2-40B4-BE49-F238E27FC236}">
                    <a16:creationId xmlns:a16="http://schemas.microsoft.com/office/drawing/2014/main" id="{1F03FF98-340C-A374-065E-BD307200B4FB}"/>
                  </a:ext>
                </a:extLst>
              </p:cNvPr>
              <p:cNvGrpSpPr/>
              <p:nvPr/>
            </p:nvGrpSpPr>
            <p:grpSpPr>
              <a:xfrm>
                <a:off x="1044691" y="7408963"/>
                <a:ext cx="8201965" cy="620151"/>
                <a:chOff x="1044691" y="7408963"/>
                <a:chExt cx="8201965" cy="620151"/>
              </a:xfrm>
            </p:grpSpPr>
            <p:sp>
              <p:nvSpPr>
                <p:cNvPr id="276" name="Text 11">
                  <a:extLst>
                    <a:ext uri="{FF2B5EF4-FFF2-40B4-BE49-F238E27FC236}">
                      <a16:creationId xmlns:a16="http://schemas.microsoft.com/office/drawing/2014/main" id="{2D4A4A95-8D06-9EEF-05AF-1C9577CD84D5}"/>
                    </a:ext>
                  </a:extLst>
                </p:cNvPr>
                <p:cNvSpPr/>
                <p:nvPr/>
              </p:nvSpPr>
              <p:spPr>
                <a:xfrm>
                  <a:off x="1044691" y="7408963"/>
                  <a:ext cx="5660909" cy="620151"/>
                </a:xfrm>
                <a:prstGeom prst="rect">
                  <a:avLst/>
                </a:prstGeom>
                <a:noFill/>
                <a:ln/>
              </p:spPr>
              <p:txBody>
                <a:bodyPr wrap="none" lIns="72000" tIns="0" rIns="72000" bIns="0" rtlCol="0" anchor="ctr" anchorCtr="0">
                  <a:normAutofit/>
                </a:bodyPr>
                <a:lstStyle/>
                <a:p>
                  <a:r>
                    <a:rPr lang="zh-CN" sz="1400" dirty="0">
                      <a:solidFill>
                        <a:srgbClr val="555555"/>
                      </a:solidFill>
                      <a:latin typeface="Noto Sans SC Medium"/>
                      <a:ea typeface="Noto Sans SC Medium"/>
                      <a:cs typeface="Arial" pitchFamily="34" charset="-120"/>
                    </a:rPr>
                    <a:t>下颌线水光肉毒 2cc</a:t>
                  </a:r>
                </a:p>
                <a:p>
                  <a:r>
                    <a:rPr lang="zh-CN" sz="1000" dirty="0">
                      <a:solidFill>
                        <a:srgbClr val="555555"/>
                      </a:solidFill>
                      <a:latin typeface="Noto Sans SC DemiLight"/>
                      <a:ea typeface="Noto Sans SC DemiLight"/>
                      <a:cs typeface="Arial" pitchFamily="34" charset="-120"/>
                    </a:rPr>
                    <a:t>改善下颌线与下巴下方的皮肤弹性，修饰下颌线条</a:t>
                  </a:r>
                </a:p>
              </p:txBody>
            </p:sp>
            <p:grpSp>
              <p:nvGrpSpPr>
                <p:cNvPr id="315" name="그룹 314">
                  <a:extLst>
                    <a:ext uri="{FF2B5EF4-FFF2-40B4-BE49-F238E27FC236}">
                      <a16:creationId xmlns:a16="http://schemas.microsoft.com/office/drawing/2014/main" id="{67D0D7C4-04B6-84A2-00DC-5EACC417CEED}"/>
                    </a:ext>
                  </a:extLst>
                </p:cNvPr>
                <p:cNvGrpSpPr/>
                <p:nvPr/>
              </p:nvGrpSpPr>
              <p:grpSpPr>
                <a:xfrm>
                  <a:off x="5572876" y="7410434"/>
                  <a:ext cx="3673780" cy="617208"/>
                  <a:chOff x="5572876" y="7410434"/>
                  <a:chExt cx="3673780" cy="617208"/>
                </a:xfrm>
              </p:grpSpPr>
              <p:sp>
                <p:nvSpPr>
                  <p:cNvPr id="277" name="Text 15">
                    <a:extLst>
                      <a:ext uri="{FF2B5EF4-FFF2-40B4-BE49-F238E27FC236}">
                        <a16:creationId xmlns:a16="http://schemas.microsoft.com/office/drawing/2014/main" id="{3F5D0AF5-7D4B-874C-102B-24FBFC45FF24}"/>
                      </a:ext>
                    </a:extLst>
                  </p:cNvPr>
                  <p:cNvSpPr/>
                  <p:nvPr/>
                </p:nvSpPr>
                <p:spPr>
                  <a:xfrm>
                    <a:off x="7924510" y="7410434"/>
                    <a:ext cx="1322146" cy="617208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none" lIns="72000" tIns="0" rIns="72000" bIns="0" rtlCol="0" anchor="ctr" anchorCtr="0">
                    <a:noAutofit/>
                  </a:bodyPr>
                  <a:lstStyle/>
                  <a:p>
                    <a:pPr algn="r"/>
                    <a:r>
                      <a:rPr lang="zh-CN" sz="1200" dirty="0">
                        <a:solidFill>
                          <a:srgbClr val="2498BD"/>
                        </a:solidFill>
                        <a:latin typeface="Noto Sans SC DemiLight"/>
                        <a:ea typeface="Noto Sans SC DemiLight"/>
                        <a:cs typeface="GC 16 Mono" pitchFamily="34" charset="-120"/>
                      </a:rPr>
                      <a:t xml:space="preserve">德国 </a:t>
                    </a:r>
                    <a:r>
                      <a:rPr lang="en-US" altLang="ko-KR" sz="1400" dirty="0">
                        <a:solidFill>
                          <a:srgbClr val="1A1A1A"/>
                        </a:solidFill>
                        <a:latin typeface="신세계 Bold" panose="02000300000000000000" pitchFamily="50" charset="-127"/>
                        <a:ea typeface="신세계 Bold" panose="02000300000000000000" pitchFamily="50" charset="-127"/>
                        <a:cs typeface="Arial" pitchFamily="34" charset="-120"/>
                      </a:rPr>
                      <a:t>100,000</a:t>
                    </a:r>
                    <a:endParaRPr lang="en-US" altLang="ko-KR" sz="1400" dirty="0">
                      <a:latin typeface="신세계 Bold" panose="02000300000000000000" pitchFamily="50" charset="-127"/>
                      <a:ea typeface="신세계 Bold" panose="02000300000000000000" pitchFamily="50" charset="-127"/>
                    </a:endParaRPr>
                  </a:p>
                  <a:p>
                    <a:pPr algn="r"/>
                    <a:r>
                      <a:rPr lang="zh-CN" sz="1200" dirty="0">
                        <a:solidFill>
                          <a:srgbClr val="2498BD"/>
                        </a:solidFill>
                        <a:latin typeface="Noto Sans SC DemiLight"/>
                        <a:ea typeface="Noto Sans SC DemiLight"/>
                        <a:cs typeface="GC 16 Mono" pitchFamily="34" charset="-120"/>
                      </a:rPr>
                      <a:t>美国</a:t>
                    </a:r>
                    <a:r>
                      <a:rPr lang="en-US" altLang="ko-KR" sz="1400" dirty="0">
                        <a:solidFill>
                          <a:srgbClr val="2498BD"/>
                        </a:solidFill>
                        <a:latin typeface="신세계 Regular" panose="02000300000000000000" pitchFamily="50" charset="-127"/>
                        <a:ea typeface="신세계 Regular" panose="02000300000000000000" pitchFamily="50" charset="-127"/>
                        <a:cs typeface="GC 16 Mono" pitchFamily="34" charset="-120"/>
                      </a:rPr>
                      <a:t> </a:t>
                    </a:r>
                    <a:r>
                      <a:rPr lang="en-US" altLang="ko-KR" sz="1400" dirty="0">
                        <a:solidFill>
                          <a:srgbClr val="1A1A1A"/>
                        </a:solidFill>
                        <a:latin typeface="신세계 Bold" panose="02000300000000000000" pitchFamily="50" charset="-127"/>
                        <a:ea typeface="신세계 Bold" panose="02000300000000000000" pitchFamily="50" charset="-127"/>
                        <a:cs typeface="Arial" pitchFamily="34" charset="-120"/>
                      </a:rPr>
                      <a:t>150,000</a:t>
                    </a:r>
                    <a:endParaRPr lang="en-US" altLang="ko-KR" sz="1400" dirty="0">
                      <a:latin typeface="신세계 Bold" panose="02000300000000000000" pitchFamily="50" charset="-127"/>
                      <a:ea typeface="신세계 Bold" panose="02000300000000000000" pitchFamily="50" charset="-127"/>
                    </a:endParaRPr>
                  </a:p>
                </p:txBody>
              </p:sp>
              <p:sp>
                <p:nvSpPr>
                  <p:cNvPr id="278" name="Text 15">
                    <a:extLst>
                      <a:ext uri="{FF2B5EF4-FFF2-40B4-BE49-F238E27FC236}">
                        <a16:creationId xmlns:a16="http://schemas.microsoft.com/office/drawing/2014/main" id="{3C3F511D-9DB6-6EC9-3DCF-876EA807BFD5}"/>
                      </a:ext>
                    </a:extLst>
                  </p:cNvPr>
                  <p:cNvSpPr/>
                  <p:nvPr/>
                </p:nvSpPr>
                <p:spPr>
                  <a:xfrm>
                    <a:off x="5572876" y="7410434"/>
                    <a:ext cx="2265448" cy="617208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none" lIns="72000" tIns="0" rIns="72000" bIns="0" rtlCol="0" anchor="ctr" anchorCtr="0">
                    <a:noAutofit/>
                  </a:bodyPr>
                  <a:lstStyle/>
                  <a:p>
                    <a:pPr algn="r"/>
                    <a:r>
                      <a:rPr lang="zh-CN" sz="1200" dirty="0">
                        <a:solidFill>
                          <a:srgbClr val="2498BD"/>
                        </a:solidFill>
                        <a:latin typeface="Noto Sans SC DemiLight"/>
                        <a:ea typeface="Noto Sans SC DemiLight"/>
                        <a:cs typeface="GC 16 Mono" pitchFamily="34" charset="-120"/>
                      </a:rPr>
                      <a:t>国产</a:t>
                    </a:r>
                    <a:r>
                      <a:rPr lang="en-US" altLang="ko-KR" sz="1100" dirty="0">
                        <a:solidFill>
                          <a:srgbClr val="2498BD"/>
                        </a:solidFill>
                        <a:latin typeface="신세계 Regular" panose="02000300000000000000" pitchFamily="50" charset="-127"/>
                        <a:ea typeface="신세계 Regular" panose="02000300000000000000" pitchFamily="50" charset="-127"/>
                        <a:cs typeface="GC 16 Mono" pitchFamily="34" charset="-120"/>
                      </a:rPr>
                      <a:t> </a:t>
                    </a:r>
                    <a:r>
                      <a:rPr lang="en-US" altLang="ko-KR" sz="1400" dirty="0">
                        <a:solidFill>
                          <a:srgbClr val="1A1A1A"/>
                        </a:solidFill>
                        <a:latin typeface="신세계 Bold" panose="02000300000000000000" pitchFamily="50" charset="-127"/>
                        <a:ea typeface="신세계 Bold" panose="02000300000000000000" pitchFamily="50" charset="-127"/>
                        <a:cs typeface="Arial" pitchFamily="34" charset="-120"/>
                      </a:rPr>
                      <a:t>50,000</a:t>
                    </a:r>
                  </a:p>
                  <a:p>
                    <a:pPr algn="r"/>
                    <a:r>
                      <a:rPr lang="zh-CN" sz="1200" dirty="0">
                        <a:solidFill>
                          <a:srgbClr val="2498BD"/>
                        </a:solidFill>
                        <a:latin typeface="Noto Sans SC DemiLight"/>
                        <a:ea typeface="Noto Sans SC DemiLight"/>
                        <a:cs typeface="GC 16 Mono" pitchFamily="34" charset="-120"/>
                      </a:rPr>
                      <a:t>国产高阶</a:t>
                    </a:r>
                    <a:r>
                      <a:rPr lang="en-US" altLang="ko-KR" sz="1050" dirty="0">
                        <a:solidFill>
                          <a:srgbClr val="2498BD"/>
                        </a:solidFill>
                        <a:latin typeface="신세계 Regular" panose="02000300000000000000" pitchFamily="50" charset="-127"/>
                        <a:ea typeface="신세계 Regular" panose="02000300000000000000" pitchFamily="50" charset="-127"/>
                        <a:cs typeface="GC 16 Mono" pitchFamily="34" charset="-120"/>
                      </a:rPr>
                      <a:t> </a:t>
                    </a:r>
                    <a:r>
                      <a:rPr lang="en-US" altLang="ko-KR" sz="1400" dirty="0">
                        <a:solidFill>
                          <a:srgbClr val="1A1A1A"/>
                        </a:solidFill>
                        <a:latin typeface="신세계 Bold" panose="02000300000000000000" pitchFamily="50" charset="-127"/>
                        <a:ea typeface="신세계 Bold" panose="02000300000000000000" pitchFamily="50" charset="-127"/>
                        <a:cs typeface="Arial" pitchFamily="34" charset="-120"/>
                      </a:rPr>
                      <a:t>70,000</a:t>
                    </a:r>
                    <a:endParaRPr lang="en-US" altLang="ko-KR" sz="1200" dirty="0">
                      <a:solidFill>
                        <a:srgbClr val="1A1A1A"/>
                      </a:solidFill>
                      <a:latin typeface="신세계 Bold" panose="02000300000000000000" pitchFamily="50" charset="-127"/>
                      <a:ea typeface="신세계 Bold" panose="02000300000000000000" pitchFamily="50" charset="-127"/>
                      <a:cs typeface="Arial" pitchFamily="34" charset="-120"/>
                    </a:endParaRPr>
                  </a:p>
                </p:txBody>
              </p:sp>
            </p:grpSp>
          </p:grpSp>
          <p:grpSp>
            <p:nvGrpSpPr>
              <p:cNvPr id="267" name="그룹 266">
                <a:extLst>
                  <a:ext uri="{FF2B5EF4-FFF2-40B4-BE49-F238E27FC236}">
                    <a16:creationId xmlns:a16="http://schemas.microsoft.com/office/drawing/2014/main" id="{AD221EEB-515D-0710-B22A-94B9FA86AC6E}"/>
                  </a:ext>
                </a:extLst>
              </p:cNvPr>
              <p:cNvGrpSpPr/>
              <p:nvPr/>
            </p:nvGrpSpPr>
            <p:grpSpPr>
              <a:xfrm>
                <a:off x="1041515" y="6768616"/>
                <a:ext cx="8205142" cy="1274106"/>
                <a:chOff x="1041515" y="4276772"/>
                <a:chExt cx="8205142" cy="1274106"/>
              </a:xfrm>
            </p:grpSpPr>
            <p:sp>
              <p:nvSpPr>
                <p:cNvPr id="272" name="Shape 7">
                  <a:extLst>
                    <a:ext uri="{FF2B5EF4-FFF2-40B4-BE49-F238E27FC236}">
                      <a16:creationId xmlns:a16="http://schemas.microsoft.com/office/drawing/2014/main" id="{0525A485-B817-347C-3DCB-54128A586299}"/>
                    </a:ext>
                  </a:extLst>
                </p:cNvPr>
                <p:cNvSpPr/>
                <p:nvPr/>
              </p:nvSpPr>
              <p:spPr>
                <a:xfrm>
                  <a:off x="1041515" y="4276772"/>
                  <a:ext cx="8205142" cy="13607"/>
                </a:xfrm>
                <a:prstGeom prst="rect">
                  <a:avLst/>
                </a:prstGeom>
                <a:solidFill>
                  <a:srgbClr val="2498BD"/>
                </a:solidFill>
                <a:ln/>
              </p:spPr>
            </p:sp>
            <p:sp>
              <p:nvSpPr>
                <p:cNvPr id="273" name="Shape 7">
                  <a:extLst>
                    <a:ext uri="{FF2B5EF4-FFF2-40B4-BE49-F238E27FC236}">
                      <a16:creationId xmlns:a16="http://schemas.microsoft.com/office/drawing/2014/main" id="{85AE7972-A152-B8AF-43B7-DC0392B6B2F0}"/>
                    </a:ext>
                  </a:extLst>
                </p:cNvPr>
                <p:cNvSpPr/>
                <p:nvPr/>
              </p:nvSpPr>
              <p:spPr>
                <a:xfrm>
                  <a:off x="1041515" y="4907588"/>
                  <a:ext cx="8205142" cy="13607"/>
                </a:xfrm>
                <a:prstGeom prst="rect">
                  <a:avLst/>
                </a:prstGeom>
                <a:solidFill>
                  <a:srgbClr val="CCCCCC"/>
                </a:solidFill>
                <a:ln/>
              </p:spPr>
            </p:sp>
            <p:sp>
              <p:nvSpPr>
                <p:cNvPr id="274" name="Shape 7">
                  <a:extLst>
                    <a:ext uri="{FF2B5EF4-FFF2-40B4-BE49-F238E27FC236}">
                      <a16:creationId xmlns:a16="http://schemas.microsoft.com/office/drawing/2014/main" id="{A2B5AEF7-014E-18D9-2AB7-F187E0C80A76}"/>
                    </a:ext>
                  </a:extLst>
                </p:cNvPr>
                <p:cNvSpPr/>
                <p:nvPr/>
              </p:nvSpPr>
              <p:spPr>
                <a:xfrm>
                  <a:off x="1041515" y="5537271"/>
                  <a:ext cx="8205142" cy="13607"/>
                </a:xfrm>
                <a:prstGeom prst="rect">
                  <a:avLst/>
                </a:prstGeom>
                <a:solidFill>
                  <a:srgbClr val="CCCCCC"/>
                </a:solidFill>
                <a:ln/>
              </p:spPr>
            </p:sp>
          </p:grpSp>
        </p:grpSp>
      </p:grpSp>
      <p:grpSp>
        <p:nvGrpSpPr>
          <p:cNvPr id="327" name="그룹 326">
            <a:extLst>
              <a:ext uri="{FF2B5EF4-FFF2-40B4-BE49-F238E27FC236}">
                <a16:creationId xmlns:a16="http://schemas.microsoft.com/office/drawing/2014/main" id="{B039B8DD-91A2-CAAB-0AB2-D17320111790}"/>
              </a:ext>
            </a:extLst>
          </p:cNvPr>
          <p:cNvGrpSpPr/>
          <p:nvPr/>
        </p:nvGrpSpPr>
        <p:grpSpPr>
          <a:xfrm>
            <a:off x="930580" y="9022501"/>
            <a:ext cx="8316077" cy="1600861"/>
            <a:chOff x="930580" y="8302009"/>
            <a:chExt cx="8316077" cy="1600861"/>
          </a:xfrm>
        </p:grpSpPr>
        <p:sp>
          <p:nvSpPr>
            <p:cNvPr id="285" name="TextBox 284">
              <a:extLst>
                <a:ext uri="{FF2B5EF4-FFF2-40B4-BE49-F238E27FC236}">
                  <a16:creationId xmlns:a16="http://schemas.microsoft.com/office/drawing/2014/main" id="{1FF61860-7275-79B9-DBB1-00DC061F7EEF}"/>
                </a:ext>
              </a:extLst>
            </p:cNvPr>
            <p:cNvSpPr txBox="1"/>
            <p:nvPr/>
          </p:nvSpPr>
          <p:spPr>
            <a:xfrm>
              <a:off x="930580" y="8302009"/>
              <a:ext cx="2295821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zh-CN" dirty="0">
                  <a:latin typeface="Noto Sans SC SemiBold"/>
                  <a:ea typeface="Noto Sans SC SemiBold"/>
                  <a:cs typeface="Sinsegye" pitchFamily="34" charset="-120"/>
                </a:rPr>
                <a:t>多汗症 · 身体肉毒</a:t>
              </a:r>
            </a:p>
          </p:txBody>
        </p:sp>
        <p:grpSp>
          <p:nvGrpSpPr>
            <p:cNvPr id="326" name="그룹 325">
              <a:extLst>
                <a:ext uri="{FF2B5EF4-FFF2-40B4-BE49-F238E27FC236}">
                  <a16:creationId xmlns:a16="http://schemas.microsoft.com/office/drawing/2014/main" id="{E21CA896-0B6B-D40A-6C52-936189436D7E}"/>
                </a:ext>
              </a:extLst>
            </p:cNvPr>
            <p:cNvGrpSpPr/>
            <p:nvPr/>
          </p:nvGrpSpPr>
          <p:grpSpPr>
            <a:xfrm>
              <a:off x="1041515" y="8628764"/>
              <a:ext cx="8205142" cy="1274106"/>
              <a:chOff x="1041515" y="8628764"/>
              <a:chExt cx="8205142" cy="1274106"/>
            </a:xfrm>
          </p:grpSpPr>
          <p:grpSp>
            <p:nvGrpSpPr>
              <p:cNvPr id="320" name="그룹 319">
                <a:extLst>
                  <a:ext uri="{FF2B5EF4-FFF2-40B4-BE49-F238E27FC236}">
                    <a16:creationId xmlns:a16="http://schemas.microsoft.com/office/drawing/2014/main" id="{25351B94-FF58-2BF0-1AA4-D34289BEBAC8}"/>
                  </a:ext>
                </a:extLst>
              </p:cNvPr>
              <p:cNvGrpSpPr/>
              <p:nvPr/>
            </p:nvGrpSpPr>
            <p:grpSpPr>
              <a:xfrm>
                <a:off x="1044691" y="8639428"/>
                <a:ext cx="8201965" cy="620151"/>
                <a:chOff x="1044691" y="8639428"/>
                <a:chExt cx="8201965" cy="620151"/>
              </a:xfrm>
            </p:grpSpPr>
            <p:sp>
              <p:nvSpPr>
                <p:cNvPr id="296" name="Text 11">
                  <a:extLst>
                    <a:ext uri="{FF2B5EF4-FFF2-40B4-BE49-F238E27FC236}">
                      <a16:creationId xmlns:a16="http://schemas.microsoft.com/office/drawing/2014/main" id="{A6BF49D4-244E-134F-A3CD-59E562290087}"/>
                    </a:ext>
                  </a:extLst>
                </p:cNvPr>
                <p:cNvSpPr/>
                <p:nvPr/>
              </p:nvSpPr>
              <p:spPr>
                <a:xfrm>
                  <a:off x="1044691" y="8639428"/>
                  <a:ext cx="5660909" cy="620151"/>
                </a:xfrm>
                <a:prstGeom prst="rect">
                  <a:avLst/>
                </a:prstGeom>
                <a:noFill/>
                <a:ln/>
              </p:spPr>
              <p:txBody>
                <a:bodyPr wrap="none" lIns="72000" tIns="0" rIns="72000" bIns="0" rtlCol="0" anchor="ctr" anchorCtr="0">
                  <a:normAutofit/>
                </a:bodyPr>
                <a:lstStyle/>
                <a:p>
                  <a:r>
                    <a:rPr lang="zh-CN" sz="1400" dirty="0">
                      <a:solidFill>
                        <a:srgbClr val="555555"/>
                      </a:solidFill>
                      <a:latin typeface="Noto Sans SC Medium"/>
                      <a:ea typeface="Noto Sans SC Medium"/>
                      <a:cs typeface="Arial" pitchFamily="34" charset="-120"/>
                    </a:rPr>
                    <a:t>多汗症肉毒 100U</a:t>
                  </a:r>
                </a:p>
                <a:p>
                  <a:r>
                    <a:rPr lang="zh-CN" sz="1000" dirty="0">
                      <a:solidFill>
                        <a:srgbClr val="555555"/>
                      </a:solidFill>
                      <a:latin typeface="Noto Sans SC DemiLight"/>
                      <a:ea typeface="Noto Sans SC DemiLight"/>
                      <a:cs typeface="Arial" pitchFamily="34" charset="-120"/>
                    </a:rPr>
                    <a:t>手 / 脚 / 腋下 中选1</a:t>
                  </a:r>
                </a:p>
              </p:txBody>
            </p:sp>
            <p:grpSp>
              <p:nvGrpSpPr>
                <p:cNvPr id="319" name="그룹 318">
                  <a:extLst>
                    <a:ext uri="{FF2B5EF4-FFF2-40B4-BE49-F238E27FC236}">
                      <a16:creationId xmlns:a16="http://schemas.microsoft.com/office/drawing/2014/main" id="{107D53F5-F119-A814-B98D-C1E44420C2FC}"/>
                    </a:ext>
                  </a:extLst>
                </p:cNvPr>
                <p:cNvGrpSpPr/>
                <p:nvPr/>
              </p:nvGrpSpPr>
              <p:grpSpPr>
                <a:xfrm>
                  <a:off x="5572876" y="8640899"/>
                  <a:ext cx="3673780" cy="617208"/>
                  <a:chOff x="5572876" y="8640899"/>
                  <a:chExt cx="3673780" cy="617208"/>
                </a:xfrm>
              </p:grpSpPr>
              <p:sp>
                <p:nvSpPr>
                  <p:cNvPr id="297" name="Text 15">
                    <a:extLst>
                      <a:ext uri="{FF2B5EF4-FFF2-40B4-BE49-F238E27FC236}">
                        <a16:creationId xmlns:a16="http://schemas.microsoft.com/office/drawing/2014/main" id="{7A52F2EE-CCED-D233-8EB5-CB2905617567}"/>
                      </a:ext>
                    </a:extLst>
                  </p:cNvPr>
                  <p:cNvSpPr/>
                  <p:nvPr/>
                </p:nvSpPr>
                <p:spPr>
                  <a:xfrm>
                    <a:off x="7924510" y="8640899"/>
                    <a:ext cx="1322146" cy="617208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none" lIns="72000" tIns="0" rIns="72000" bIns="0" rtlCol="0" anchor="ctr" anchorCtr="0">
                    <a:noAutofit/>
                  </a:bodyPr>
                  <a:lstStyle/>
                  <a:p>
                    <a:pPr algn="r"/>
                    <a:r>
                      <a:rPr lang="zh-CN" sz="1200" dirty="0">
                        <a:solidFill>
                          <a:srgbClr val="2498BD"/>
                        </a:solidFill>
                        <a:latin typeface="Noto Sans SC DemiLight"/>
                        <a:ea typeface="Noto Sans SC DemiLight"/>
                        <a:cs typeface="GC 16 Mono" pitchFamily="34" charset="-120"/>
                      </a:rPr>
                      <a:t xml:space="preserve">德国 </a:t>
                    </a:r>
                    <a:r>
                      <a:rPr lang="en-US" altLang="ko-KR" sz="1400" dirty="0">
                        <a:solidFill>
                          <a:srgbClr val="1A1A1A"/>
                        </a:solidFill>
                        <a:latin typeface="신세계 Bold" panose="02000300000000000000" pitchFamily="50" charset="-127"/>
                        <a:ea typeface="신세계 Bold" panose="02000300000000000000" pitchFamily="50" charset="-127"/>
                        <a:cs typeface="Arial" pitchFamily="34" charset="-120"/>
                      </a:rPr>
                      <a:t>400,000</a:t>
                    </a:r>
                    <a:endParaRPr lang="en-US" altLang="ko-KR" sz="1400" dirty="0">
                      <a:latin typeface="신세계 Bold" panose="02000300000000000000" pitchFamily="50" charset="-127"/>
                      <a:ea typeface="신세계 Bold" panose="02000300000000000000" pitchFamily="50" charset="-127"/>
                    </a:endParaRPr>
                  </a:p>
                  <a:p>
                    <a:pPr algn="r"/>
                    <a:r>
                      <a:rPr lang="zh-CN" sz="1200" dirty="0">
                        <a:solidFill>
                          <a:srgbClr val="2498BD"/>
                        </a:solidFill>
                        <a:latin typeface="Noto Sans SC DemiLight"/>
                        <a:ea typeface="Noto Sans SC DemiLight"/>
                        <a:cs typeface="GC 16 Mono" pitchFamily="34" charset="-120"/>
                      </a:rPr>
                      <a:t>美国</a:t>
                    </a:r>
                    <a:r>
                      <a:rPr lang="en-US" altLang="ko-KR" sz="1400" dirty="0">
                        <a:solidFill>
                          <a:srgbClr val="2498BD"/>
                        </a:solidFill>
                        <a:latin typeface="신세계 Regular" panose="02000300000000000000" pitchFamily="50" charset="-127"/>
                        <a:ea typeface="신세계 Regular" panose="02000300000000000000" pitchFamily="50" charset="-127"/>
                        <a:cs typeface="GC 16 Mono" pitchFamily="34" charset="-120"/>
                      </a:rPr>
                      <a:t> </a:t>
                    </a:r>
                    <a:r>
                      <a:rPr lang="en-US" altLang="ko-KR" sz="1400" dirty="0">
                        <a:solidFill>
                          <a:srgbClr val="1A1A1A"/>
                        </a:solidFill>
                        <a:latin typeface="신세계 Bold" panose="02000300000000000000" pitchFamily="50" charset="-127"/>
                        <a:ea typeface="신세계 Bold" panose="02000300000000000000" pitchFamily="50" charset="-127"/>
                        <a:cs typeface="Arial" pitchFamily="34" charset="-120"/>
                      </a:rPr>
                      <a:t>500,000</a:t>
                    </a:r>
                    <a:endParaRPr lang="en-US" altLang="ko-KR" sz="1400" dirty="0">
                      <a:latin typeface="신세계 Bold" panose="02000300000000000000" pitchFamily="50" charset="-127"/>
                      <a:ea typeface="신세계 Bold" panose="02000300000000000000" pitchFamily="50" charset="-127"/>
                    </a:endParaRPr>
                  </a:p>
                </p:txBody>
              </p:sp>
              <p:sp>
                <p:nvSpPr>
                  <p:cNvPr id="298" name="Text 15">
                    <a:extLst>
                      <a:ext uri="{FF2B5EF4-FFF2-40B4-BE49-F238E27FC236}">
                        <a16:creationId xmlns:a16="http://schemas.microsoft.com/office/drawing/2014/main" id="{72C57547-4880-BC9A-8E38-0E1565712E95}"/>
                      </a:ext>
                    </a:extLst>
                  </p:cNvPr>
                  <p:cNvSpPr/>
                  <p:nvPr/>
                </p:nvSpPr>
                <p:spPr>
                  <a:xfrm>
                    <a:off x="5572876" y="8640899"/>
                    <a:ext cx="2265448" cy="617208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none" lIns="72000" tIns="0" rIns="72000" bIns="0" rtlCol="0" anchor="ctr" anchorCtr="0">
                    <a:noAutofit/>
                  </a:bodyPr>
                  <a:lstStyle/>
                  <a:p>
                    <a:pPr algn="r"/>
                    <a:r>
                      <a:rPr lang="zh-CN" sz="1200" dirty="0">
                        <a:solidFill>
                          <a:srgbClr val="2498BD"/>
                        </a:solidFill>
                        <a:latin typeface="Noto Sans SC DemiLight"/>
                        <a:ea typeface="Noto Sans SC DemiLight"/>
                        <a:cs typeface="GC 16 Mono" pitchFamily="34" charset="-120"/>
                      </a:rPr>
                      <a:t>国产</a:t>
                    </a:r>
                    <a:r>
                      <a:rPr lang="en-US" altLang="ko-KR" sz="1100" dirty="0">
                        <a:solidFill>
                          <a:srgbClr val="2498BD"/>
                        </a:solidFill>
                        <a:latin typeface="신세계 Regular" panose="02000300000000000000" pitchFamily="50" charset="-127"/>
                        <a:ea typeface="신세계 Regular" panose="02000300000000000000" pitchFamily="50" charset="-127"/>
                        <a:cs typeface="GC 16 Mono" pitchFamily="34" charset="-120"/>
                      </a:rPr>
                      <a:t> </a:t>
                    </a:r>
                    <a:r>
                      <a:rPr lang="en-US" altLang="ko-KR" sz="1400" dirty="0">
                        <a:solidFill>
                          <a:srgbClr val="1A1A1A"/>
                        </a:solidFill>
                        <a:latin typeface="신세계 Bold" panose="02000300000000000000" pitchFamily="50" charset="-127"/>
                        <a:ea typeface="신세계 Bold" panose="02000300000000000000" pitchFamily="50" charset="-127"/>
                        <a:cs typeface="Arial" pitchFamily="34" charset="-120"/>
                      </a:rPr>
                      <a:t>200,000</a:t>
                    </a:r>
                  </a:p>
                  <a:p>
                    <a:pPr algn="r"/>
                    <a:r>
                      <a:rPr lang="zh-CN" sz="1200" dirty="0">
                        <a:solidFill>
                          <a:srgbClr val="2498BD"/>
                        </a:solidFill>
                        <a:latin typeface="Noto Sans SC DemiLight"/>
                        <a:ea typeface="Noto Sans SC DemiLight"/>
                        <a:cs typeface="GC 16 Mono" pitchFamily="34" charset="-120"/>
                      </a:rPr>
                      <a:t>国产高阶</a:t>
                    </a:r>
                    <a:r>
                      <a:rPr lang="en-US" altLang="ko-KR" sz="1050" dirty="0">
                        <a:solidFill>
                          <a:srgbClr val="2498BD"/>
                        </a:solidFill>
                        <a:latin typeface="신세계 Regular" panose="02000300000000000000" pitchFamily="50" charset="-127"/>
                        <a:ea typeface="신세계 Regular" panose="02000300000000000000" pitchFamily="50" charset="-127"/>
                        <a:cs typeface="GC 16 Mono" pitchFamily="34" charset="-120"/>
                      </a:rPr>
                      <a:t> </a:t>
                    </a:r>
                    <a:r>
                      <a:rPr lang="en-US" altLang="ko-KR" sz="1400" dirty="0">
                        <a:solidFill>
                          <a:srgbClr val="1A1A1A"/>
                        </a:solidFill>
                        <a:latin typeface="신세계 Bold" panose="02000300000000000000" pitchFamily="50" charset="-127"/>
                        <a:ea typeface="신세계 Bold" panose="02000300000000000000" pitchFamily="50" charset="-127"/>
                        <a:cs typeface="Arial" pitchFamily="34" charset="-120"/>
                      </a:rPr>
                      <a:t>300,000</a:t>
                    </a:r>
                    <a:endParaRPr lang="en-US" altLang="ko-KR" sz="1200" dirty="0">
                      <a:solidFill>
                        <a:srgbClr val="1A1A1A"/>
                      </a:solidFill>
                      <a:latin typeface="신세계 Bold" panose="02000300000000000000" pitchFamily="50" charset="-127"/>
                      <a:ea typeface="신세계 Bold" panose="02000300000000000000" pitchFamily="50" charset="-127"/>
                      <a:cs typeface="Arial" pitchFamily="34" charset="-120"/>
                    </a:endParaRPr>
                  </a:p>
                </p:txBody>
              </p:sp>
            </p:grpSp>
          </p:grpSp>
          <p:grpSp>
            <p:nvGrpSpPr>
              <p:cNvPr id="325" name="그룹 324">
                <a:extLst>
                  <a:ext uri="{FF2B5EF4-FFF2-40B4-BE49-F238E27FC236}">
                    <a16:creationId xmlns:a16="http://schemas.microsoft.com/office/drawing/2014/main" id="{2C5BACB5-5722-8DCB-C7F0-F73C96DA6903}"/>
                  </a:ext>
                </a:extLst>
              </p:cNvPr>
              <p:cNvGrpSpPr/>
              <p:nvPr/>
            </p:nvGrpSpPr>
            <p:grpSpPr>
              <a:xfrm>
                <a:off x="1044691" y="9269111"/>
                <a:ext cx="8201965" cy="620151"/>
                <a:chOff x="1044691" y="9269111"/>
                <a:chExt cx="8201965" cy="620151"/>
              </a:xfrm>
            </p:grpSpPr>
            <p:sp>
              <p:nvSpPr>
                <p:cNvPr id="293" name="Text 11">
                  <a:extLst>
                    <a:ext uri="{FF2B5EF4-FFF2-40B4-BE49-F238E27FC236}">
                      <a16:creationId xmlns:a16="http://schemas.microsoft.com/office/drawing/2014/main" id="{85E79812-FBE1-4EAA-EC73-2E6B89A6BF2B}"/>
                    </a:ext>
                  </a:extLst>
                </p:cNvPr>
                <p:cNvSpPr/>
                <p:nvPr/>
              </p:nvSpPr>
              <p:spPr>
                <a:xfrm>
                  <a:off x="1044691" y="9269111"/>
                  <a:ext cx="5660909" cy="620151"/>
                </a:xfrm>
                <a:prstGeom prst="rect">
                  <a:avLst/>
                </a:prstGeom>
                <a:noFill/>
                <a:ln/>
              </p:spPr>
              <p:txBody>
                <a:bodyPr wrap="none" lIns="72000" tIns="0" rIns="72000" bIns="0" rtlCol="0" anchor="ctr" anchorCtr="0">
                  <a:normAutofit/>
                </a:bodyPr>
                <a:lstStyle/>
                <a:p>
                  <a:r>
                    <a:rPr lang="zh-CN" sz="1400" dirty="0">
                      <a:solidFill>
                        <a:srgbClr val="555555"/>
                      </a:solidFill>
                      <a:latin typeface="Noto Sans SC Medium"/>
                      <a:ea typeface="Noto Sans SC Medium"/>
                      <a:cs typeface="Arial" pitchFamily="34" charset="-120"/>
                    </a:rPr>
                    <a:t>身体肉毒 100U</a:t>
                  </a:r>
                </a:p>
                <a:p>
                  <a:r>
                    <a:rPr lang="zh-CN" sz="1000" dirty="0">
                      <a:solidFill>
                        <a:srgbClr val="555555"/>
                      </a:solidFill>
                      <a:latin typeface="Noto Sans SC DemiLight"/>
                      <a:ea typeface="Noto Sans SC DemiLight"/>
                      <a:cs typeface="Arial" pitchFamily="34" charset="-120"/>
                    </a:rPr>
                    <a:t xml:space="preserve">小腿 / 前大腿 / 斜方肌 中选1 · </a:t>
                  </a:r>
                  <a:r>
                    <a:rPr lang="zh-CN" sz="1000" dirty="0">
                      <a:solidFill>
                        <a:srgbClr val="2498BD"/>
                      </a:solidFill>
                      <a:latin typeface="Noto Sans SC DemiLight"/>
                      <a:ea typeface="Noto Sans SC DemiLight"/>
                      <a:cs typeface="Arial" pitchFamily="34" charset="-120"/>
                    </a:rPr>
                    <a:t>客制化设计后施术</a:t>
                  </a:r>
                </a:p>
              </p:txBody>
            </p:sp>
            <p:grpSp>
              <p:nvGrpSpPr>
                <p:cNvPr id="324" name="그룹 323">
                  <a:extLst>
                    <a:ext uri="{FF2B5EF4-FFF2-40B4-BE49-F238E27FC236}">
                      <a16:creationId xmlns:a16="http://schemas.microsoft.com/office/drawing/2014/main" id="{B0F2FC6C-CD40-F7B2-504C-84A7A67944DC}"/>
                    </a:ext>
                  </a:extLst>
                </p:cNvPr>
                <p:cNvGrpSpPr/>
                <p:nvPr/>
              </p:nvGrpSpPr>
              <p:grpSpPr>
                <a:xfrm>
                  <a:off x="5572876" y="9270582"/>
                  <a:ext cx="3673780" cy="617208"/>
                  <a:chOff x="5572876" y="9270582"/>
                  <a:chExt cx="3673780" cy="617208"/>
                </a:xfrm>
              </p:grpSpPr>
              <p:sp>
                <p:nvSpPr>
                  <p:cNvPr id="294" name="Text 15">
                    <a:extLst>
                      <a:ext uri="{FF2B5EF4-FFF2-40B4-BE49-F238E27FC236}">
                        <a16:creationId xmlns:a16="http://schemas.microsoft.com/office/drawing/2014/main" id="{EFDA83B5-B078-158E-97E7-0631E6E4D65D}"/>
                      </a:ext>
                    </a:extLst>
                  </p:cNvPr>
                  <p:cNvSpPr/>
                  <p:nvPr/>
                </p:nvSpPr>
                <p:spPr>
                  <a:xfrm>
                    <a:off x="7924510" y="9270582"/>
                    <a:ext cx="1322146" cy="617208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none" lIns="72000" tIns="0" rIns="72000" bIns="0" rtlCol="0" anchor="ctr" anchorCtr="0">
                    <a:noAutofit/>
                  </a:bodyPr>
                  <a:lstStyle/>
                  <a:p>
                    <a:pPr algn="r"/>
                    <a:r>
                      <a:rPr lang="zh-CN" sz="1200" dirty="0">
                        <a:solidFill>
                          <a:srgbClr val="2498BD"/>
                        </a:solidFill>
                        <a:latin typeface="Noto Sans SC DemiLight"/>
                        <a:ea typeface="Noto Sans SC DemiLight"/>
                        <a:cs typeface="GC 16 Mono" pitchFamily="34" charset="-120"/>
                      </a:rPr>
                      <a:t xml:space="preserve">德国 </a:t>
                    </a:r>
                    <a:r>
                      <a:rPr lang="en-US" altLang="ko-KR" sz="1400" dirty="0">
                        <a:solidFill>
                          <a:srgbClr val="1A1A1A"/>
                        </a:solidFill>
                        <a:latin typeface="신세계 Bold" panose="02000300000000000000" pitchFamily="50" charset="-127"/>
                        <a:ea typeface="신세계 Bold" panose="02000300000000000000" pitchFamily="50" charset="-127"/>
                        <a:cs typeface="Arial" pitchFamily="34" charset="-120"/>
                      </a:rPr>
                      <a:t>450,000</a:t>
                    </a:r>
                    <a:endParaRPr lang="en-US" altLang="ko-KR" sz="1400" dirty="0">
                      <a:latin typeface="신세계 Bold" panose="02000300000000000000" pitchFamily="50" charset="-127"/>
                      <a:ea typeface="신세계 Bold" panose="02000300000000000000" pitchFamily="50" charset="-127"/>
                    </a:endParaRPr>
                  </a:p>
                  <a:p>
                    <a:pPr algn="r"/>
                    <a:r>
                      <a:rPr lang="zh-CN" sz="1200" dirty="0">
                        <a:solidFill>
                          <a:srgbClr val="2498BD"/>
                        </a:solidFill>
                        <a:latin typeface="Noto Sans SC DemiLight"/>
                        <a:ea typeface="Noto Sans SC DemiLight"/>
                        <a:cs typeface="GC 16 Mono" pitchFamily="34" charset="-120"/>
                      </a:rPr>
                      <a:t>美国</a:t>
                    </a:r>
                    <a:r>
                      <a:rPr lang="en-US" altLang="ko-KR" sz="1400" dirty="0">
                        <a:solidFill>
                          <a:srgbClr val="2498BD"/>
                        </a:solidFill>
                        <a:latin typeface="신세계 Regular" panose="02000300000000000000" pitchFamily="50" charset="-127"/>
                        <a:ea typeface="신세계 Regular" panose="02000300000000000000" pitchFamily="50" charset="-127"/>
                        <a:cs typeface="GC 16 Mono" pitchFamily="34" charset="-120"/>
                      </a:rPr>
                      <a:t> </a:t>
                    </a:r>
                    <a:r>
                      <a:rPr lang="en-US" altLang="ko-KR" sz="1400" dirty="0">
                        <a:solidFill>
                          <a:srgbClr val="1A1A1A"/>
                        </a:solidFill>
                        <a:latin typeface="신세계 Bold" panose="02000300000000000000" pitchFamily="50" charset="-127"/>
                        <a:ea typeface="신세계 Bold" panose="02000300000000000000" pitchFamily="50" charset="-127"/>
                        <a:cs typeface="Arial" pitchFamily="34" charset="-120"/>
                      </a:rPr>
                      <a:t>550,000</a:t>
                    </a:r>
                    <a:endParaRPr lang="en-US" altLang="ko-KR" sz="1400" dirty="0">
                      <a:latin typeface="신세계 Bold" panose="02000300000000000000" pitchFamily="50" charset="-127"/>
                      <a:ea typeface="신세계 Bold" panose="02000300000000000000" pitchFamily="50" charset="-127"/>
                    </a:endParaRPr>
                  </a:p>
                </p:txBody>
              </p:sp>
              <p:sp>
                <p:nvSpPr>
                  <p:cNvPr id="295" name="Text 15">
                    <a:extLst>
                      <a:ext uri="{FF2B5EF4-FFF2-40B4-BE49-F238E27FC236}">
                        <a16:creationId xmlns:a16="http://schemas.microsoft.com/office/drawing/2014/main" id="{DA43CE62-7852-9549-1D19-A0DEAC9C7BFF}"/>
                      </a:ext>
                    </a:extLst>
                  </p:cNvPr>
                  <p:cNvSpPr/>
                  <p:nvPr/>
                </p:nvSpPr>
                <p:spPr>
                  <a:xfrm>
                    <a:off x="5572876" y="9270582"/>
                    <a:ext cx="2265448" cy="617208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none" lIns="72000" tIns="0" rIns="72000" bIns="0" rtlCol="0" anchor="ctr" anchorCtr="0">
                    <a:noAutofit/>
                  </a:bodyPr>
                  <a:lstStyle/>
                  <a:p>
                    <a:pPr algn="r"/>
                    <a:r>
                      <a:rPr lang="zh-CN" sz="1200" dirty="0">
                        <a:solidFill>
                          <a:srgbClr val="2498BD"/>
                        </a:solidFill>
                        <a:latin typeface="Noto Sans SC DemiLight"/>
                        <a:ea typeface="Noto Sans SC DemiLight"/>
                        <a:cs typeface="GC 16 Mono" pitchFamily="34" charset="-120"/>
                      </a:rPr>
                      <a:t>国产</a:t>
                    </a:r>
                    <a:r>
                      <a:rPr lang="en-US" altLang="ko-KR" sz="1100" dirty="0">
                        <a:solidFill>
                          <a:srgbClr val="2498BD"/>
                        </a:solidFill>
                        <a:latin typeface="신세계 Regular" panose="02000300000000000000" pitchFamily="50" charset="-127"/>
                        <a:ea typeface="신세계 Regular" panose="02000300000000000000" pitchFamily="50" charset="-127"/>
                        <a:cs typeface="GC 16 Mono" pitchFamily="34" charset="-120"/>
                      </a:rPr>
                      <a:t> </a:t>
                    </a:r>
                    <a:r>
                      <a:rPr lang="en-US" altLang="ko-KR" sz="1400" dirty="0">
                        <a:solidFill>
                          <a:srgbClr val="1A1A1A"/>
                        </a:solidFill>
                        <a:latin typeface="신세계 Bold" panose="02000300000000000000" pitchFamily="50" charset="-127"/>
                        <a:ea typeface="신세계 Bold" panose="02000300000000000000" pitchFamily="50" charset="-127"/>
                        <a:cs typeface="Arial" pitchFamily="34" charset="-120"/>
                      </a:rPr>
                      <a:t>250,000</a:t>
                    </a:r>
                  </a:p>
                  <a:p>
                    <a:pPr algn="r"/>
                    <a:r>
                      <a:rPr lang="zh-CN" sz="1200" dirty="0">
                        <a:solidFill>
                          <a:srgbClr val="2498BD"/>
                        </a:solidFill>
                        <a:latin typeface="Noto Sans SC DemiLight"/>
                        <a:ea typeface="Noto Sans SC DemiLight"/>
                        <a:cs typeface="GC 16 Mono" pitchFamily="34" charset="-120"/>
                      </a:rPr>
                      <a:t>国产高阶</a:t>
                    </a:r>
                    <a:r>
                      <a:rPr lang="en-US" altLang="ko-KR" sz="1050" dirty="0">
                        <a:solidFill>
                          <a:srgbClr val="2498BD"/>
                        </a:solidFill>
                        <a:latin typeface="신세계 Regular" panose="02000300000000000000" pitchFamily="50" charset="-127"/>
                        <a:ea typeface="신세계 Regular" panose="02000300000000000000" pitchFamily="50" charset="-127"/>
                        <a:cs typeface="GC 16 Mono" pitchFamily="34" charset="-120"/>
                      </a:rPr>
                      <a:t> </a:t>
                    </a:r>
                    <a:r>
                      <a:rPr lang="en-US" altLang="ko-KR" sz="1400" dirty="0">
                        <a:solidFill>
                          <a:srgbClr val="1A1A1A"/>
                        </a:solidFill>
                        <a:latin typeface="신세계 Bold" panose="02000300000000000000" pitchFamily="50" charset="-127"/>
                        <a:ea typeface="신세계 Bold" panose="02000300000000000000" pitchFamily="50" charset="-127"/>
                        <a:cs typeface="Arial" pitchFamily="34" charset="-120"/>
                      </a:rPr>
                      <a:t>350,000</a:t>
                    </a:r>
                    <a:endParaRPr lang="en-US" altLang="ko-KR" sz="1200" dirty="0">
                      <a:solidFill>
                        <a:srgbClr val="1A1A1A"/>
                      </a:solidFill>
                      <a:latin typeface="신세계 Bold" panose="02000300000000000000" pitchFamily="50" charset="-127"/>
                      <a:ea typeface="신세계 Bold" panose="02000300000000000000" pitchFamily="50" charset="-127"/>
                      <a:cs typeface="Arial" pitchFamily="34" charset="-120"/>
                    </a:endParaRPr>
                  </a:p>
                </p:txBody>
              </p:sp>
            </p:grpSp>
          </p:grpSp>
          <p:grpSp>
            <p:nvGrpSpPr>
              <p:cNvPr id="289" name="그룹 288">
                <a:extLst>
                  <a:ext uri="{FF2B5EF4-FFF2-40B4-BE49-F238E27FC236}">
                    <a16:creationId xmlns:a16="http://schemas.microsoft.com/office/drawing/2014/main" id="{168061F8-0422-B0E1-49D2-49C43FB5A90D}"/>
                  </a:ext>
                </a:extLst>
              </p:cNvPr>
              <p:cNvGrpSpPr/>
              <p:nvPr/>
            </p:nvGrpSpPr>
            <p:grpSpPr>
              <a:xfrm>
                <a:off x="1041515" y="8628764"/>
                <a:ext cx="8205142" cy="1274106"/>
                <a:chOff x="1041515" y="4276772"/>
                <a:chExt cx="8205142" cy="1274106"/>
              </a:xfrm>
            </p:grpSpPr>
            <p:sp>
              <p:nvSpPr>
                <p:cNvPr id="290" name="Shape 7">
                  <a:extLst>
                    <a:ext uri="{FF2B5EF4-FFF2-40B4-BE49-F238E27FC236}">
                      <a16:creationId xmlns:a16="http://schemas.microsoft.com/office/drawing/2014/main" id="{F88CD917-BFF7-82CA-D0F9-5999B4883829}"/>
                    </a:ext>
                  </a:extLst>
                </p:cNvPr>
                <p:cNvSpPr/>
                <p:nvPr/>
              </p:nvSpPr>
              <p:spPr>
                <a:xfrm>
                  <a:off x="1041515" y="4276772"/>
                  <a:ext cx="8205142" cy="13607"/>
                </a:xfrm>
                <a:prstGeom prst="rect">
                  <a:avLst/>
                </a:prstGeom>
                <a:solidFill>
                  <a:srgbClr val="2498BD"/>
                </a:solidFill>
                <a:ln/>
              </p:spPr>
            </p:sp>
            <p:sp>
              <p:nvSpPr>
                <p:cNvPr id="291" name="Shape 7">
                  <a:extLst>
                    <a:ext uri="{FF2B5EF4-FFF2-40B4-BE49-F238E27FC236}">
                      <a16:creationId xmlns:a16="http://schemas.microsoft.com/office/drawing/2014/main" id="{4314EC96-4333-D86F-0765-50FD5598F8E3}"/>
                    </a:ext>
                  </a:extLst>
                </p:cNvPr>
                <p:cNvSpPr/>
                <p:nvPr/>
              </p:nvSpPr>
              <p:spPr>
                <a:xfrm>
                  <a:off x="1041515" y="4907588"/>
                  <a:ext cx="8205142" cy="13607"/>
                </a:xfrm>
                <a:prstGeom prst="rect">
                  <a:avLst/>
                </a:prstGeom>
                <a:solidFill>
                  <a:srgbClr val="CCCCCC"/>
                </a:solidFill>
                <a:ln/>
              </p:spPr>
            </p:sp>
            <p:sp>
              <p:nvSpPr>
                <p:cNvPr id="292" name="Shape 7">
                  <a:extLst>
                    <a:ext uri="{FF2B5EF4-FFF2-40B4-BE49-F238E27FC236}">
                      <a16:creationId xmlns:a16="http://schemas.microsoft.com/office/drawing/2014/main" id="{61858C5A-3A23-C15B-C3CA-AD30496D1BF1}"/>
                    </a:ext>
                  </a:extLst>
                </p:cNvPr>
                <p:cNvSpPr/>
                <p:nvPr/>
              </p:nvSpPr>
              <p:spPr>
                <a:xfrm>
                  <a:off x="1041515" y="5537271"/>
                  <a:ext cx="8205142" cy="13607"/>
                </a:xfrm>
                <a:prstGeom prst="rect">
                  <a:avLst/>
                </a:prstGeom>
                <a:solidFill>
                  <a:srgbClr val="CCCCCC"/>
                </a:solidFill>
                <a:ln/>
              </p:spPr>
            </p:sp>
          </p:grpSp>
        </p:grp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E849B8FD-A2D7-DB24-A85F-6A11B8F402C1}"/>
              </a:ext>
            </a:extLst>
          </p:cNvPr>
          <p:cNvGrpSpPr/>
          <p:nvPr/>
        </p:nvGrpSpPr>
        <p:grpSpPr>
          <a:xfrm>
            <a:off x="930579" y="5239971"/>
            <a:ext cx="8316077" cy="1631916"/>
            <a:chOff x="930580" y="3950017"/>
            <a:chExt cx="8316077" cy="1631916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9E1B9771-5EA0-E51F-F8CE-0415AD1350CF}"/>
                </a:ext>
              </a:extLst>
            </p:cNvPr>
            <p:cNvSpPr txBox="1"/>
            <p:nvPr/>
          </p:nvSpPr>
          <p:spPr>
            <a:xfrm>
              <a:off x="930580" y="3950017"/>
              <a:ext cx="1863011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zh-CN" dirty="0">
                  <a:latin typeface="Noto Sans SC SemiBold"/>
                  <a:ea typeface="Noto Sans SC SemiBold"/>
                  <a:cs typeface="Sinsegye" pitchFamily="34" charset="-120"/>
                </a:rPr>
                <a:t>特殊部位肉毒</a:t>
              </a:r>
            </a:p>
          </p:txBody>
        </p:sp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6155CBC1-8E00-9B8B-04AA-6D075C44235A}"/>
                </a:ext>
              </a:extLst>
            </p:cNvPr>
            <p:cNvGrpSpPr/>
            <p:nvPr/>
          </p:nvGrpSpPr>
          <p:grpSpPr>
            <a:xfrm>
              <a:off x="1041515" y="4276772"/>
              <a:ext cx="8205142" cy="1305161"/>
              <a:chOff x="1041515" y="4276772"/>
              <a:chExt cx="8205142" cy="1305161"/>
            </a:xfrm>
          </p:grpSpPr>
          <p:grpSp>
            <p:nvGrpSpPr>
              <p:cNvPr id="5" name="그룹 4">
                <a:extLst>
                  <a:ext uri="{FF2B5EF4-FFF2-40B4-BE49-F238E27FC236}">
                    <a16:creationId xmlns:a16="http://schemas.microsoft.com/office/drawing/2014/main" id="{5E4A8884-A865-5EE3-4638-76C44B3D5430}"/>
                  </a:ext>
                </a:extLst>
              </p:cNvPr>
              <p:cNvGrpSpPr/>
              <p:nvPr/>
            </p:nvGrpSpPr>
            <p:grpSpPr>
              <a:xfrm>
                <a:off x="1044691" y="4446320"/>
                <a:ext cx="8201965" cy="948561"/>
                <a:chOff x="1044691" y="4446320"/>
                <a:chExt cx="8201965" cy="948561"/>
              </a:xfrm>
            </p:grpSpPr>
            <p:sp>
              <p:nvSpPr>
                <p:cNvPr id="12" name="Text 11">
                  <a:extLst>
                    <a:ext uri="{FF2B5EF4-FFF2-40B4-BE49-F238E27FC236}">
                      <a16:creationId xmlns:a16="http://schemas.microsoft.com/office/drawing/2014/main" id="{B61DCD30-47F7-54DA-A1E2-AB2AF82D33FC}"/>
                    </a:ext>
                  </a:extLst>
                </p:cNvPr>
                <p:cNvSpPr/>
                <p:nvPr/>
              </p:nvSpPr>
              <p:spPr>
                <a:xfrm>
                  <a:off x="1044691" y="4446320"/>
                  <a:ext cx="5660909" cy="948561"/>
                </a:xfrm>
                <a:prstGeom prst="rect">
                  <a:avLst/>
                </a:prstGeom>
                <a:noFill/>
                <a:ln/>
              </p:spPr>
              <p:txBody>
                <a:bodyPr wrap="none" lIns="72000" tIns="0" rIns="72000" bIns="0" rtlCol="0" anchor="ctr" anchorCtr="0">
                  <a:normAutofit lnSpcReduction="10000"/>
                </a:bodyPr>
                <a:lstStyle/>
                <a:p>
                  <a:r>
                    <a:rPr lang="zh-CN" sz="1400" dirty="0">
                      <a:solidFill>
                        <a:srgbClr val="555555"/>
                      </a:solidFill>
                      <a:latin typeface="Noto Sans SC Medium"/>
                      <a:ea typeface="Noto Sans SC Medium"/>
                      <a:cs typeface="Arial" pitchFamily="34" charset="-120"/>
                    </a:rPr>
                    <a:t>特殊部位肉毒 50U</a:t>
                  </a:r>
                </a:p>
                <a:p>
                  <a:pPr>
                    <a:lnSpc>
                      <a:spcPct val="110000"/>
                    </a:lnSpc>
                  </a:pPr>
                  <a:r>
                    <a:rPr lang="zh-CN" sz="1000" dirty="0">
                      <a:solidFill>
                        <a:srgbClr val="555555"/>
                      </a:solidFill>
                      <a:latin typeface="Noto Sans SC DemiLight"/>
                      <a:ea typeface="Noto Sans SC DemiLight"/>
                      <a:cs typeface="Arial" pitchFamily="34" charset="-120"/>
                    </a:rPr>
                    <a:t xml:space="preserve">调节各部位肌肉的过度运动，缓解面部不对称或 </a:t>
                  </a:r>
                  <a:endParaRPr lang="en-US" altLang="ko-KR" sz="1000" dirty="0">
                    <a:solidFill>
                      <a:srgbClr val="555555"/>
                    </a:solidFill>
                    <a:latin typeface="신세계 Regular" panose="02000300000000000000" pitchFamily="50" charset="-127"/>
                    <a:ea typeface="신세계 Regular" panose="02000300000000000000" pitchFamily="50" charset="-127"/>
                    <a:cs typeface="Arial" pitchFamily="34" charset="-120"/>
                  </a:endParaRPr>
                </a:p>
                <a:p>
                  <a:pPr>
                    <a:lnSpc>
                      <a:spcPct val="110000"/>
                    </a:lnSpc>
                  </a:pPr>
                  <a:r>
                    <a:rPr lang="zh-CN" sz="1000" dirty="0">
                      <a:solidFill>
                        <a:srgbClr val="555555"/>
                      </a:solidFill>
                      <a:latin typeface="Noto Sans SC DemiLight"/>
                      <a:ea typeface="Noto Sans SC DemiLight"/>
                      <a:cs typeface="Arial" pitchFamily="34" charset="-120"/>
                    </a:rPr>
                    <a:t xml:space="preserve">因表情习惯造成的不均衡， </a:t>
                  </a:r>
                </a:p>
                <a:p>
                  <a:pPr>
                    <a:lnSpc>
                      <a:spcPct val="110000"/>
                    </a:lnSpc>
                  </a:pPr>
                  <a:r>
                    <a:rPr lang="zh-CN" sz="1000" dirty="0">
                      <a:solidFill>
                        <a:srgbClr val="555555"/>
                      </a:solidFill>
                      <a:latin typeface="Noto Sans SC DemiLight"/>
                      <a:ea typeface="Noto Sans SC DemiLight"/>
                      <a:cs typeface="Arial" pitchFamily="34" charset="-120"/>
                    </a:rPr>
                    <a:t>打造面部线条整体利落的疗程</a:t>
                  </a:r>
                  <a:endParaRPr lang="en-US" altLang="ko-KR" sz="1000" dirty="0">
                    <a:solidFill>
                      <a:srgbClr val="555555"/>
                    </a:solidFill>
                    <a:latin typeface="신세계 Regular" panose="02000300000000000000" pitchFamily="50" charset="-127"/>
                    <a:ea typeface="신세계 Regular" panose="02000300000000000000" pitchFamily="50" charset="-127"/>
                    <a:cs typeface="Arial" pitchFamily="34" charset="-120"/>
                  </a:endParaRPr>
                </a:p>
                <a:p>
                  <a:endParaRPr lang="en-US" altLang="ko-KR" sz="1000" dirty="0">
                    <a:solidFill>
                      <a:schemeClr val="bg1">
                        <a:lumMod val="50000"/>
                      </a:schemeClr>
                    </a:solidFill>
                    <a:latin typeface="신세계 Regular" panose="02000300000000000000" pitchFamily="50" charset="-127"/>
                    <a:ea typeface="신세계 Regular" panose="02000300000000000000" pitchFamily="50" charset="-127"/>
                    <a:cs typeface="Arial" pitchFamily="34" charset="-120"/>
                  </a:endParaRPr>
                </a:p>
                <a:p>
                  <a:r>
                    <a:rPr lang="zh-CN" sz="1000" dirty="0">
                      <a:solidFill>
                        <a:schemeClr val="bg1">
                          <a:lumMod val="50000"/>
                        </a:schemeClr>
                      </a:solidFill>
                      <a:latin typeface="Noto Sans SC DemiLight"/>
                      <a:ea typeface="Noto Sans SC DemiLight"/>
                      <a:cs typeface="Arial" pitchFamily="34" charset="-120"/>
                    </a:rPr>
                    <a:t>鼻翼 / 嘴角 / 唇上皱纹 / 露龈笑 / 颞肌 / 颌下腺 / 腮腺 中选1</a:t>
                  </a:r>
                  <a:endParaRPr lang="ko-KR" altLang="en-US" sz="1000" dirty="0">
                    <a:solidFill>
                      <a:srgbClr val="555555"/>
                    </a:solidFill>
                    <a:latin typeface="신세계 Regular" panose="02000300000000000000" pitchFamily="50" charset="-127"/>
                    <a:ea typeface="신세계 Regular" panose="02000300000000000000" pitchFamily="50" charset="-127"/>
                    <a:cs typeface="Arial" pitchFamily="34" charset="-120"/>
                  </a:endParaRPr>
                </a:p>
              </p:txBody>
            </p:sp>
            <p:grpSp>
              <p:nvGrpSpPr>
                <p:cNvPr id="13" name="그룹 12">
                  <a:extLst>
                    <a:ext uri="{FF2B5EF4-FFF2-40B4-BE49-F238E27FC236}">
                      <a16:creationId xmlns:a16="http://schemas.microsoft.com/office/drawing/2014/main" id="{D4304D79-9F06-4551-36EC-2A132BE9D396}"/>
                    </a:ext>
                  </a:extLst>
                </p:cNvPr>
                <p:cNvGrpSpPr/>
                <p:nvPr/>
              </p:nvGrpSpPr>
              <p:grpSpPr>
                <a:xfrm>
                  <a:off x="5572876" y="4615560"/>
                  <a:ext cx="3673780" cy="617208"/>
                  <a:chOff x="5572876" y="4615560"/>
                  <a:chExt cx="3673780" cy="617208"/>
                </a:xfrm>
              </p:grpSpPr>
              <p:sp>
                <p:nvSpPr>
                  <p:cNvPr id="14" name="Text 15">
                    <a:extLst>
                      <a:ext uri="{FF2B5EF4-FFF2-40B4-BE49-F238E27FC236}">
                        <a16:creationId xmlns:a16="http://schemas.microsoft.com/office/drawing/2014/main" id="{75FA4010-F522-2DB5-E5D8-BAC0F18BF63D}"/>
                      </a:ext>
                    </a:extLst>
                  </p:cNvPr>
                  <p:cNvSpPr/>
                  <p:nvPr/>
                </p:nvSpPr>
                <p:spPr>
                  <a:xfrm>
                    <a:off x="7924510" y="4615560"/>
                    <a:ext cx="1322146" cy="617208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none" lIns="72000" tIns="0" rIns="72000" bIns="0" rtlCol="0" anchor="ctr" anchorCtr="0">
                    <a:noAutofit/>
                  </a:bodyPr>
                  <a:lstStyle/>
                  <a:p>
                    <a:pPr algn="r"/>
                    <a:r>
                      <a:rPr lang="zh-CN" sz="1200" dirty="0">
                        <a:solidFill>
                          <a:srgbClr val="2498BD"/>
                        </a:solidFill>
                        <a:latin typeface="Noto Sans SC DemiLight"/>
                        <a:ea typeface="Noto Sans SC DemiLight"/>
                        <a:cs typeface="GC 16 Mono" pitchFamily="34" charset="-120"/>
                      </a:rPr>
                      <a:t xml:space="preserve">德国 </a:t>
                    </a:r>
                    <a:r>
                      <a:rPr lang="en-US" altLang="ko-KR" sz="1400" dirty="0">
                        <a:solidFill>
                          <a:srgbClr val="1A1A1A"/>
                        </a:solidFill>
                        <a:latin typeface="신세계 Bold" panose="02000300000000000000" pitchFamily="50" charset="-127"/>
                        <a:ea typeface="신세계 Bold" panose="02000300000000000000" pitchFamily="50" charset="-127"/>
                        <a:cs typeface="Arial" pitchFamily="34" charset="-120"/>
                      </a:rPr>
                      <a:t>200,000</a:t>
                    </a:r>
                    <a:endParaRPr lang="en-US" altLang="ko-KR" sz="1400" dirty="0">
                      <a:latin typeface="신세계 Bold" panose="02000300000000000000" pitchFamily="50" charset="-127"/>
                      <a:ea typeface="신세계 Bold" panose="02000300000000000000" pitchFamily="50" charset="-127"/>
                    </a:endParaRPr>
                  </a:p>
                  <a:p>
                    <a:pPr algn="r"/>
                    <a:r>
                      <a:rPr lang="zh-CN" sz="1200" dirty="0">
                        <a:solidFill>
                          <a:srgbClr val="2498BD"/>
                        </a:solidFill>
                        <a:latin typeface="Noto Sans SC DemiLight"/>
                        <a:ea typeface="Noto Sans SC DemiLight"/>
                        <a:cs typeface="GC 16 Mono" pitchFamily="34" charset="-120"/>
                      </a:rPr>
                      <a:t>美国</a:t>
                    </a:r>
                    <a:r>
                      <a:rPr lang="en-US" altLang="ko-KR" sz="1400" dirty="0">
                        <a:solidFill>
                          <a:srgbClr val="2498BD"/>
                        </a:solidFill>
                        <a:latin typeface="신세계 Regular" panose="02000300000000000000" pitchFamily="50" charset="-127"/>
                        <a:ea typeface="신세계 Regular" panose="02000300000000000000" pitchFamily="50" charset="-127"/>
                        <a:cs typeface="GC 16 Mono" pitchFamily="34" charset="-120"/>
                      </a:rPr>
                      <a:t> </a:t>
                    </a:r>
                    <a:r>
                      <a:rPr lang="en-US" altLang="ko-KR" sz="1400" dirty="0">
                        <a:solidFill>
                          <a:srgbClr val="1A1A1A"/>
                        </a:solidFill>
                        <a:latin typeface="신세계 Bold" panose="02000300000000000000" pitchFamily="50" charset="-127"/>
                        <a:ea typeface="신세계 Bold" panose="02000300000000000000" pitchFamily="50" charset="-127"/>
                        <a:cs typeface="Arial" pitchFamily="34" charset="-120"/>
                      </a:rPr>
                      <a:t>350,000</a:t>
                    </a:r>
                    <a:endParaRPr lang="en-US" altLang="ko-KR" sz="1400" dirty="0">
                      <a:latin typeface="신세계 Bold" panose="02000300000000000000" pitchFamily="50" charset="-127"/>
                      <a:ea typeface="신세계 Bold" panose="02000300000000000000" pitchFamily="50" charset="-127"/>
                    </a:endParaRPr>
                  </a:p>
                </p:txBody>
              </p:sp>
              <p:sp>
                <p:nvSpPr>
                  <p:cNvPr id="15" name="Text 15">
                    <a:extLst>
                      <a:ext uri="{FF2B5EF4-FFF2-40B4-BE49-F238E27FC236}">
                        <a16:creationId xmlns:a16="http://schemas.microsoft.com/office/drawing/2014/main" id="{1A6B5D2C-9692-E8DD-E2D7-D7339B9DB2F9}"/>
                      </a:ext>
                    </a:extLst>
                  </p:cNvPr>
                  <p:cNvSpPr/>
                  <p:nvPr/>
                </p:nvSpPr>
                <p:spPr>
                  <a:xfrm>
                    <a:off x="5572876" y="4615560"/>
                    <a:ext cx="2265448" cy="617208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none" lIns="72000" tIns="0" rIns="72000" bIns="0" rtlCol="0" anchor="ctr" anchorCtr="0">
                    <a:noAutofit/>
                  </a:bodyPr>
                  <a:lstStyle/>
                  <a:p>
                    <a:pPr algn="r"/>
                    <a:r>
                      <a:rPr lang="zh-CN" sz="1200" dirty="0">
                        <a:solidFill>
                          <a:srgbClr val="2498BD"/>
                        </a:solidFill>
                        <a:latin typeface="Noto Sans SC DemiLight"/>
                        <a:ea typeface="Noto Sans SC DemiLight"/>
                        <a:cs typeface="GC 16 Mono" pitchFamily="34" charset="-120"/>
                      </a:rPr>
                      <a:t>国产</a:t>
                    </a:r>
                    <a:r>
                      <a:rPr lang="en-US" altLang="ko-KR" sz="1100" dirty="0">
                        <a:solidFill>
                          <a:srgbClr val="2498BD"/>
                        </a:solidFill>
                        <a:latin typeface="신세계 Regular" panose="02000300000000000000" pitchFamily="50" charset="-127"/>
                        <a:ea typeface="신세계 Regular" panose="02000300000000000000" pitchFamily="50" charset="-127"/>
                        <a:cs typeface="GC 16 Mono" pitchFamily="34" charset="-120"/>
                      </a:rPr>
                      <a:t> </a:t>
                    </a:r>
                    <a:r>
                      <a:rPr lang="en-US" altLang="ko-KR" sz="1400" dirty="0">
                        <a:solidFill>
                          <a:srgbClr val="1A1A1A"/>
                        </a:solidFill>
                        <a:latin typeface="신세계 Bold" panose="02000300000000000000" pitchFamily="50" charset="-127"/>
                        <a:ea typeface="신세계 Bold" panose="02000300000000000000" pitchFamily="50" charset="-127"/>
                        <a:cs typeface="Arial" pitchFamily="34" charset="-120"/>
                      </a:rPr>
                      <a:t>100,000</a:t>
                    </a:r>
                  </a:p>
                  <a:p>
                    <a:pPr algn="r"/>
                    <a:r>
                      <a:rPr lang="zh-CN" sz="1200" dirty="0">
                        <a:solidFill>
                          <a:srgbClr val="2498BD"/>
                        </a:solidFill>
                        <a:latin typeface="Noto Sans SC DemiLight"/>
                        <a:ea typeface="Noto Sans SC DemiLight"/>
                        <a:cs typeface="GC 16 Mono" pitchFamily="34" charset="-120"/>
                      </a:rPr>
                      <a:t>国产高阶</a:t>
                    </a:r>
                    <a:r>
                      <a:rPr lang="en-US" altLang="ko-KR" sz="1050" dirty="0">
                        <a:solidFill>
                          <a:srgbClr val="2498BD"/>
                        </a:solidFill>
                        <a:latin typeface="신세계 Regular" panose="02000300000000000000" pitchFamily="50" charset="-127"/>
                        <a:ea typeface="신세계 Regular" panose="02000300000000000000" pitchFamily="50" charset="-127"/>
                        <a:cs typeface="GC 16 Mono" pitchFamily="34" charset="-120"/>
                      </a:rPr>
                      <a:t> </a:t>
                    </a:r>
                    <a:r>
                      <a:rPr lang="en-US" altLang="ko-KR" sz="1400" dirty="0">
                        <a:solidFill>
                          <a:srgbClr val="1A1A1A"/>
                        </a:solidFill>
                        <a:latin typeface="신세계 Bold" panose="02000300000000000000" pitchFamily="50" charset="-127"/>
                        <a:ea typeface="신세계 Bold" panose="02000300000000000000" pitchFamily="50" charset="-127"/>
                        <a:cs typeface="Arial" pitchFamily="34" charset="-120"/>
                      </a:rPr>
                      <a:t>150,000</a:t>
                    </a:r>
                    <a:endParaRPr lang="en-US" altLang="ko-KR" sz="1200" dirty="0">
                      <a:solidFill>
                        <a:srgbClr val="1A1A1A"/>
                      </a:solidFill>
                      <a:latin typeface="신세계 Bold" panose="02000300000000000000" pitchFamily="50" charset="-127"/>
                      <a:ea typeface="신세계 Bold" panose="02000300000000000000" pitchFamily="50" charset="-127"/>
                      <a:cs typeface="Arial" pitchFamily="34" charset="-120"/>
                    </a:endParaRPr>
                  </a:p>
                </p:txBody>
              </p:sp>
            </p:grpSp>
          </p:grpSp>
          <p:grpSp>
            <p:nvGrpSpPr>
              <p:cNvPr id="9" name="그룹 8">
                <a:extLst>
                  <a:ext uri="{FF2B5EF4-FFF2-40B4-BE49-F238E27FC236}">
                    <a16:creationId xmlns:a16="http://schemas.microsoft.com/office/drawing/2014/main" id="{B7F41EE2-1A65-4EC5-2E54-493C9ACA816D}"/>
                  </a:ext>
                </a:extLst>
              </p:cNvPr>
              <p:cNvGrpSpPr/>
              <p:nvPr/>
            </p:nvGrpSpPr>
            <p:grpSpPr>
              <a:xfrm>
                <a:off x="1041515" y="4276772"/>
                <a:ext cx="8205142" cy="1305161"/>
                <a:chOff x="1041515" y="4276772"/>
                <a:chExt cx="8205142" cy="1305161"/>
              </a:xfrm>
            </p:grpSpPr>
            <p:sp>
              <p:nvSpPr>
                <p:cNvPr id="10" name="Shape 7">
                  <a:extLst>
                    <a:ext uri="{FF2B5EF4-FFF2-40B4-BE49-F238E27FC236}">
                      <a16:creationId xmlns:a16="http://schemas.microsoft.com/office/drawing/2014/main" id="{9807D895-9DAD-BEB9-EACE-AA5C32E247B0}"/>
                    </a:ext>
                  </a:extLst>
                </p:cNvPr>
                <p:cNvSpPr/>
                <p:nvPr/>
              </p:nvSpPr>
              <p:spPr>
                <a:xfrm>
                  <a:off x="1041515" y="4276772"/>
                  <a:ext cx="8205142" cy="13607"/>
                </a:xfrm>
                <a:prstGeom prst="rect">
                  <a:avLst/>
                </a:prstGeom>
                <a:solidFill>
                  <a:srgbClr val="2498BD"/>
                </a:solidFill>
                <a:ln/>
              </p:spPr>
            </p:sp>
            <p:sp>
              <p:nvSpPr>
                <p:cNvPr id="11" name="Shape 7">
                  <a:extLst>
                    <a:ext uri="{FF2B5EF4-FFF2-40B4-BE49-F238E27FC236}">
                      <a16:creationId xmlns:a16="http://schemas.microsoft.com/office/drawing/2014/main" id="{B6672116-9E78-928F-FDC5-1C115CD6F727}"/>
                    </a:ext>
                  </a:extLst>
                </p:cNvPr>
                <p:cNvSpPr/>
                <p:nvPr/>
              </p:nvSpPr>
              <p:spPr>
                <a:xfrm>
                  <a:off x="1041515" y="5568326"/>
                  <a:ext cx="8205142" cy="13607"/>
                </a:xfrm>
                <a:prstGeom prst="rect">
                  <a:avLst/>
                </a:prstGeom>
                <a:solidFill>
                  <a:srgbClr val="CCCCCC"/>
                </a:solidFill>
                <a:ln/>
              </p:spPr>
            </p:sp>
          </p:grp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/>
          <p:cNvSpPr/>
          <p:nvPr/>
        </p:nvSpPr>
        <p:spPr>
          <a:xfrm>
            <a:off x="-514350" y="869777"/>
            <a:ext cx="11315700" cy="2013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050" kern="0" spc="168" dirty="0">
                <a:solidFill>
                  <a:srgbClr val="C99A1F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FILLER</a:t>
            </a:r>
            <a:endParaRPr lang="en-US" sz="105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7" name="Text 4"/>
          <p:cNvSpPr/>
          <p:nvPr/>
        </p:nvSpPr>
        <p:spPr>
          <a:xfrm>
            <a:off x="-514350" y="1071120"/>
            <a:ext cx="11315700" cy="4735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zh-CN" sz="2268" b="1" kern="0" spc="-63" dirty="0">
                <a:solidFill>
                  <a:srgbClr val="2498BD"/>
                </a:solidFill>
                <a:latin typeface="Noto Sans SC DemiLight"/>
                <a:ea typeface="Noto Sans SC DemiLight"/>
                <a:cs typeface="Sinsegye" pitchFamily="34" charset="-120"/>
              </a:rPr>
              <a:t>玻尿酸填充</a:t>
            </a:r>
            <a:endParaRPr lang="en-US" sz="315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8" name="Text 5"/>
          <p:cNvSpPr/>
          <p:nvPr/>
        </p:nvSpPr>
        <p:spPr>
          <a:xfrm>
            <a:off x="-514350" y="1544606"/>
            <a:ext cx="113157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/>
            <a:r>
              <a:rPr lang="zh-CN" sz="1275" dirty="0">
                <a:solidFill>
                  <a:srgbClr val="6E6E6E"/>
                </a:solidFill>
                <a:latin typeface="Noto Sans SC DemiLight"/>
                <a:ea typeface="Noto Sans SC DemiLight"/>
                <a:cs typeface="Arial" pitchFamily="34" charset="-120"/>
              </a:rPr>
              <a:t>填充丰盈的疗程</a:t>
            </a:r>
            <a:endParaRPr lang="en-US" sz="1275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73" name="Text 96">
            <a:extLst>
              <a:ext uri="{FF2B5EF4-FFF2-40B4-BE49-F238E27FC236}">
                <a16:creationId xmlns:a16="http://schemas.microsoft.com/office/drawing/2014/main" id="{D5264B2C-F74E-4906-646B-334A930B67C5}"/>
              </a:ext>
            </a:extLst>
          </p:cNvPr>
          <p:cNvSpPr/>
          <p:nvPr/>
        </p:nvSpPr>
        <p:spPr>
          <a:xfrm>
            <a:off x="529167" y="13503293"/>
            <a:ext cx="9237133" cy="187694"/>
          </a:xfrm>
          <a:prstGeom prst="rect">
            <a:avLst/>
          </a:prstGeom>
          <a:noFill/>
          <a:ln/>
        </p:spPr>
        <p:txBody>
          <a:bodyPr wrap="square" lIns="25400" tIns="25400" rIns="514800" bIns="25400" rtlCol="0" anchor="t">
            <a:normAutofit fontScale="92500" lnSpcReduction="10000"/>
          </a:bodyPr>
          <a:lstStyle/>
          <a:p>
            <a:pPr marL="0" indent="0" algn="r">
              <a:buNone/>
            </a:pPr>
            <a:r>
              <a:rPr lang="zh-CN" sz="882" dirty="0">
                <a:solidFill>
                  <a:srgbClr val="6E6E6E"/>
                </a:solidFill>
                <a:latin typeface="Noto Sans SC DemiLight"/>
                <a:ea typeface="Noto Sans SC DemiLight"/>
                <a:cs typeface="GC 16 Mono" pitchFamily="34" charset="-120"/>
              </a:rPr>
              <a:t>* 价格不含10%附加税</a:t>
            </a:r>
            <a:endParaRPr lang="en-US" sz="1013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grpSp>
        <p:nvGrpSpPr>
          <p:cNvPr id="264" name="그룹 263">
            <a:extLst>
              <a:ext uri="{FF2B5EF4-FFF2-40B4-BE49-F238E27FC236}">
                <a16:creationId xmlns:a16="http://schemas.microsoft.com/office/drawing/2014/main" id="{41964D08-743C-BD07-BDBA-D2BF47465CFE}"/>
              </a:ext>
            </a:extLst>
          </p:cNvPr>
          <p:cNvGrpSpPr/>
          <p:nvPr/>
        </p:nvGrpSpPr>
        <p:grpSpPr>
          <a:xfrm>
            <a:off x="930580" y="2720019"/>
            <a:ext cx="8316077" cy="2131206"/>
            <a:chOff x="930580" y="2720019"/>
            <a:chExt cx="8316077" cy="2131206"/>
          </a:xfrm>
        </p:grpSpPr>
        <p:grpSp>
          <p:nvGrpSpPr>
            <p:cNvPr id="205" name="그룹 204">
              <a:extLst>
                <a:ext uri="{FF2B5EF4-FFF2-40B4-BE49-F238E27FC236}">
                  <a16:creationId xmlns:a16="http://schemas.microsoft.com/office/drawing/2014/main" id="{4DF25302-C46E-E95E-5C11-F89F82025C73}"/>
                </a:ext>
              </a:extLst>
            </p:cNvPr>
            <p:cNvGrpSpPr/>
            <p:nvPr/>
          </p:nvGrpSpPr>
          <p:grpSpPr>
            <a:xfrm>
              <a:off x="1041515" y="3046774"/>
              <a:ext cx="8205142" cy="1804451"/>
              <a:chOff x="1041515" y="3046774"/>
              <a:chExt cx="8205142" cy="1804451"/>
            </a:xfrm>
          </p:grpSpPr>
          <p:sp>
            <p:nvSpPr>
              <p:cNvPr id="198" name="Shape 7">
                <a:extLst>
                  <a:ext uri="{FF2B5EF4-FFF2-40B4-BE49-F238E27FC236}">
                    <a16:creationId xmlns:a16="http://schemas.microsoft.com/office/drawing/2014/main" id="{9EBF731F-EF48-1237-9080-A254479644E3}"/>
                  </a:ext>
                </a:extLst>
              </p:cNvPr>
              <p:cNvSpPr/>
              <p:nvPr/>
            </p:nvSpPr>
            <p:spPr>
              <a:xfrm>
                <a:off x="1041515" y="4066521"/>
                <a:ext cx="8205142" cy="13607"/>
              </a:xfrm>
              <a:prstGeom prst="rect">
                <a:avLst/>
              </a:prstGeom>
              <a:solidFill>
                <a:srgbClr val="CCCCCC"/>
              </a:solidFill>
              <a:ln/>
            </p:spPr>
          </p:sp>
          <p:sp>
            <p:nvSpPr>
              <p:cNvPr id="154" name="Shape 7">
                <a:extLst>
                  <a:ext uri="{FF2B5EF4-FFF2-40B4-BE49-F238E27FC236}">
                    <a16:creationId xmlns:a16="http://schemas.microsoft.com/office/drawing/2014/main" id="{3DBD9DE7-69F8-0411-E992-249E9A106987}"/>
                  </a:ext>
                </a:extLst>
              </p:cNvPr>
              <p:cNvSpPr/>
              <p:nvPr/>
            </p:nvSpPr>
            <p:spPr>
              <a:xfrm>
                <a:off x="1041515" y="3046774"/>
                <a:ext cx="8205142" cy="13607"/>
              </a:xfrm>
              <a:prstGeom prst="rect">
                <a:avLst/>
              </a:prstGeom>
              <a:solidFill>
                <a:srgbClr val="2498BD"/>
              </a:solidFill>
              <a:ln/>
            </p:spPr>
          </p:sp>
          <p:sp>
            <p:nvSpPr>
              <p:cNvPr id="155" name="Shape 7">
                <a:extLst>
                  <a:ext uri="{FF2B5EF4-FFF2-40B4-BE49-F238E27FC236}">
                    <a16:creationId xmlns:a16="http://schemas.microsoft.com/office/drawing/2014/main" id="{29A1914E-207F-F0F0-DECB-BE481023B04A}"/>
                  </a:ext>
                </a:extLst>
              </p:cNvPr>
              <p:cNvSpPr/>
              <p:nvPr/>
            </p:nvSpPr>
            <p:spPr>
              <a:xfrm>
                <a:off x="1041515" y="3434535"/>
                <a:ext cx="8205142" cy="13607"/>
              </a:xfrm>
              <a:prstGeom prst="rect">
                <a:avLst/>
              </a:prstGeom>
              <a:solidFill>
                <a:srgbClr val="CCCCCC"/>
              </a:solidFill>
              <a:ln/>
            </p:spPr>
          </p:sp>
          <p:sp>
            <p:nvSpPr>
              <p:cNvPr id="178" name="Shape 7">
                <a:extLst>
                  <a:ext uri="{FF2B5EF4-FFF2-40B4-BE49-F238E27FC236}">
                    <a16:creationId xmlns:a16="http://schemas.microsoft.com/office/drawing/2014/main" id="{5EE53BE9-CD95-852C-B132-4BF5D67192E1}"/>
                  </a:ext>
                </a:extLst>
              </p:cNvPr>
              <p:cNvSpPr/>
              <p:nvPr/>
            </p:nvSpPr>
            <p:spPr>
              <a:xfrm>
                <a:off x="1041515" y="4452215"/>
                <a:ext cx="8205142" cy="13607"/>
              </a:xfrm>
              <a:prstGeom prst="rect">
                <a:avLst/>
              </a:prstGeom>
              <a:solidFill>
                <a:srgbClr val="CCCCCC"/>
              </a:solidFill>
              <a:ln/>
            </p:spPr>
          </p:sp>
          <p:sp>
            <p:nvSpPr>
              <p:cNvPr id="184" name="Shape 7">
                <a:extLst>
                  <a:ext uri="{FF2B5EF4-FFF2-40B4-BE49-F238E27FC236}">
                    <a16:creationId xmlns:a16="http://schemas.microsoft.com/office/drawing/2014/main" id="{C38301E5-C881-2C16-3E1D-5B2EC1A19635}"/>
                  </a:ext>
                </a:extLst>
              </p:cNvPr>
              <p:cNvSpPr/>
              <p:nvPr/>
            </p:nvSpPr>
            <p:spPr>
              <a:xfrm>
                <a:off x="1041515" y="4837618"/>
                <a:ext cx="8205142" cy="13607"/>
              </a:xfrm>
              <a:prstGeom prst="rect">
                <a:avLst/>
              </a:prstGeom>
              <a:solidFill>
                <a:srgbClr val="CCCCCC"/>
              </a:solidFill>
              <a:ln/>
            </p:spPr>
          </p:sp>
        </p:grpSp>
        <p:grpSp>
          <p:nvGrpSpPr>
            <p:cNvPr id="261" name="그룹 260">
              <a:extLst>
                <a:ext uri="{FF2B5EF4-FFF2-40B4-BE49-F238E27FC236}">
                  <a16:creationId xmlns:a16="http://schemas.microsoft.com/office/drawing/2014/main" id="{D2A525AC-7220-4717-B071-BBBD64225C34}"/>
                </a:ext>
              </a:extLst>
            </p:cNvPr>
            <p:cNvGrpSpPr/>
            <p:nvPr/>
          </p:nvGrpSpPr>
          <p:grpSpPr>
            <a:xfrm>
              <a:off x="1044691" y="3446369"/>
              <a:ext cx="8201965" cy="620151"/>
              <a:chOff x="1044691" y="3446369"/>
              <a:chExt cx="8201965" cy="620151"/>
            </a:xfrm>
          </p:grpSpPr>
          <p:sp>
            <p:nvSpPr>
              <p:cNvPr id="193" name="Text 11">
                <a:extLst>
                  <a:ext uri="{FF2B5EF4-FFF2-40B4-BE49-F238E27FC236}">
                    <a16:creationId xmlns:a16="http://schemas.microsoft.com/office/drawing/2014/main" id="{E33B0C1A-D9EB-9959-73C1-B7259EF8AE30}"/>
                  </a:ext>
                </a:extLst>
              </p:cNvPr>
              <p:cNvSpPr/>
              <p:nvPr/>
            </p:nvSpPr>
            <p:spPr>
              <a:xfrm>
                <a:off x="1044691" y="3446369"/>
                <a:ext cx="5660909" cy="620151"/>
              </a:xfrm>
              <a:prstGeom prst="rect">
                <a:avLst/>
              </a:prstGeom>
              <a:noFill/>
              <a:ln/>
            </p:spPr>
            <p:txBody>
              <a:bodyPr wrap="none" lIns="72000" tIns="0" rIns="72000" bIns="0" rtlCol="0" anchor="ctr" anchorCtr="0">
                <a:normAutofit/>
              </a:bodyPr>
              <a:lstStyle/>
              <a:p>
                <a:r>
                  <a:rPr lang="zh-CN" sz="1400" dirty="0">
                    <a:solidFill>
                      <a:srgbClr val="555555"/>
                    </a:solidFill>
                    <a:latin typeface="Noto Sans SC Medium"/>
                    <a:ea typeface="Noto Sans SC Medium"/>
                    <a:cs typeface="Arial" pitchFamily="34" charset="-120"/>
                  </a:rPr>
                  <a:t>乔雅登 / 保柔缇</a:t>
                </a:r>
                <a:endParaRPr lang="en-US" altLang="ko-KR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endParaRPr>
              </a:p>
              <a:p>
                <a:r>
                  <a:rPr lang="zh-CN" sz="1000" dirty="0">
                    <a:solidFill>
                      <a:srgbClr val="555555"/>
                    </a:solidFill>
                    <a:latin typeface="Noto Sans SC DemiLight"/>
                    <a:ea typeface="Noto Sans SC DemiLight"/>
                    <a:cs typeface="Arial" pitchFamily="34" charset="-120"/>
                  </a:rPr>
                  <a:t>全球知名药企的高级透明质酸（HA）玻尿酸</a:t>
                </a:r>
              </a:p>
            </p:txBody>
          </p:sp>
          <p:sp>
            <p:nvSpPr>
              <p:cNvPr id="195" name="Text 15">
                <a:extLst>
                  <a:ext uri="{FF2B5EF4-FFF2-40B4-BE49-F238E27FC236}">
                    <a16:creationId xmlns:a16="http://schemas.microsoft.com/office/drawing/2014/main" id="{A6BA7195-8D5B-2C0B-1AE8-2923DA791415}"/>
                  </a:ext>
                </a:extLst>
              </p:cNvPr>
              <p:cNvSpPr/>
              <p:nvPr/>
            </p:nvSpPr>
            <p:spPr>
              <a:xfrm>
                <a:off x="4508812" y="3447840"/>
                <a:ext cx="4737844" cy="617208"/>
              </a:xfrm>
              <a:prstGeom prst="rect">
                <a:avLst/>
              </a:prstGeom>
              <a:noFill/>
              <a:ln/>
            </p:spPr>
            <p:txBody>
              <a:bodyPr wrap="none" lIns="72000" tIns="0" rIns="72000" bIns="0" rtlCol="0" anchor="ctr" anchorCtr="0">
                <a:noAutofit/>
              </a:bodyPr>
              <a:lstStyle/>
              <a:p>
                <a:pPr algn="r"/>
                <a:r>
                  <a:rPr lang="zh-CN" sz="1200" dirty="0">
                    <a:solidFill>
                      <a:srgbClr val="2498BD"/>
                    </a:solidFill>
                    <a:latin typeface="Noto Sans SC DemiLight"/>
                    <a:ea typeface="Noto Sans SC DemiLight"/>
                    <a:cs typeface="GC 16 Mono" pitchFamily="34" charset="-120"/>
                  </a:rPr>
                  <a:t xml:space="preserve">面部 1cc </a:t>
                </a:r>
                <a:r>
                  <a:rPr lang="en-US" altLang="ko-KR" sz="1400" dirty="0">
                    <a:solidFill>
                      <a:srgbClr val="1A1A1A"/>
                    </a:solidFill>
                    <a:latin typeface="신세계 Bold" panose="02000300000000000000" pitchFamily="50" charset="-127"/>
                    <a:ea typeface="신세계 Bold" panose="02000300000000000000" pitchFamily="50" charset="-127"/>
                    <a:cs typeface="Arial" pitchFamily="34" charset="-120"/>
                  </a:rPr>
                  <a:t>400,000</a:t>
                </a:r>
                <a:endParaRPr lang="en-US" altLang="ko-KR" sz="1400" dirty="0">
                  <a:latin typeface="신세계 Bold" panose="02000300000000000000" pitchFamily="50" charset="-127"/>
                  <a:ea typeface="신세계 Bold" panose="02000300000000000000" pitchFamily="50" charset="-127"/>
                </a:endParaRPr>
              </a:p>
              <a:p>
                <a:pPr algn="r"/>
                <a:r>
                  <a:rPr lang="zh-CN" sz="1200" dirty="0">
                    <a:solidFill>
                      <a:srgbClr val="2498BD"/>
                    </a:solidFill>
                    <a:latin typeface="Noto Sans SC DemiLight"/>
                    <a:ea typeface="Noto Sans SC DemiLight"/>
                    <a:cs typeface="GC 16 Mono" pitchFamily="34" charset="-120"/>
                  </a:rPr>
                  <a:t xml:space="preserve">卧蚕 · 眼下 · 特殊部位 · 眉间 · 眼皮 · 眉骨上方 1cc </a:t>
                </a:r>
                <a:r>
                  <a:rPr lang="en-US" altLang="ko-KR" sz="1400" dirty="0">
                    <a:solidFill>
                      <a:srgbClr val="1A1A1A"/>
                    </a:solidFill>
                    <a:latin typeface="신세계 Bold" panose="02000300000000000000" pitchFamily="50" charset="-127"/>
                    <a:ea typeface="신세계 Bold" panose="02000300000000000000" pitchFamily="50" charset="-127"/>
                    <a:cs typeface="Arial" pitchFamily="34" charset="-120"/>
                  </a:rPr>
                  <a:t>550,000</a:t>
                </a:r>
                <a:endParaRPr lang="en-US" altLang="ko-KR" sz="1400" dirty="0">
                  <a:latin typeface="신세계 Bold" panose="02000300000000000000" pitchFamily="50" charset="-127"/>
                  <a:ea typeface="신세계 Bold" panose="02000300000000000000" pitchFamily="50" charset="-127"/>
                </a:endParaRPr>
              </a:p>
            </p:txBody>
          </p:sp>
        </p:grpSp>
        <p:grpSp>
          <p:nvGrpSpPr>
            <p:cNvPr id="260" name="그룹 259">
              <a:extLst>
                <a:ext uri="{FF2B5EF4-FFF2-40B4-BE49-F238E27FC236}">
                  <a16:creationId xmlns:a16="http://schemas.microsoft.com/office/drawing/2014/main" id="{0A5E9A65-2D3C-0D8F-358A-721B3D595AD5}"/>
                </a:ext>
              </a:extLst>
            </p:cNvPr>
            <p:cNvGrpSpPr/>
            <p:nvPr/>
          </p:nvGrpSpPr>
          <p:grpSpPr>
            <a:xfrm>
              <a:off x="1044691" y="3057439"/>
              <a:ext cx="8201966" cy="375481"/>
              <a:chOff x="1044691" y="3057439"/>
              <a:chExt cx="8201966" cy="375481"/>
            </a:xfrm>
          </p:grpSpPr>
          <p:sp>
            <p:nvSpPr>
              <p:cNvPr id="163" name="Text 11">
                <a:extLst>
                  <a:ext uri="{FF2B5EF4-FFF2-40B4-BE49-F238E27FC236}">
                    <a16:creationId xmlns:a16="http://schemas.microsoft.com/office/drawing/2014/main" id="{87EAF4CA-42A5-1C5F-3389-0A0FC6660FA2}"/>
                  </a:ext>
                </a:extLst>
              </p:cNvPr>
              <p:cNvSpPr/>
              <p:nvPr/>
            </p:nvSpPr>
            <p:spPr>
              <a:xfrm>
                <a:off x="1044691" y="3057439"/>
                <a:ext cx="5660909" cy="375481"/>
              </a:xfrm>
              <a:prstGeom prst="rect">
                <a:avLst/>
              </a:prstGeom>
              <a:noFill/>
              <a:ln/>
            </p:spPr>
            <p:txBody>
              <a:bodyPr wrap="none" lIns="72000" tIns="0" rIns="72000" bIns="0" rtlCol="0" anchor="ctr" anchorCtr="0">
                <a:normAutofit/>
              </a:bodyPr>
              <a:lstStyle/>
              <a:p>
                <a:r>
                  <a:rPr lang="zh-CN" sz="1400" dirty="0">
                    <a:solidFill>
                      <a:srgbClr val="555555"/>
                    </a:solidFill>
                    <a:latin typeface="Noto Sans SC Medium"/>
                    <a:ea typeface="Noto Sans SC Medium"/>
                    <a:cs typeface="Arial" pitchFamily="34" charset="-120"/>
                  </a:rPr>
                  <a:t xml:space="preserve">Celestella  </a:t>
                </a:r>
                <a:r>
                  <a:rPr lang="zh-CN" sz="1000" dirty="0">
                    <a:solidFill>
                      <a:srgbClr val="555555"/>
                    </a:solidFill>
                    <a:latin typeface="Noto Sans SC DemiLight"/>
                    <a:ea typeface="Noto Sans SC DemiLight"/>
                    <a:cs typeface="Arial" pitchFamily="34" charset="-120"/>
                  </a:rPr>
                  <a:t>以透明质酸（HA）为基础的玻尿酸</a:t>
                </a:r>
              </a:p>
            </p:txBody>
          </p:sp>
          <p:sp>
            <p:nvSpPr>
              <p:cNvPr id="164" name="Text 15">
                <a:extLst>
                  <a:ext uri="{FF2B5EF4-FFF2-40B4-BE49-F238E27FC236}">
                    <a16:creationId xmlns:a16="http://schemas.microsoft.com/office/drawing/2014/main" id="{F8FBEDF1-4FCD-03C5-CA11-21476938FCDB}"/>
                  </a:ext>
                </a:extLst>
              </p:cNvPr>
              <p:cNvSpPr/>
              <p:nvPr/>
            </p:nvSpPr>
            <p:spPr>
              <a:xfrm>
                <a:off x="6981209" y="3058910"/>
                <a:ext cx="2265448" cy="372539"/>
              </a:xfrm>
              <a:prstGeom prst="rect">
                <a:avLst/>
              </a:prstGeom>
              <a:noFill/>
              <a:ln/>
            </p:spPr>
            <p:txBody>
              <a:bodyPr wrap="none" lIns="72000" tIns="0" rIns="72000" bIns="0" rtlCol="0" anchor="ctr" anchorCtr="0">
                <a:noAutofit/>
              </a:bodyPr>
              <a:lstStyle/>
              <a:p>
                <a:pPr algn="r"/>
                <a:r>
                  <a:rPr lang="zh-CN" sz="1200" dirty="0">
                    <a:solidFill>
                      <a:srgbClr val="2498BD"/>
                    </a:solidFill>
                    <a:latin typeface="Noto Sans SC DemiLight"/>
                    <a:ea typeface="Noto Sans SC DemiLight"/>
                    <a:cs typeface="GC 16 Mono" pitchFamily="34" charset="-120"/>
                  </a:rPr>
                  <a:t>面部 1cc</a:t>
                </a:r>
                <a:r>
                  <a:rPr lang="en-US" sz="1400" dirty="0">
                    <a:solidFill>
                      <a:srgbClr val="1A1A1A"/>
                    </a:solidFill>
                    <a:latin typeface="신세계 Bold" panose="02000300000000000000" pitchFamily="50" charset="-127"/>
                    <a:ea typeface="신세계 Bold" panose="02000300000000000000" pitchFamily="50" charset="-127"/>
                    <a:cs typeface="Arial" pitchFamily="34" charset="-120"/>
                  </a:rPr>
                  <a:t> 150,000</a:t>
                </a:r>
              </a:p>
            </p:txBody>
          </p:sp>
        </p:grpSp>
        <p:grpSp>
          <p:nvGrpSpPr>
            <p:cNvPr id="262" name="그룹 261">
              <a:extLst>
                <a:ext uri="{FF2B5EF4-FFF2-40B4-BE49-F238E27FC236}">
                  <a16:creationId xmlns:a16="http://schemas.microsoft.com/office/drawing/2014/main" id="{B656D27A-7F4A-C39E-9D57-9AA8172A1612}"/>
                </a:ext>
              </a:extLst>
            </p:cNvPr>
            <p:cNvGrpSpPr/>
            <p:nvPr/>
          </p:nvGrpSpPr>
          <p:grpSpPr>
            <a:xfrm>
              <a:off x="1044691" y="4081063"/>
              <a:ext cx="8201966" cy="375481"/>
              <a:chOff x="1044691" y="4081063"/>
              <a:chExt cx="8201966" cy="375481"/>
            </a:xfrm>
          </p:grpSpPr>
          <p:sp>
            <p:nvSpPr>
              <p:cNvPr id="181" name="Text 11">
                <a:extLst>
                  <a:ext uri="{FF2B5EF4-FFF2-40B4-BE49-F238E27FC236}">
                    <a16:creationId xmlns:a16="http://schemas.microsoft.com/office/drawing/2014/main" id="{5DDEC076-EA72-5CE5-B7E5-368645567F99}"/>
                  </a:ext>
                </a:extLst>
              </p:cNvPr>
              <p:cNvSpPr/>
              <p:nvPr/>
            </p:nvSpPr>
            <p:spPr>
              <a:xfrm>
                <a:off x="1044691" y="4081063"/>
                <a:ext cx="5660909" cy="375481"/>
              </a:xfrm>
              <a:prstGeom prst="rect">
                <a:avLst/>
              </a:prstGeom>
              <a:noFill/>
              <a:ln/>
            </p:spPr>
            <p:txBody>
              <a:bodyPr wrap="none" lIns="72000" tIns="0" rIns="72000" bIns="0" rtlCol="0" anchor="ctr" anchorCtr="0">
                <a:normAutofit/>
              </a:bodyPr>
              <a:lstStyle/>
              <a:p>
                <a:r>
                  <a:rPr lang="zh-CN" sz="1400" dirty="0">
                    <a:solidFill>
                      <a:srgbClr val="555555"/>
                    </a:solidFill>
                    <a:latin typeface="Noto Sans SC Medium"/>
                    <a:ea typeface="Noto Sans SC Medium"/>
                    <a:cs typeface="Arial" pitchFamily="34" charset="-120"/>
                  </a:rPr>
                  <a:t xml:space="preserve">瑞兰 </a:t>
                </a:r>
                <a:r>
                  <a:rPr lang="zh-CN" sz="1000" dirty="0">
                    <a:solidFill>
                      <a:srgbClr val="555555"/>
                    </a:solidFill>
                    <a:latin typeface="Noto Sans SC DemiLight"/>
                    <a:ea typeface="Noto Sans SC DemiLight"/>
                    <a:cs typeface="Arial" pitchFamily="34" charset="-120"/>
                  </a:rPr>
                  <a:t>瑞典高德美 Galderma Restylane 的高级透明质酸（HA）玻尿酸</a:t>
                </a:r>
              </a:p>
            </p:txBody>
          </p:sp>
          <p:sp>
            <p:nvSpPr>
              <p:cNvPr id="182" name="Text 15">
                <a:extLst>
                  <a:ext uri="{FF2B5EF4-FFF2-40B4-BE49-F238E27FC236}">
                    <a16:creationId xmlns:a16="http://schemas.microsoft.com/office/drawing/2014/main" id="{596C1295-C235-E9E6-43AF-3088E22C78A8}"/>
                  </a:ext>
                </a:extLst>
              </p:cNvPr>
              <p:cNvSpPr/>
              <p:nvPr/>
            </p:nvSpPr>
            <p:spPr>
              <a:xfrm>
                <a:off x="6981209" y="4082534"/>
                <a:ext cx="2265448" cy="372539"/>
              </a:xfrm>
              <a:prstGeom prst="rect">
                <a:avLst/>
              </a:prstGeom>
              <a:noFill/>
              <a:ln/>
            </p:spPr>
            <p:txBody>
              <a:bodyPr wrap="none" lIns="72000" tIns="0" rIns="72000" bIns="0" rtlCol="0" anchor="ctr" anchorCtr="0">
                <a:noAutofit/>
              </a:bodyPr>
              <a:lstStyle/>
              <a:p>
                <a:pPr algn="r"/>
                <a:r>
                  <a:rPr lang="zh-CN" sz="1200" dirty="0">
                    <a:solidFill>
                      <a:srgbClr val="2498BD"/>
                    </a:solidFill>
                    <a:latin typeface="Noto Sans SC DemiLight"/>
                    <a:ea typeface="Noto Sans SC DemiLight"/>
                    <a:cs typeface="GC 16 Mono" pitchFamily="34" charset="-120"/>
                  </a:rPr>
                  <a:t>面部 1cc</a:t>
                </a:r>
                <a:r>
                  <a:rPr lang="en-US" sz="1400" dirty="0">
                    <a:solidFill>
                      <a:srgbClr val="1A1A1A"/>
                    </a:solidFill>
                    <a:latin typeface="신세계 Bold" panose="02000300000000000000" pitchFamily="50" charset="-127"/>
                    <a:ea typeface="신세계 Bold" panose="02000300000000000000" pitchFamily="50" charset="-127"/>
                    <a:cs typeface="Arial" pitchFamily="34" charset="-120"/>
                  </a:rPr>
                  <a:t> 450,000</a:t>
                </a:r>
              </a:p>
            </p:txBody>
          </p:sp>
        </p:grpSp>
        <p:grpSp>
          <p:nvGrpSpPr>
            <p:cNvPr id="263" name="그룹 262">
              <a:extLst>
                <a:ext uri="{FF2B5EF4-FFF2-40B4-BE49-F238E27FC236}">
                  <a16:creationId xmlns:a16="http://schemas.microsoft.com/office/drawing/2014/main" id="{FAD48DA6-9AE7-E46A-949A-669960D71A8B}"/>
                </a:ext>
              </a:extLst>
            </p:cNvPr>
            <p:cNvGrpSpPr/>
            <p:nvPr/>
          </p:nvGrpSpPr>
          <p:grpSpPr>
            <a:xfrm>
              <a:off x="1044691" y="4460522"/>
              <a:ext cx="8201966" cy="375481"/>
              <a:chOff x="1044691" y="4460522"/>
              <a:chExt cx="8201966" cy="375481"/>
            </a:xfrm>
          </p:grpSpPr>
          <p:sp>
            <p:nvSpPr>
              <p:cNvPr id="186" name="Text 11">
                <a:extLst>
                  <a:ext uri="{FF2B5EF4-FFF2-40B4-BE49-F238E27FC236}">
                    <a16:creationId xmlns:a16="http://schemas.microsoft.com/office/drawing/2014/main" id="{816E0619-1566-D457-E04B-797E733CAF27}"/>
                  </a:ext>
                </a:extLst>
              </p:cNvPr>
              <p:cNvSpPr/>
              <p:nvPr/>
            </p:nvSpPr>
            <p:spPr>
              <a:xfrm>
                <a:off x="1044691" y="4460522"/>
                <a:ext cx="5660909" cy="375481"/>
              </a:xfrm>
              <a:prstGeom prst="rect">
                <a:avLst/>
              </a:prstGeom>
              <a:noFill/>
              <a:ln/>
            </p:spPr>
            <p:txBody>
              <a:bodyPr wrap="none" lIns="72000" tIns="0" rIns="72000" bIns="0" rtlCol="0" anchor="ctr" anchorCtr="0">
                <a:normAutofit/>
              </a:bodyPr>
              <a:lstStyle/>
              <a:p>
                <a:r>
                  <a:rPr lang="zh-CN" sz="1400" dirty="0">
                    <a:solidFill>
                      <a:srgbClr val="555555"/>
                    </a:solidFill>
                    <a:latin typeface="Noto Sans SC Medium"/>
                    <a:ea typeface="Noto Sans SC Medium"/>
                    <a:cs typeface="Arial" pitchFamily="34" charset="-120"/>
                  </a:rPr>
                  <a:t xml:space="preserve">玻尿酸套餐  </a:t>
                </a:r>
                <a:r>
                  <a:rPr lang="zh-CN" sz="1000" dirty="0">
                    <a:solidFill>
                      <a:srgbClr val="555555"/>
                    </a:solidFill>
                    <a:latin typeface="Noto Sans SC DemiLight"/>
                    <a:ea typeface="Noto Sans SC DemiLight"/>
                    <a:cs typeface="Arial" pitchFamily="34" charset="-120"/>
                  </a:rPr>
                  <a:t>3cc 起可进行</a:t>
                </a:r>
              </a:p>
            </p:txBody>
          </p:sp>
          <p:sp>
            <p:nvSpPr>
              <p:cNvPr id="187" name="Text 15">
                <a:extLst>
                  <a:ext uri="{FF2B5EF4-FFF2-40B4-BE49-F238E27FC236}">
                    <a16:creationId xmlns:a16="http://schemas.microsoft.com/office/drawing/2014/main" id="{07206E08-754E-0E95-F4F3-42526515707B}"/>
                  </a:ext>
                </a:extLst>
              </p:cNvPr>
              <p:cNvSpPr/>
              <p:nvPr/>
            </p:nvSpPr>
            <p:spPr>
              <a:xfrm>
                <a:off x="6981209" y="4461993"/>
                <a:ext cx="2265448" cy="372539"/>
              </a:xfrm>
              <a:prstGeom prst="rect">
                <a:avLst/>
              </a:prstGeom>
              <a:noFill/>
              <a:ln/>
            </p:spPr>
            <p:txBody>
              <a:bodyPr wrap="none" lIns="72000" tIns="0" rIns="72000" bIns="0" rtlCol="0" anchor="ctr" anchorCtr="0">
                <a:noAutofit/>
              </a:bodyPr>
              <a:lstStyle/>
              <a:p>
                <a:pPr algn="r"/>
                <a:r>
                  <a:rPr lang="zh-CN" sz="1400" dirty="0">
                    <a:solidFill>
                      <a:srgbClr val="1A1A1A"/>
                    </a:solidFill>
                    <a:latin typeface="Noto Sans SC SemiBold"/>
                    <a:ea typeface="Noto Sans SC SemiBold"/>
                    <a:cs typeface="Arial" pitchFamily="34" charset="-120"/>
                  </a:rPr>
                  <a:t>面诊后决定</a:t>
                </a:r>
              </a:p>
            </p:txBody>
          </p:sp>
        </p:grp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BD344E0D-6C42-26B8-5AFA-9C072F36D0E6}"/>
                </a:ext>
              </a:extLst>
            </p:cNvPr>
            <p:cNvSpPr txBox="1"/>
            <p:nvPr/>
          </p:nvSpPr>
          <p:spPr>
            <a:xfrm>
              <a:off x="930580" y="2720019"/>
              <a:ext cx="1401346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zh-CN" dirty="0">
                  <a:latin typeface="Noto Sans SC SemiBold"/>
                  <a:ea typeface="Noto Sans SC SemiBold"/>
                  <a:cs typeface="Sinsegye" pitchFamily="34" charset="-120"/>
                </a:rPr>
                <a:t>面部玻尿酸</a:t>
              </a:r>
            </a:p>
          </p:txBody>
        </p:sp>
        <p:sp>
          <p:nvSpPr>
            <p:cNvPr id="166" name="Text 9">
              <a:extLst>
                <a:ext uri="{FF2B5EF4-FFF2-40B4-BE49-F238E27FC236}">
                  <a16:creationId xmlns:a16="http://schemas.microsoft.com/office/drawing/2014/main" id="{0B3FE6CB-582E-126C-4813-E9A8D4527D20}"/>
                </a:ext>
              </a:extLst>
            </p:cNvPr>
            <p:cNvSpPr/>
            <p:nvPr/>
          </p:nvSpPr>
          <p:spPr>
            <a:xfrm>
              <a:off x="7494524" y="2780484"/>
              <a:ext cx="1752133" cy="248402"/>
            </a:xfrm>
            <a:prstGeom prst="rect">
              <a:avLst/>
            </a:prstGeom>
            <a:noFill/>
            <a:ln/>
          </p:spPr>
          <p:txBody>
            <a:bodyPr wrap="none" lIns="108000" tIns="46800" rIns="0" bIns="46800" rtlCol="0" anchor="ctr" anchorCtr="0">
              <a:spAutoFit/>
            </a:bodyPr>
            <a:lstStyle/>
            <a:p>
              <a:pPr marL="0" indent="0" algn="r">
                <a:buNone/>
              </a:pPr>
              <a:r>
                <a:rPr lang="zh-CN" sz="1000" dirty="0">
                  <a:solidFill>
                    <a:srgbClr val="2498BD"/>
                  </a:solidFill>
                  <a:latin typeface="Noto Sans SC DemiLight"/>
                  <a:ea typeface="Noto Sans SC DemiLight"/>
                  <a:cs typeface="Arial" pitchFamily="34" charset="-120"/>
                </a:rPr>
                <a:t>* 面部 1cc 不含特殊部位</a:t>
              </a:r>
            </a:p>
          </p:txBody>
        </p:sp>
      </p:grpSp>
      <p:grpSp>
        <p:nvGrpSpPr>
          <p:cNvPr id="271" name="그룹 270">
            <a:extLst>
              <a:ext uri="{FF2B5EF4-FFF2-40B4-BE49-F238E27FC236}">
                <a16:creationId xmlns:a16="http://schemas.microsoft.com/office/drawing/2014/main" id="{6A9CF325-89D3-1A7D-170A-0B45651F8401}"/>
              </a:ext>
            </a:extLst>
          </p:cNvPr>
          <p:cNvGrpSpPr/>
          <p:nvPr/>
        </p:nvGrpSpPr>
        <p:grpSpPr>
          <a:xfrm>
            <a:off x="930580" y="5114999"/>
            <a:ext cx="8316077" cy="728123"/>
            <a:chOff x="930580" y="8035012"/>
            <a:chExt cx="8316077" cy="728123"/>
          </a:xfrm>
        </p:grpSpPr>
        <p:sp>
          <p:nvSpPr>
            <p:cNvPr id="244" name="TextBox 243">
              <a:extLst>
                <a:ext uri="{FF2B5EF4-FFF2-40B4-BE49-F238E27FC236}">
                  <a16:creationId xmlns:a16="http://schemas.microsoft.com/office/drawing/2014/main" id="{C90EEEB7-B2C3-8A01-2671-B931C2F61503}"/>
                </a:ext>
              </a:extLst>
            </p:cNvPr>
            <p:cNvSpPr txBox="1"/>
            <p:nvPr/>
          </p:nvSpPr>
          <p:spPr>
            <a:xfrm>
              <a:off x="930580" y="8035012"/>
              <a:ext cx="1632178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zh-CN" dirty="0">
                  <a:latin typeface="Noto Sans SC SemiBold"/>
                  <a:ea typeface="Noto Sans SC SemiBold"/>
                  <a:cs typeface="Sinsegye" pitchFamily="34" charset="-120"/>
                </a:rPr>
                <a:t>玻尿酸溶解针</a:t>
              </a:r>
              <a:endParaRPr lang="ko-KR" altLang="en-US" dirty="0">
                <a:latin typeface="신세계 SemiBold" panose="02000300000000000000" pitchFamily="50" charset="-127"/>
                <a:ea typeface="신세계 SemiBold" panose="02000300000000000000" pitchFamily="50" charset="-127"/>
                <a:cs typeface="Sinsegye" pitchFamily="34" charset="-120"/>
              </a:endParaRPr>
            </a:p>
          </p:txBody>
        </p:sp>
        <p:grpSp>
          <p:nvGrpSpPr>
            <p:cNvPr id="246" name="그룹 245">
              <a:extLst>
                <a:ext uri="{FF2B5EF4-FFF2-40B4-BE49-F238E27FC236}">
                  <a16:creationId xmlns:a16="http://schemas.microsoft.com/office/drawing/2014/main" id="{32FBB249-61C0-758C-1826-8766179BED27}"/>
                </a:ext>
              </a:extLst>
            </p:cNvPr>
            <p:cNvGrpSpPr/>
            <p:nvPr/>
          </p:nvGrpSpPr>
          <p:grpSpPr>
            <a:xfrm>
              <a:off x="1041515" y="8361767"/>
              <a:ext cx="8205142" cy="401368"/>
              <a:chOff x="1041515" y="3046774"/>
              <a:chExt cx="8205142" cy="401368"/>
            </a:xfrm>
          </p:grpSpPr>
          <p:sp>
            <p:nvSpPr>
              <p:cNvPr id="250" name="Shape 7">
                <a:extLst>
                  <a:ext uri="{FF2B5EF4-FFF2-40B4-BE49-F238E27FC236}">
                    <a16:creationId xmlns:a16="http://schemas.microsoft.com/office/drawing/2014/main" id="{A4BA8F8E-0843-F8EE-5851-DC57B93C835B}"/>
                  </a:ext>
                </a:extLst>
              </p:cNvPr>
              <p:cNvSpPr/>
              <p:nvPr/>
            </p:nvSpPr>
            <p:spPr>
              <a:xfrm>
                <a:off x="1041515" y="3046774"/>
                <a:ext cx="8205142" cy="13607"/>
              </a:xfrm>
              <a:prstGeom prst="rect">
                <a:avLst/>
              </a:prstGeom>
              <a:solidFill>
                <a:srgbClr val="2498BD"/>
              </a:solidFill>
              <a:ln/>
            </p:spPr>
          </p:sp>
          <p:sp>
            <p:nvSpPr>
              <p:cNvPr id="251" name="Shape 7">
                <a:extLst>
                  <a:ext uri="{FF2B5EF4-FFF2-40B4-BE49-F238E27FC236}">
                    <a16:creationId xmlns:a16="http://schemas.microsoft.com/office/drawing/2014/main" id="{ACC72E94-1FE5-93EA-C176-CE01CDF48120}"/>
                  </a:ext>
                </a:extLst>
              </p:cNvPr>
              <p:cNvSpPr/>
              <p:nvPr/>
            </p:nvSpPr>
            <p:spPr>
              <a:xfrm>
                <a:off x="1041515" y="3434535"/>
                <a:ext cx="8205142" cy="13607"/>
              </a:xfrm>
              <a:prstGeom prst="rect">
                <a:avLst/>
              </a:prstGeom>
              <a:solidFill>
                <a:srgbClr val="CCCCCC"/>
              </a:solidFill>
              <a:ln/>
            </p:spPr>
          </p:sp>
        </p:grpSp>
        <p:sp>
          <p:nvSpPr>
            <p:cNvPr id="248" name="Text 11">
              <a:extLst>
                <a:ext uri="{FF2B5EF4-FFF2-40B4-BE49-F238E27FC236}">
                  <a16:creationId xmlns:a16="http://schemas.microsoft.com/office/drawing/2014/main" id="{D58A4AD5-9A94-E4A6-25C3-159696C91A3E}"/>
                </a:ext>
              </a:extLst>
            </p:cNvPr>
            <p:cNvSpPr/>
            <p:nvPr/>
          </p:nvSpPr>
          <p:spPr>
            <a:xfrm>
              <a:off x="1044691" y="8372432"/>
              <a:ext cx="566090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CN" sz="1400" dirty="0">
                  <a:solidFill>
                    <a:srgbClr val="555555"/>
                  </a:solidFill>
                  <a:latin typeface="Noto Sans SC Medium"/>
                  <a:ea typeface="Noto Sans SC Medium"/>
                  <a:cs typeface="Arial" pitchFamily="34" charset="-120"/>
                </a:rPr>
                <a:t>Hyalase(溶解酶) 1支</a:t>
              </a:r>
            </a:p>
          </p:txBody>
        </p:sp>
        <p:sp>
          <p:nvSpPr>
            <p:cNvPr id="249" name="Text 15">
              <a:extLst>
                <a:ext uri="{FF2B5EF4-FFF2-40B4-BE49-F238E27FC236}">
                  <a16:creationId xmlns:a16="http://schemas.microsoft.com/office/drawing/2014/main" id="{C1F49C4C-2E86-6F70-8D01-1F7ACF019237}"/>
                </a:ext>
              </a:extLst>
            </p:cNvPr>
            <p:cNvSpPr/>
            <p:nvPr/>
          </p:nvSpPr>
          <p:spPr>
            <a:xfrm>
              <a:off x="6981209" y="8373903"/>
              <a:ext cx="2265448" cy="372539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100,000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/>
          <p:cNvSpPr/>
          <p:nvPr/>
        </p:nvSpPr>
        <p:spPr>
          <a:xfrm>
            <a:off x="-514350" y="860535"/>
            <a:ext cx="11315700" cy="2013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050" kern="0" spc="168" dirty="0">
                <a:solidFill>
                  <a:srgbClr val="C99A1F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FAT DISSOLVING</a:t>
            </a:r>
            <a:endParaRPr lang="en-US" sz="105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7" name="Text 4"/>
          <p:cNvSpPr/>
          <p:nvPr/>
        </p:nvSpPr>
        <p:spPr>
          <a:xfrm>
            <a:off x="-514350" y="1061878"/>
            <a:ext cx="11315700" cy="4735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zh-CN" sz="3150" b="1" kern="0" spc="-63" dirty="0">
                <a:solidFill>
                  <a:srgbClr val="2498BD"/>
                </a:solidFill>
                <a:latin typeface="Noto Sans SC DemiLight"/>
                <a:ea typeface="Noto Sans SC DemiLight"/>
                <a:cs typeface="Sinsegye" pitchFamily="34" charset="-120"/>
              </a:rPr>
              <a:t>溶脂针</a:t>
            </a:r>
            <a:endParaRPr lang="en-US" sz="315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8" name="Text 5"/>
          <p:cNvSpPr/>
          <p:nvPr/>
        </p:nvSpPr>
        <p:spPr>
          <a:xfrm>
            <a:off x="-514350" y="1535364"/>
            <a:ext cx="113157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zh-CN" sz="1275" dirty="0">
                <a:solidFill>
                  <a:srgbClr val="6E6E6E"/>
                </a:solidFill>
                <a:latin typeface="Noto Sans SC DemiLight"/>
                <a:ea typeface="Noto Sans SC DemiLight"/>
                <a:cs typeface="Arial" pitchFamily="34" charset="-120"/>
              </a:rPr>
              <a:t>修饰面部与身体线条</a:t>
            </a:r>
            <a:endParaRPr lang="en-US" sz="1275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3" name="Text 96">
            <a:extLst>
              <a:ext uri="{FF2B5EF4-FFF2-40B4-BE49-F238E27FC236}">
                <a16:creationId xmlns:a16="http://schemas.microsoft.com/office/drawing/2014/main" id="{29654C6C-705B-5CDA-879B-3140AB96EC02}"/>
              </a:ext>
            </a:extLst>
          </p:cNvPr>
          <p:cNvSpPr/>
          <p:nvPr/>
        </p:nvSpPr>
        <p:spPr>
          <a:xfrm>
            <a:off x="529167" y="13503293"/>
            <a:ext cx="9237133" cy="187694"/>
          </a:xfrm>
          <a:prstGeom prst="rect">
            <a:avLst/>
          </a:prstGeom>
          <a:noFill/>
          <a:ln/>
        </p:spPr>
        <p:txBody>
          <a:bodyPr wrap="square" lIns="25400" tIns="25400" rIns="514800" bIns="25400" rtlCol="0" anchor="t">
            <a:normAutofit fontScale="92500" lnSpcReduction="10000"/>
          </a:bodyPr>
          <a:lstStyle/>
          <a:p>
            <a:pPr marL="0" indent="0" algn="r">
              <a:buNone/>
            </a:pPr>
            <a:r>
              <a:rPr lang="zh-CN" sz="882" dirty="0">
                <a:solidFill>
                  <a:srgbClr val="6E6E6E"/>
                </a:solidFill>
                <a:latin typeface="Noto Sans SC DemiLight"/>
                <a:ea typeface="Noto Sans SC DemiLight"/>
                <a:cs typeface="GC 16 Mono" pitchFamily="34" charset="-120"/>
              </a:rPr>
              <a:t>* 价格不含10%附加税</a:t>
            </a:r>
            <a:endParaRPr lang="en-US" sz="1013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grpSp>
        <p:nvGrpSpPr>
          <p:cNvPr id="276" name="그룹 275">
            <a:extLst>
              <a:ext uri="{FF2B5EF4-FFF2-40B4-BE49-F238E27FC236}">
                <a16:creationId xmlns:a16="http://schemas.microsoft.com/office/drawing/2014/main" id="{A757011C-CE84-E099-8AED-D24479CB3E40}"/>
              </a:ext>
            </a:extLst>
          </p:cNvPr>
          <p:cNvGrpSpPr/>
          <p:nvPr/>
        </p:nvGrpSpPr>
        <p:grpSpPr>
          <a:xfrm>
            <a:off x="930580" y="2720019"/>
            <a:ext cx="8316077" cy="1114967"/>
            <a:chOff x="930580" y="2720019"/>
            <a:chExt cx="8316077" cy="1114967"/>
          </a:xfrm>
        </p:grpSpPr>
        <p:sp>
          <p:nvSpPr>
            <p:cNvPr id="185" name="TextBox 184">
              <a:extLst>
                <a:ext uri="{FF2B5EF4-FFF2-40B4-BE49-F238E27FC236}">
                  <a16:creationId xmlns:a16="http://schemas.microsoft.com/office/drawing/2014/main" id="{904B3917-C656-1E90-55B5-CC5B7E77BA86}"/>
                </a:ext>
              </a:extLst>
            </p:cNvPr>
            <p:cNvSpPr txBox="1"/>
            <p:nvPr/>
          </p:nvSpPr>
          <p:spPr>
            <a:xfrm>
              <a:off x="930580" y="2720019"/>
              <a:ext cx="1844078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zh-CN" dirty="0">
                  <a:latin typeface="Noto Sans SC SemiBold"/>
                  <a:ea typeface="Noto Sans SC SemiBold"/>
                  <a:cs typeface="Sinsegye" pitchFamily="34" charset="-120"/>
                </a:rPr>
                <a:t>CeraFit 溶脂针</a:t>
              </a:r>
              <a:endParaRPr lang="ko-KR" altLang="en-US" dirty="0">
                <a:latin typeface="신세계 SemiBold" panose="02000300000000000000" pitchFamily="50" charset="-127"/>
                <a:ea typeface="신세계 SemiBold" panose="02000300000000000000" pitchFamily="50" charset="-127"/>
                <a:cs typeface="Sinsegye" pitchFamily="34" charset="-120"/>
              </a:endParaRPr>
            </a:p>
          </p:txBody>
        </p:sp>
        <p:grpSp>
          <p:nvGrpSpPr>
            <p:cNvPr id="187" name="그룹 186">
              <a:extLst>
                <a:ext uri="{FF2B5EF4-FFF2-40B4-BE49-F238E27FC236}">
                  <a16:creationId xmlns:a16="http://schemas.microsoft.com/office/drawing/2014/main" id="{BEABCBB4-D6D6-5746-B58D-300DCE768A81}"/>
                </a:ext>
              </a:extLst>
            </p:cNvPr>
            <p:cNvGrpSpPr/>
            <p:nvPr/>
          </p:nvGrpSpPr>
          <p:grpSpPr>
            <a:xfrm>
              <a:off x="1041515" y="3046774"/>
              <a:ext cx="8205142" cy="788212"/>
              <a:chOff x="1041515" y="4036831"/>
              <a:chExt cx="8205142" cy="788212"/>
            </a:xfrm>
          </p:grpSpPr>
          <p:sp>
            <p:nvSpPr>
              <p:cNvPr id="194" name="Shape 7">
                <a:extLst>
                  <a:ext uri="{FF2B5EF4-FFF2-40B4-BE49-F238E27FC236}">
                    <a16:creationId xmlns:a16="http://schemas.microsoft.com/office/drawing/2014/main" id="{72227479-87E2-B05C-89AF-81F73A362EE5}"/>
                  </a:ext>
                </a:extLst>
              </p:cNvPr>
              <p:cNvSpPr/>
              <p:nvPr/>
            </p:nvSpPr>
            <p:spPr>
              <a:xfrm>
                <a:off x="1041515" y="4036831"/>
                <a:ext cx="8205142" cy="13607"/>
              </a:xfrm>
              <a:prstGeom prst="rect">
                <a:avLst/>
              </a:prstGeom>
              <a:solidFill>
                <a:srgbClr val="2498BD"/>
              </a:solidFill>
              <a:ln/>
            </p:spPr>
          </p:sp>
          <p:sp>
            <p:nvSpPr>
              <p:cNvPr id="195" name="Shape 7">
                <a:extLst>
                  <a:ext uri="{FF2B5EF4-FFF2-40B4-BE49-F238E27FC236}">
                    <a16:creationId xmlns:a16="http://schemas.microsoft.com/office/drawing/2014/main" id="{A8EEB8A2-5F82-C9EC-3B50-74CE403C09CA}"/>
                  </a:ext>
                </a:extLst>
              </p:cNvPr>
              <p:cNvSpPr/>
              <p:nvPr/>
            </p:nvSpPr>
            <p:spPr>
              <a:xfrm>
                <a:off x="1041515" y="4424592"/>
                <a:ext cx="8205142" cy="13607"/>
              </a:xfrm>
              <a:prstGeom prst="rect">
                <a:avLst/>
              </a:prstGeom>
              <a:solidFill>
                <a:srgbClr val="CCCCCC"/>
              </a:solidFill>
              <a:ln/>
            </p:spPr>
          </p:sp>
          <p:sp>
            <p:nvSpPr>
              <p:cNvPr id="196" name="Shape 7">
                <a:extLst>
                  <a:ext uri="{FF2B5EF4-FFF2-40B4-BE49-F238E27FC236}">
                    <a16:creationId xmlns:a16="http://schemas.microsoft.com/office/drawing/2014/main" id="{9B05AD55-A6B4-62D2-1A79-46D8346C9EEC}"/>
                  </a:ext>
                </a:extLst>
              </p:cNvPr>
              <p:cNvSpPr/>
              <p:nvPr/>
            </p:nvSpPr>
            <p:spPr>
              <a:xfrm>
                <a:off x="1041515" y="4811436"/>
                <a:ext cx="8205142" cy="13607"/>
              </a:xfrm>
              <a:prstGeom prst="rect">
                <a:avLst/>
              </a:prstGeom>
              <a:solidFill>
                <a:srgbClr val="CCCCCC"/>
              </a:solidFill>
              <a:ln/>
            </p:spPr>
          </p:sp>
        </p:grpSp>
        <p:sp>
          <p:nvSpPr>
            <p:cNvPr id="192" name="Text 11">
              <a:extLst>
                <a:ext uri="{FF2B5EF4-FFF2-40B4-BE49-F238E27FC236}">
                  <a16:creationId xmlns:a16="http://schemas.microsoft.com/office/drawing/2014/main" id="{D8BD542A-09BD-C101-D8C1-CFC9C7BAF781}"/>
                </a:ext>
              </a:extLst>
            </p:cNvPr>
            <p:cNvSpPr/>
            <p:nvPr/>
          </p:nvSpPr>
          <p:spPr>
            <a:xfrm>
              <a:off x="1044691" y="3057439"/>
              <a:ext cx="385750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CN" sz="1400" dirty="0">
                  <a:solidFill>
                    <a:srgbClr val="555555"/>
                  </a:solidFill>
                  <a:latin typeface="Noto Sans SC Medium"/>
                  <a:ea typeface="Noto Sans SC Medium"/>
                  <a:cs typeface="Arial" pitchFamily="34" charset="-120"/>
                </a:rPr>
                <a:t>CeraFit 溶脂针 面部 (1cc)</a:t>
              </a:r>
            </a:p>
          </p:txBody>
        </p:sp>
        <p:sp>
          <p:nvSpPr>
            <p:cNvPr id="193" name="Text 15">
              <a:extLst>
                <a:ext uri="{FF2B5EF4-FFF2-40B4-BE49-F238E27FC236}">
                  <a16:creationId xmlns:a16="http://schemas.microsoft.com/office/drawing/2014/main" id="{D09934F4-0AE0-1B52-F88E-2D84FB1E8BD3}"/>
                </a:ext>
              </a:extLst>
            </p:cNvPr>
            <p:cNvSpPr/>
            <p:nvPr/>
          </p:nvSpPr>
          <p:spPr>
            <a:xfrm>
              <a:off x="8101760" y="3137457"/>
              <a:ext cx="1144896" cy="215444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2498BD"/>
                  </a:solidFill>
                  <a:latin typeface="Noto Sans SC DemiLight"/>
                  <a:ea typeface="Noto Sans SC DemiLight"/>
                  <a:cs typeface="GC 16 Mono" pitchFamily="34" charset="-120"/>
                </a:rPr>
                <a:t>5次</a:t>
              </a:r>
              <a:r>
                <a:rPr lang="en-US" altLang="ko-KR" sz="11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13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  <p:sp>
          <p:nvSpPr>
            <p:cNvPr id="197" name="Text 15">
              <a:extLst>
                <a:ext uri="{FF2B5EF4-FFF2-40B4-BE49-F238E27FC236}">
                  <a16:creationId xmlns:a16="http://schemas.microsoft.com/office/drawing/2014/main" id="{A8EB6C8B-4ABC-E9B1-3295-2689BBBD1D3A}"/>
                </a:ext>
              </a:extLst>
            </p:cNvPr>
            <p:cNvSpPr/>
            <p:nvPr/>
          </p:nvSpPr>
          <p:spPr>
            <a:xfrm>
              <a:off x="6834767" y="3137457"/>
              <a:ext cx="962660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r>
                <a:rPr lang="zh-CN" sz="1200" dirty="0">
                  <a:solidFill>
                    <a:srgbClr val="2498BD"/>
                  </a:solidFill>
                  <a:latin typeface="Noto Sans SC DemiLight"/>
                  <a:ea typeface="Noto Sans SC DemiLight"/>
                  <a:cs typeface="GC 16 Mono" pitchFamily="34" charset="-120"/>
                </a:rPr>
                <a:t>3次</a:t>
              </a:r>
              <a:r>
                <a:rPr lang="en-US" altLang="ko-KR" sz="11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80,000</a:t>
              </a:r>
            </a:p>
          </p:txBody>
        </p:sp>
        <p:sp>
          <p:nvSpPr>
            <p:cNvPr id="198" name="Text 15">
              <a:extLst>
                <a:ext uri="{FF2B5EF4-FFF2-40B4-BE49-F238E27FC236}">
                  <a16:creationId xmlns:a16="http://schemas.microsoft.com/office/drawing/2014/main" id="{83D649F9-F6D1-D3FF-3A4D-663F68E08028}"/>
                </a:ext>
              </a:extLst>
            </p:cNvPr>
            <p:cNvSpPr/>
            <p:nvPr/>
          </p:nvSpPr>
          <p:spPr>
            <a:xfrm>
              <a:off x="5393104" y="3137457"/>
              <a:ext cx="962660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r>
                <a:rPr lang="zh-CN" sz="1200" dirty="0">
                  <a:solidFill>
                    <a:srgbClr val="2498BD"/>
                  </a:solidFill>
                  <a:latin typeface="Noto Sans SC DemiLight"/>
                  <a:ea typeface="Noto Sans SC DemiLight"/>
                  <a:cs typeface="GC 16 Mono" pitchFamily="34" charset="-120"/>
                </a:rPr>
                <a:t>1次</a:t>
              </a:r>
              <a:r>
                <a:rPr lang="en-US" altLang="ko-KR" sz="11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30,000</a:t>
              </a:r>
            </a:p>
          </p:txBody>
        </p:sp>
        <p:sp>
          <p:nvSpPr>
            <p:cNvPr id="190" name="Text 11">
              <a:extLst>
                <a:ext uri="{FF2B5EF4-FFF2-40B4-BE49-F238E27FC236}">
                  <a16:creationId xmlns:a16="http://schemas.microsoft.com/office/drawing/2014/main" id="{87C450E7-C4DA-D0FE-AA70-CFEF6591663D}"/>
                </a:ext>
              </a:extLst>
            </p:cNvPr>
            <p:cNvSpPr/>
            <p:nvPr/>
          </p:nvSpPr>
          <p:spPr>
            <a:xfrm>
              <a:off x="1044691" y="3445091"/>
              <a:ext cx="385750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pPr marL="0" indent="0" algn="l">
                <a:buNone/>
              </a:pPr>
              <a:r>
                <a:rPr lang="zh-CN" sz="1400" dirty="0">
                  <a:solidFill>
                    <a:srgbClr val="555555"/>
                  </a:solidFill>
                  <a:latin typeface="Noto Sans SC Medium"/>
                  <a:ea typeface="Noto Sans SC Medium"/>
                  <a:cs typeface="Arial" pitchFamily="34" charset="-120"/>
                </a:rPr>
                <a:t>CeraFit 溶脂针 身体 (10cc)</a:t>
              </a:r>
            </a:p>
          </p:txBody>
        </p:sp>
        <p:sp>
          <p:nvSpPr>
            <p:cNvPr id="199" name="Text 15">
              <a:extLst>
                <a:ext uri="{FF2B5EF4-FFF2-40B4-BE49-F238E27FC236}">
                  <a16:creationId xmlns:a16="http://schemas.microsoft.com/office/drawing/2014/main" id="{CF458971-8C6D-1D70-A6AB-2C81508634E2}"/>
                </a:ext>
              </a:extLst>
            </p:cNvPr>
            <p:cNvSpPr/>
            <p:nvPr/>
          </p:nvSpPr>
          <p:spPr>
            <a:xfrm>
              <a:off x="8101760" y="3525109"/>
              <a:ext cx="1144896" cy="215444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2498BD"/>
                  </a:solidFill>
                  <a:latin typeface="Noto Sans SC DemiLight"/>
                  <a:ea typeface="Noto Sans SC DemiLight"/>
                  <a:cs typeface="GC 16 Mono" pitchFamily="34" charset="-120"/>
                </a:rPr>
                <a:t>5次</a:t>
              </a:r>
              <a:r>
                <a:rPr lang="en-US" altLang="ko-KR" sz="11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2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50,000</a:t>
              </a:r>
            </a:p>
          </p:txBody>
        </p:sp>
        <p:sp>
          <p:nvSpPr>
            <p:cNvPr id="200" name="Text 15">
              <a:extLst>
                <a:ext uri="{FF2B5EF4-FFF2-40B4-BE49-F238E27FC236}">
                  <a16:creationId xmlns:a16="http://schemas.microsoft.com/office/drawing/2014/main" id="{817FFDC0-1E3E-7751-1D17-8D0D4647B2D3}"/>
                </a:ext>
              </a:extLst>
            </p:cNvPr>
            <p:cNvSpPr/>
            <p:nvPr/>
          </p:nvSpPr>
          <p:spPr>
            <a:xfrm>
              <a:off x="6788280" y="3525109"/>
              <a:ext cx="1072896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r>
                <a:rPr lang="zh-CN" sz="1200" dirty="0">
                  <a:solidFill>
                    <a:srgbClr val="2498BD"/>
                  </a:solidFill>
                  <a:latin typeface="Noto Sans SC DemiLight"/>
                  <a:ea typeface="Noto Sans SC DemiLight"/>
                  <a:cs typeface="GC 16 Mono" pitchFamily="34" charset="-120"/>
                </a:rPr>
                <a:t>3次</a:t>
              </a:r>
              <a:r>
                <a:rPr lang="en-US" altLang="ko-KR" sz="11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1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80,000</a:t>
              </a:r>
            </a:p>
          </p:txBody>
        </p:sp>
        <p:sp>
          <p:nvSpPr>
            <p:cNvPr id="201" name="Text 15">
              <a:extLst>
                <a:ext uri="{FF2B5EF4-FFF2-40B4-BE49-F238E27FC236}">
                  <a16:creationId xmlns:a16="http://schemas.microsoft.com/office/drawing/2014/main" id="{BE5B4C27-B94E-E1B1-B07D-22E67DB9198D}"/>
                </a:ext>
              </a:extLst>
            </p:cNvPr>
            <p:cNvSpPr/>
            <p:nvPr/>
          </p:nvSpPr>
          <p:spPr>
            <a:xfrm>
              <a:off x="5393104" y="3525109"/>
              <a:ext cx="962660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r>
                <a:rPr lang="zh-CN" sz="1200" dirty="0">
                  <a:solidFill>
                    <a:srgbClr val="2498BD"/>
                  </a:solidFill>
                  <a:latin typeface="Noto Sans SC DemiLight"/>
                  <a:ea typeface="Noto Sans SC DemiLight"/>
                  <a:cs typeface="GC 16 Mono" pitchFamily="34" charset="-120"/>
                </a:rPr>
                <a:t>1次</a:t>
              </a:r>
              <a:r>
                <a:rPr lang="en-US" altLang="ko-KR" sz="11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80,000</a:t>
              </a:r>
            </a:p>
          </p:txBody>
        </p:sp>
      </p:grpSp>
      <p:grpSp>
        <p:nvGrpSpPr>
          <p:cNvPr id="277" name="그룹 276">
            <a:extLst>
              <a:ext uri="{FF2B5EF4-FFF2-40B4-BE49-F238E27FC236}">
                <a16:creationId xmlns:a16="http://schemas.microsoft.com/office/drawing/2014/main" id="{5CCC9AFE-DD03-1C6D-53B3-4A5D48A37A61}"/>
              </a:ext>
            </a:extLst>
          </p:cNvPr>
          <p:cNvGrpSpPr/>
          <p:nvPr/>
        </p:nvGrpSpPr>
        <p:grpSpPr>
          <a:xfrm>
            <a:off x="930580" y="4106416"/>
            <a:ext cx="8316077" cy="1496252"/>
            <a:chOff x="930580" y="4104754"/>
            <a:chExt cx="8316077" cy="1496252"/>
          </a:xfrm>
        </p:grpSpPr>
        <p:sp>
          <p:nvSpPr>
            <p:cNvPr id="205" name="TextBox 204">
              <a:extLst>
                <a:ext uri="{FF2B5EF4-FFF2-40B4-BE49-F238E27FC236}">
                  <a16:creationId xmlns:a16="http://schemas.microsoft.com/office/drawing/2014/main" id="{E17E640E-73F4-6114-E2CD-FE5443193008}"/>
                </a:ext>
              </a:extLst>
            </p:cNvPr>
            <p:cNvSpPr txBox="1"/>
            <p:nvPr/>
          </p:nvSpPr>
          <p:spPr>
            <a:xfrm>
              <a:off x="930580" y="4104754"/>
              <a:ext cx="3073136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zh-CN" dirty="0">
                  <a:latin typeface="Noto Sans SC SemiBold"/>
                  <a:ea typeface="Noto Sans SC SemiBold"/>
                  <a:cs typeface="Sinsegye" pitchFamily="34" charset="-120"/>
                </a:rPr>
                <a:t>CeraFit 溶脂针套组 (面部)</a:t>
              </a:r>
            </a:p>
          </p:txBody>
        </p:sp>
        <p:grpSp>
          <p:nvGrpSpPr>
            <p:cNvPr id="208" name="그룹 207">
              <a:extLst>
                <a:ext uri="{FF2B5EF4-FFF2-40B4-BE49-F238E27FC236}">
                  <a16:creationId xmlns:a16="http://schemas.microsoft.com/office/drawing/2014/main" id="{03978FAB-A023-8F06-148A-908B57FAE3AF}"/>
                </a:ext>
              </a:extLst>
            </p:cNvPr>
            <p:cNvGrpSpPr/>
            <p:nvPr/>
          </p:nvGrpSpPr>
          <p:grpSpPr>
            <a:xfrm>
              <a:off x="1041515" y="4431509"/>
              <a:ext cx="8205142" cy="1169497"/>
              <a:chOff x="1041515" y="5446644"/>
              <a:chExt cx="8205142" cy="1169497"/>
            </a:xfrm>
          </p:grpSpPr>
          <p:sp>
            <p:nvSpPr>
              <p:cNvPr id="227" name="Shape 7">
                <a:extLst>
                  <a:ext uri="{FF2B5EF4-FFF2-40B4-BE49-F238E27FC236}">
                    <a16:creationId xmlns:a16="http://schemas.microsoft.com/office/drawing/2014/main" id="{792ECD2E-0CF4-41C0-2F90-931EAD36341E}"/>
                  </a:ext>
                </a:extLst>
              </p:cNvPr>
              <p:cNvSpPr/>
              <p:nvPr/>
            </p:nvSpPr>
            <p:spPr>
              <a:xfrm>
                <a:off x="1041515" y="5834612"/>
                <a:ext cx="8205142" cy="13607"/>
              </a:xfrm>
              <a:prstGeom prst="rect">
                <a:avLst/>
              </a:prstGeom>
              <a:solidFill>
                <a:srgbClr val="CCCCCC"/>
              </a:solidFill>
              <a:ln/>
            </p:spPr>
          </p:sp>
          <p:sp>
            <p:nvSpPr>
              <p:cNvPr id="228" name="Shape 7">
                <a:extLst>
                  <a:ext uri="{FF2B5EF4-FFF2-40B4-BE49-F238E27FC236}">
                    <a16:creationId xmlns:a16="http://schemas.microsoft.com/office/drawing/2014/main" id="{BEA9CB6E-0CC8-160C-B59E-4C22E2A28F00}"/>
                  </a:ext>
                </a:extLst>
              </p:cNvPr>
              <p:cNvSpPr/>
              <p:nvPr/>
            </p:nvSpPr>
            <p:spPr>
              <a:xfrm>
                <a:off x="1041515" y="5446644"/>
                <a:ext cx="8205142" cy="13607"/>
              </a:xfrm>
              <a:prstGeom prst="rect">
                <a:avLst/>
              </a:prstGeom>
              <a:solidFill>
                <a:srgbClr val="2498BD"/>
              </a:solidFill>
              <a:ln/>
            </p:spPr>
          </p:sp>
          <p:sp>
            <p:nvSpPr>
              <p:cNvPr id="229" name="Shape 7">
                <a:extLst>
                  <a:ext uri="{FF2B5EF4-FFF2-40B4-BE49-F238E27FC236}">
                    <a16:creationId xmlns:a16="http://schemas.microsoft.com/office/drawing/2014/main" id="{2978404F-A8B3-3D79-A312-0312DCFA1390}"/>
                  </a:ext>
                </a:extLst>
              </p:cNvPr>
              <p:cNvSpPr/>
              <p:nvPr/>
            </p:nvSpPr>
            <p:spPr>
              <a:xfrm>
                <a:off x="1041515" y="6220306"/>
                <a:ext cx="8205142" cy="13607"/>
              </a:xfrm>
              <a:prstGeom prst="rect">
                <a:avLst/>
              </a:prstGeom>
              <a:solidFill>
                <a:srgbClr val="CCCCCC"/>
              </a:solidFill>
              <a:ln/>
            </p:spPr>
          </p:sp>
          <p:sp>
            <p:nvSpPr>
              <p:cNvPr id="230" name="Shape 7">
                <a:extLst>
                  <a:ext uri="{FF2B5EF4-FFF2-40B4-BE49-F238E27FC236}">
                    <a16:creationId xmlns:a16="http://schemas.microsoft.com/office/drawing/2014/main" id="{E32BBC2F-7A53-5DF2-CE24-43E2E64CBFD0}"/>
                  </a:ext>
                </a:extLst>
              </p:cNvPr>
              <p:cNvSpPr/>
              <p:nvPr/>
            </p:nvSpPr>
            <p:spPr>
              <a:xfrm>
                <a:off x="1041515" y="6602534"/>
                <a:ext cx="8205142" cy="13607"/>
              </a:xfrm>
              <a:prstGeom prst="rect">
                <a:avLst/>
              </a:prstGeom>
              <a:solidFill>
                <a:srgbClr val="CCCCCC"/>
              </a:solidFill>
              <a:ln/>
            </p:spPr>
          </p:sp>
        </p:grpSp>
        <p:sp>
          <p:nvSpPr>
            <p:cNvPr id="225" name="Text 11">
              <a:extLst>
                <a:ext uri="{FF2B5EF4-FFF2-40B4-BE49-F238E27FC236}">
                  <a16:creationId xmlns:a16="http://schemas.microsoft.com/office/drawing/2014/main" id="{D91945FE-E360-12E2-88BD-B7CF8CC8A459}"/>
                </a:ext>
              </a:extLst>
            </p:cNvPr>
            <p:cNvSpPr/>
            <p:nvPr/>
          </p:nvSpPr>
          <p:spPr>
            <a:xfrm>
              <a:off x="1044691" y="4433383"/>
              <a:ext cx="440106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CN" sz="1400" dirty="0">
                  <a:solidFill>
                    <a:srgbClr val="555555"/>
                  </a:solidFill>
                  <a:latin typeface="Noto Sans SC Medium"/>
                  <a:ea typeface="Noto Sans SC Medium"/>
                  <a:cs typeface="Arial" pitchFamily="34" charset="-120"/>
                </a:rPr>
                <a:t>双下巴 (3cc)</a:t>
              </a:r>
            </a:p>
          </p:txBody>
        </p:sp>
        <p:sp>
          <p:nvSpPr>
            <p:cNvPr id="223" name="Text 11">
              <a:extLst>
                <a:ext uri="{FF2B5EF4-FFF2-40B4-BE49-F238E27FC236}">
                  <a16:creationId xmlns:a16="http://schemas.microsoft.com/office/drawing/2014/main" id="{CD08FF4E-D414-C0FE-10C0-35B20D9CF602}"/>
                </a:ext>
              </a:extLst>
            </p:cNvPr>
            <p:cNvSpPr/>
            <p:nvPr/>
          </p:nvSpPr>
          <p:spPr>
            <a:xfrm>
              <a:off x="1044691" y="4826748"/>
              <a:ext cx="440106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CN" sz="1400" dirty="0">
                  <a:solidFill>
                    <a:srgbClr val="555555"/>
                  </a:solidFill>
                  <a:latin typeface="Noto Sans SC Medium"/>
                  <a:ea typeface="Noto Sans SC Medium"/>
                  <a:cs typeface="Arial" pitchFamily="34" charset="-120"/>
                </a:rPr>
                <a:t>嘴边肉 (3cc)</a:t>
              </a:r>
            </a:p>
          </p:txBody>
        </p:sp>
        <p:sp>
          <p:nvSpPr>
            <p:cNvPr id="221" name="Text 11">
              <a:extLst>
                <a:ext uri="{FF2B5EF4-FFF2-40B4-BE49-F238E27FC236}">
                  <a16:creationId xmlns:a16="http://schemas.microsoft.com/office/drawing/2014/main" id="{B2FA6B45-1173-C7EF-5D29-ED62E127E781}"/>
                </a:ext>
              </a:extLst>
            </p:cNvPr>
            <p:cNvSpPr/>
            <p:nvPr/>
          </p:nvSpPr>
          <p:spPr>
            <a:xfrm>
              <a:off x="1044691" y="5208824"/>
              <a:ext cx="440106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CN" sz="1400" dirty="0">
                  <a:solidFill>
                    <a:srgbClr val="555555"/>
                  </a:solidFill>
                  <a:latin typeface="Noto Sans SC Medium"/>
                  <a:ea typeface="Noto Sans SC Medium"/>
                  <a:cs typeface="Arial" pitchFamily="34" charset="-120"/>
                </a:rPr>
                <a:t>两颊 (6cc)</a:t>
              </a:r>
            </a:p>
          </p:txBody>
        </p:sp>
        <p:sp>
          <p:nvSpPr>
            <p:cNvPr id="234" name="Text 15">
              <a:extLst>
                <a:ext uri="{FF2B5EF4-FFF2-40B4-BE49-F238E27FC236}">
                  <a16:creationId xmlns:a16="http://schemas.microsoft.com/office/drawing/2014/main" id="{954922C1-293E-2E99-00D2-8D556832007B}"/>
                </a:ext>
              </a:extLst>
            </p:cNvPr>
            <p:cNvSpPr/>
            <p:nvPr/>
          </p:nvSpPr>
          <p:spPr>
            <a:xfrm>
              <a:off x="8101760" y="4513401"/>
              <a:ext cx="1144896" cy="215444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2498BD"/>
                  </a:solidFill>
                  <a:latin typeface="Noto Sans SC DemiLight"/>
                  <a:ea typeface="Noto Sans SC DemiLight"/>
                  <a:cs typeface="GC 16 Mono" pitchFamily="34" charset="-120"/>
                </a:rPr>
                <a:t>5次</a:t>
              </a:r>
              <a:r>
                <a:rPr lang="en-US" altLang="ko-KR" sz="11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25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  <p:sp>
          <p:nvSpPr>
            <p:cNvPr id="235" name="Text 15">
              <a:extLst>
                <a:ext uri="{FF2B5EF4-FFF2-40B4-BE49-F238E27FC236}">
                  <a16:creationId xmlns:a16="http://schemas.microsoft.com/office/drawing/2014/main" id="{6F3DF52D-7025-718F-D0EC-B3D87865C1E1}"/>
                </a:ext>
              </a:extLst>
            </p:cNvPr>
            <p:cNvSpPr/>
            <p:nvPr/>
          </p:nvSpPr>
          <p:spPr>
            <a:xfrm>
              <a:off x="6781066" y="4513401"/>
              <a:ext cx="1072896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r>
                <a:rPr lang="zh-CN" sz="1200" dirty="0">
                  <a:solidFill>
                    <a:srgbClr val="2498BD"/>
                  </a:solidFill>
                  <a:latin typeface="Noto Sans SC DemiLight"/>
                  <a:ea typeface="Noto Sans SC DemiLight"/>
                  <a:cs typeface="GC 16 Mono" pitchFamily="34" charset="-120"/>
                </a:rPr>
                <a:t>3次</a:t>
              </a:r>
              <a:r>
                <a:rPr lang="en-US" altLang="ko-KR" sz="11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18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  <p:sp>
          <p:nvSpPr>
            <p:cNvPr id="236" name="Text 15">
              <a:extLst>
                <a:ext uri="{FF2B5EF4-FFF2-40B4-BE49-F238E27FC236}">
                  <a16:creationId xmlns:a16="http://schemas.microsoft.com/office/drawing/2014/main" id="{6F53F855-0429-E1B2-3601-21D4A2DAA6E3}"/>
                </a:ext>
              </a:extLst>
            </p:cNvPr>
            <p:cNvSpPr/>
            <p:nvPr/>
          </p:nvSpPr>
          <p:spPr>
            <a:xfrm>
              <a:off x="5393104" y="4513401"/>
              <a:ext cx="962660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r>
                <a:rPr lang="zh-CN" sz="1200" dirty="0">
                  <a:solidFill>
                    <a:srgbClr val="2498BD"/>
                  </a:solidFill>
                  <a:latin typeface="Noto Sans SC DemiLight"/>
                  <a:ea typeface="Noto Sans SC DemiLight"/>
                  <a:cs typeface="GC 16 Mono" pitchFamily="34" charset="-120"/>
                </a:rPr>
                <a:t>1次</a:t>
              </a:r>
              <a:r>
                <a:rPr lang="en-US" altLang="ko-KR" sz="11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69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,000</a:t>
              </a:r>
            </a:p>
          </p:txBody>
        </p:sp>
        <p:sp>
          <p:nvSpPr>
            <p:cNvPr id="237" name="Text 15">
              <a:extLst>
                <a:ext uri="{FF2B5EF4-FFF2-40B4-BE49-F238E27FC236}">
                  <a16:creationId xmlns:a16="http://schemas.microsoft.com/office/drawing/2014/main" id="{5CF1E4A4-2995-2ACA-1A1C-7F2D38BB5B27}"/>
                </a:ext>
              </a:extLst>
            </p:cNvPr>
            <p:cNvSpPr/>
            <p:nvPr/>
          </p:nvSpPr>
          <p:spPr>
            <a:xfrm>
              <a:off x="8101760" y="4906766"/>
              <a:ext cx="1144896" cy="215444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2498BD"/>
                  </a:solidFill>
                  <a:latin typeface="Noto Sans SC DemiLight"/>
                  <a:ea typeface="Noto Sans SC DemiLight"/>
                  <a:cs typeface="GC 16 Mono" pitchFamily="34" charset="-120"/>
                </a:rPr>
                <a:t>5次</a:t>
              </a:r>
              <a:r>
                <a:rPr lang="en-US" altLang="ko-KR" sz="11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25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  <p:sp>
          <p:nvSpPr>
            <p:cNvPr id="238" name="Text 15">
              <a:extLst>
                <a:ext uri="{FF2B5EF4-FFF2-40B4-BE49-F238E27FC236}">
                  <a16:creationId xmlns:a16="http://schemas.microsoft.com/office/drawing/2014/main" id="{C7883A66-AB9C-2220-7248-3AFD64534B39}"/>
                </a:ext>
              </a:extLst>
            </p:cNvPr>
            <p:cNvSpPr/>
            <p:nvPr/>
          </p:nvSpPr>
          <p:spPr>
            <a:xfrm>
              <a:off x="6781066" y="4906766"/>
              <a:ext cx="1072896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r>
                <a:rPr lang="zh-CN" sz="1200" dirty="0">
                  <a:solidFill>
                    <a:srgbClr val="2498BD"/>
                  </a:solidFill>
                  <a:latin typeface="Noto Sans SC DemiLight"/>
                  <a:ea typeface="Noto Sans SC DemiLight"/>
                  <a:cs typeface="GC 16 Mono" pitchFamily="34" charset="-120"/>
                </a:rPr>
                <a:t>3次</a:t>
              </a:r>
              <a:r>
                <a:rPr lang="en-US" altLang="ko-KR" sz="11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18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  <p:sp>
          <p:nvSpPr>
            <p:cNvPr id="239" name="Text 15">
              <a:extLst>
                <a:ext uri="{FF2B5EF4-FFF2-40B4-BE49-F238E27FC236}">
                  <a16:creationId xmlns:a16="http://schemas.microsoft.com/office/drawing/2014/main" id="{6EF0E4DA-2B5C-2EB1-26AB-1990BA9C730E}"/>
                </a:ext>
              </a:extLst>
            </p:cNvPr>
            <p:cNvSpPr/>
            <p:nvPr/>
          </p:nvSpPr>
          <p:spPr>
            <a:xfrm>
              <a:off x="5393104" y="4906766"/>
              <a:ext cx="962660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r>
                <a:rPr lang="zh-CN" sz="1200" dirty="0">
                  <a:solidFill>
                    <a:srgbClr val="2498BD"/>
                  </a:solidFill>
                  <a:latin typeface="Noto Sans SC DemiLight"/>
                  <a:ea typeface="Noto Sans SC DemiLight"/>
                  <a:cs typeface="GC 16 Mono" pitchFamily="34" charset="-120"/>
                </a:rPr>
                <a:t>1次</a:t>
              </a:r>
              <a:r>
                <a:rPr lang="en-US" altLang="ko-KR" sz="11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69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,000</a:t>
              </a:r>
            </a:p>
          </p:txBody>
        </p:sp>
        <p:sp>
          <p:nvSpPr>
            <p:cNvPr id="240" name="Text 15">
              <a:extLst>
                <a:ext uri="{FF2B5EF4-FFF2-40B4-BE49-F238E27FC236}">
                  <a16:creationId xmlns:a16="http://schemas.microsoft.com/office/drawing/2014/main" id="{23C19C63-C78F-390F-7431-4220DB0B880B}"/>
                </a:ext>
              </a:extLst>
            </p:cNvPr>
            <p:cNvSpPr/>
            <p:nvPr/>
          </p:nvSpPr>
          <p:spPr>
            <a:xfrm>
              <a:off x="8101760" y="5288842"/>
              <a:ext cx="1144896" cy="215444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2498BD"/>
                  </a:solidFill>
                  <a:latin typeface="Noto Sans SC DemiLight"/>
                  <a:ea typeface="Noto Sans SC DemiLight"/>
                  <a:cs typeface="GC 16 Mono" pitchFamily="34" charset="-120"/>
                </a:rPr>
                <a:t>5次</a:t>
              </a:r>
              <a:r>
                <a:rPr lang="en-US" altLang="ko-KR" sz="11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45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  <p:sp>
          <p:nvSpPr>
            <p:cNvPr id="241" name="Text 15">
              <a:extLst>
                <a:ext uri="{FF2B5EF4-FFF2-40B4-BE49-F238E27FC236}">
                  <a16:creationId xmlns:a16="http://schemas.microsoft.com/office/drawing/2014/main" id="{AE829B99-00D0-3559-E425-B518D4CD4130}"/>
                </a:ext>
              </a:extLst>
            </p:cNvPr>
            <p:cNvSpPr/>
            <p:nvPr/>
          </p:nvSpPr>
          <p:spPr>
            <a:xfrm>
              <a:off x="6812324" y="5288842"/>
              <a:ext cx="1072896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r>
                <a:rPr lang="zh-CN" sz="1200" dirty="0">
                  <a:solidFill>
                    <a:srgbClr val="2498BD"/>
                  </a:solidFill>
                  <a:latin typeface="Noto Sans SC DemiLight"/>
                  <a:ea typeface="Noto Sans SC DemiLight"/>
                  <a:cs typeface="GC 16 Mono" pitchFamily="34" charset="-120"/>
                </a:rPr>
                <a:t>3次</a:t>
              </a:r>
              <a:r>
                <a:rPr lang="en-US" altLang="ko-KR" sz="11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29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  <p:sp>
          <p:nvSpPr>
            <p:cNvPr id="242" name="Text 15">
              <a:extLst>
                <a:ext uri="{FF2B5EF4-FFF2-40B4-BE49-F238E27FC236}">
                  <a16:creationId xmlns:a16="http://schemas.microsoft.com/office/drawing/2014/main" id="{E06E2027-D303-27F5-0348-FA91A9634496}"/>
                </a:ext>
              </a:extLst>
            </p:cNvPr>
            <p:cNvSpPr/>
            <p:nvPr/>
          </p:nvSpPr>
          <p:spPr>
            <a:xfrm>
              <a:off x="5393104" y="5288842"/>
              <a:ext cx="1072896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r>
                <a:rPr lang="zh-CN" sz="1200" dirty="0">
                  <a:solidFill>
                    <a:srgbClr val="2498BD"/>
                  </a:solidFill>
                  <a:latin typeface="Noto Sans SC DemiLight"/>
                  <a:ea typeface="Noto Sans SC DemiLight"/>
                  <a:cs typeface="GC 16 Mono" pitchFamily="34" charset="-120"/>
                </a:rPr>
                <a:t>1次</a:t>
              </a:r>
              <a:r>
                <a:rPr lang="en-US" altLang="ko-KR" sz="11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12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</p:grpSp>
      <p:grpSp>
        <p:nvGrpSpPr>
          <p:cNvPr id="278" name="그룹 277">
            <a:extLst>
              <a:ext uri="{FF2B5EF4-FFF2-40B4-BE49-F238E27FC236}">
                <a16:creationId xmlns:a16="http://schemas.microsoft.com/office/drawing/2014/main" id="{246C5A50-5458-ECDF-E191-E0FF5682E23D}"/>
              </a:ext>
            </a:extLst>
          </p:cNvPr>
          <p:cNvGrpSpPr/>
          <p:nvPr/>
        </p:nvGrpSpPr>
        <p:grpSpPr>
          <a:xfrm>
            <a:off x="930580" y="5874098"/>
            <a:ext cx="8316077" cy="728123"/>
            <a:chOff x="930580" y="5872776"/>
            <a:chExt cx="8316077" cy="728123"/>
          </a:xfrm>
        </p:grpSpPr>
        <p:sp>
          <p:nvSpPr>
            <p:cNvPr id="244" name="TextBox 243">
              <a:extLst>
                <a:ext uri="{FF2B5EF4-FFF2-40B4-BE49-F238E27FC236}">
                  <a16:creationId xmlns:a16="http://schemas.microsoft.com/office/drawing/2014/main" id="{B8EBB94D-41C9-D23E-33B8-341D10D934AD}"/>
                </a:ext>
              </a:extLst>
            </p:cNvPr>
            <p:cNvSpPr txBox="1"/>
            <p:nvPr/>
          </p:nvSpPr>
          <p:spPr>
            <a:xfrm>
              <a:off x="930580" y="5872776"/>
              <a:ext cx="2393478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zh-CN" dirty="0">
                  <a:latin typeface="Noto Sans SC SemiBold"/>
                  <a:ea typeface="Noto Sans SC SemiBold"/>
                  <a:cs typeface="Sinsegye" pitchFamily="34" charset="-120"/>
                </a:rPr>
                <a:t>Bellacholine 溶脂针</a:t>
              </a:r>
              <a:endParaRPr lang="ko-KR" altLang="en-US" dirty="0">
                <a:latin typeface="신세계 SemiBold" panose="02000300000000000000" pitchFamily="50" charset="-127"/>
                <a:ea typeface="신세계 SemiBold" panose="02000300000000000000" pitchFamily="50" charset="-127"/>
                <a:cs typeface="Sinsegye" pitchFamily="34" charset="-120"/>
              </a:endParaRPr>
            </a:p>
          </p:txBody>
        </p:sp>
        <p:grpSp>
          <p:nvGrpSpPr>
            <p:cNvPr id="246" name="그룹 245">
              <a:extLst>
                <a:ext uri="{FF2B5EF4-FFF2-40B4-BE49-F238E27FC236}">
                  <a16:creationId xmlns:a16="http://schemas.microsoft.com/office/drawing/2014/main" id="{AD688E30-F6BB-60A3-0619-8F3C5F3E2F76}"/>
                </a:ext>
              </a:extLst>
            </p:cNvPr>
            <p:cNvGrpSpPr/>
            <p:nvPr/>
          </p:nvGrpSpPr>
          <p:grpSpPr>
            <a:xfrm>
              <a:off x="1041515" y="6199531"/>
              <a:ext cx="8205142" cy="401368"/>
              <a:chOff x="1041515" y="3046774"/>
              <a:chExt cx="8205142" cy="401368"/>
            </a:xfrm>
          </p:grpSpPr>
          <p:sp>
            <p:nvSpPr>
              <p:cNvPr id="250" name="Shape 7">
                <a:extLst>
                  <a:ext uri="{FF2B5EF4-FFF2-40B4-BE49-F238E27FC236}">
                    <a16:creationId xmlns:a16="http://schemas.microsoft.com/office/drawing/2014/main" id="{C0513C5F-F57D-F86E-695A-A09569B0AE2C}"/>
                  </a:ext>
                </a:extLst>
              </p:cNvPr>
              <p:cNvSpPr/>
              <p:nvPr/>
            </p:nvSpPr>
            <p:spPr>
              <a:xfrm>
                <a:off x="1041515" y="3046774"/>
                <a:ext cx="8205142" cy="13607"/>
              </a:xfrm>
              <a:prstGeom prst="rect">
                <a:avLst/>
              </a:prstGeom>
              <a:solidFill>
                <a:srgbClr val="2498BD"/>
              </a:solidFill>
              <a:ln/>
            </p:spPr>
          </p:sp>
          <p:sp>
            <p:nvSpPr>
              <p:cNvPr id="251" name="Shape 7">
                <a:extLst>
                  <a:ext uri="{FF2B5EF4-FFF2-40B4-BE49-F238E27FC236}">
                    <a16:creationId xmlns:a16="http://schemas.microsoft.com/office/drawing/2014/main" id="{39E022C7-44A1-CBFE-87EF-B245305EBC79}"/>
                  </a:ext>
                </a:extLst>
              </p:cNvPr>
              <p:cNvSpPr/>
              <p:nvPr/>
            </p:nvSpPr>
            <p:spPr>
              <a:xfrm>
                <a:off x="1041515" y="3434535"/>
                <a:ext cx="8205142" cy="13607"/>
              </a:xfrm>
              <a:prstGeom prst="rect">
                <a:avLst/>
              </a:prstGeom>
              <a:solidFill>
                <a:srgbClr val="CCCCCC"/>
              </a:solidFill>
              <a:ln/>
            </p:spPr>
          </p:sp>
        </p:grpSp>
        <p:sp>
          <p:nvSpPr>
            <p:cNvPr id="248" name="Text 11">
              <a:extLst>
                <a:ext uri="{FF2B5EF4-FFF2-40B4-BE49-F238E27FC236}">
                  <a16:creationId xmlns:a16="http://schemas.microsoft.com/office/drawing/2014/main" id="{20C68E6C-49CA-5AFA-0F26-E4BA22B47D47}"/>
                </a:ext>
              </a:extLst>
            </p:cNvPr>
            <p:cNvSpPr/>
            <p:nvPr/>
          </p:nvSpPr>
          <p:spPr>
            <a:xfrm>
              <a:off x="1044691" y="6210196"/>
              <a:ext cx="453314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CN" sz="1400" dirty="0">
                  <a:solidFill>
                    <a:srgbClr val="555555"/>
                  </a:solidFill>
                  <a:latin typeface="Noto Sans SC Medium"/>
                  <a:ea typeface="Noto Sans SC Medium"/>
                  <a:cs typeface="Arial" pitchFamily="34" charset="-120"/>
                </a:rPr>
                <a:t>Bellacholine 溶脂针 双下巴 (2cc)</a:t>
              </a:r>
            </a:p>
          </p:txBody>
        </p:sp>
        <p:sp>
          <p:nvSpPr>
            <p:cNvPr id="253" name="Text 15">
              <a:extLst>
                <a:ext uri="{FF2B5EF4-FFF2-40B4-BE49-F238E27FC236}">
                  <a16:creationId xmlns:a16="http://schemas.microsoft.com/office/drawing/2014/main" id="{90F411CF-F62C-3F27-09A2-0E78BB8BA15E}"/>
                </a:ext>
              </a:extLst>
            </p:cNvPr>
            <p:cNvSpPr/>
            <p:nvPr/>
          </p:nvSpPr>
          <p:spPr>
            <a:xfrm>
              <a:off x="7899068" y="6290214"/>
              <a:ext cx="1347588" cy="215444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2498BD"/>
                  </a:solidFill>
                  <a:latin typeface="Noto Sans SC DemiLight"/>
                  <a:ea typeface="Noto Sans SC DemiLight"/>
                  <a:cs typeface="GC 16 Mono" pitchFamily="34" charset="-120"/>
                </a:rPr>
                <a:t xml:space="preserve">5次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1,49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  <p:sp>
          <p:nvSpPr>
            <p:cNvPr id="254" name="Text 15">
              <a:extLst>
                <a:ext uri="{FF2B5EF4-FFF2-40B4-BE49-F238E27FC236}">
                  <a16:creationId xmlns:a16="http://schemas.microsoft.com/office/drawing/2014/main" id="{67D25469-2262-D93F-8A7C-E4668BEDEB4D}"/>
                </a:ext>
              </a:extLst>
            </p:cNvPr>
            <p:cNvSpPr/>
            <p:nvPr/>
          </p:nvSpPr>
          <p:spPr>
            <a:xfrm>
              <a:off x="6761830" y="6290214"/>
              <a:ext cx="1072896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r>
                <a:rPr lang="zh-CN" sz="1200" dirty="0">
                  <a:solidFill>
                    <a:srgbClr val="2498BD"/>
                  </a:solidFill>
                  <a:latin typeface="Noto Sans SC DemiLight"/>
                  <a:ea typeface="Noto Sans SC DemiLight"/>
                  <a:cs typeface="GC 16 Mono" pitchFamily="34" charset="-120"/>
                </a:rPr>
                <a:t>3次</a:t>
              </a:r>
              <a:r>
                <a:rPr lang="en-US" altLang="ko-KR" sz="11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99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  <p:sp>
          <p:nvSpPr>
            <p:cNvPr id="255" name="Text 15">
              <a:extLst>
                <a:ext uri="{FF2B5EF4-FFF2-40B4-BE49-F238E27FC236}">
                  <a16:creationId xmlns:a16="http://schemas.microsoft.com/office/drawing/2014/main" id="{C5D5EE9C-C2E7-8A02-05E9-7C8F95C1100F}"/>
                </a:ext>
              </a:extLst>
            </p:cNvPr>
            <p:cNvSpPr/>
            <p:nvPr/>
          </p:nvSpPr>
          <p:spPr>
            <a:xfrm>
              <a:off x="5460587" y="6290214"/>
              <a:ext cx="1072896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r>
                <a:rPr lang="zh-CN" sz="1200" dirty="0">
                  <a:solidFill>
                    <a:srgbClr val="2498BD"/>
                  </a:solidFill>
                  <a:latin typeface="Noto Sans SC DemiLight"/>
                  <a:ea typeface="Noto Sans SC DemiLight"/>
                  <a:cs typeface="GC 16 Mono" pitchFamily="34" charset="-120"/>
                </a:rPr>
                <a:t>1次</a:t>
              </a:r>
              <a:r>
                <a:rPr lang="en-US" altLang="ko-KR" sz="11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40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</p:grpSp>
      <p:grpSp>
        <p:nvGrpSpPr>
          <p:cNvPr id="279" name="그룹 278">
            <a:extLst>
              <a:ext uri="{FF2B5EF4-FFF2-40B4-BE49-F238E27FC236}">
                <a16:creationId xmlns:a16="http://schemas.microsoft.com/office/drawing/2014/main" id="{0485FD40-8B73-9A19-B894-3C6F7FE1B3B5}"/>
              </a:ext>
            </a:extLst>
          </p:cNvPr>
          <p:cNvGrpSpPr/>
          <p:nvPr/>
        </p:nvGrpSpPr>
        <p:grpSpPr>
          <a:xfrm>
            <a:off x="930580" y="6873651"/>
            <a:ext cx="8316077" cy="1496252"/>
            <a:chOff x="930580" y="6873651"/>
            <a:chExt cx="8316077" cy="1496252"/>
          </a:xfrm>
        </p:grpSpPr>
        <p:sp>
          <p:nvSpPr>
            <p:cNvPr id="257" name="TextBox 256">
              <a:extLst>
                <a:ext uri="{FF2B5EF4-FFF2-40B4-BE49-F238E27FC236}">
                  <a16:creationId xmlns:a16="http://schemas.microsoft.com/office/drawing/2014/main" id="{ABA4F15E-29F8-C1D7-82E2-5C8F8CBDBA23}"/>
                </a:ext>
              </a:extLst>
            </p:cNvPr>
            <p:cNvSpPr txBox="1"/>
            <p:nvPr/>
          </p:nvSpPr>
          <p:spPr>
            <a:xfrm>
              <a:off x="930580" y="6873651"/>
              <a:ext cx="3124196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zh-CN" dirty="0">
                  <a:latin typeface="Noto Sans SC SemiBold"/>
                  <a:ea typeface="Noto Sans SC SemiBold"/>
                  <a:cs typeface="Sinsegye" pitchFamily="34" charset="-120"/>
                </a:rPr>
                <a:t>CeraFit 溶脂针套组 (身体)</a:t>
              </a:r>
            </a:p>
          </p:txBody>
        </p:sp>
        <p:grpSp>
          <p:nvGrpSpPr>
            <p:cNvPr id="258" name="그룹 257">
              <a:extLst>
                <a:ext uri="{FF2B5EF4-FFF2-40B4-BE49-F238E27FC236}">
                  <a16:creationId xmlns:a16="http://schemas.microsoft.com/office/drawing/2014/main" id="{AF37A422-80C0-C2B7-9197-33C7CC121836}"/>
                </a:ext>
              </a:extLst>
            </p:cNvPr>
            <p:cNvGrpSpPr/>
            <p:nvPr/>
          </p:nvGrpSpPr>
          <p:grpSpPr>
            <a:xfrm>
              <a:off x="1041515" y="7200406"/>
              <a:ext cx="8205142" cy="1169497"/>
              <a:chOff x="1041515" y="5446644"/>
              <a:chExt cx="8205142" cy="1169497"/>
            </a:xfrm>
          </p:grpSpPr>
          <p:sp>
            <p:nvSpPr>
              <p:cNvPr id="259" name="Shape 7">
                <a:extLst>
                  <a:ext uri="{FF2B5EF4-FFF2-40B4-BE49-F238E27FC236}">
                    <a16:creationId xmlns:a16="http://schemas.microsoft.com/office/drawing/2014/main" id="{44313223-094C-F197-ED89-D11707B06B50}"/>
                  </a:ext>
                </a:extLst>
              </p:cNvPr>
              <p:cNvSpPr/>
              <p:nvPr/>
            </p:nvSpPr>
            <p:spPr>
              <a:xfrm>
                <a:off x="1041515" y="5834612"/>
                <a:ext cx="8205142" cy="13607"/>
              </a:xfrm>
              <a:prstGeom prst="rect">
                <a:avLst/>
              </a:prstGeom>
              <a:solidFill>
                <a:srgbClr val="CCCCCC"/>
              </a:solidFill>
              <a:ln/>
            </p:spPr>
          </p:sp>
          <p:sp>
            <p:nvSpPr>
              <p:cNvPr id="260" name="Shape 7">
                <a:extLst>
                  <a:ext uri="{FF2B5EF4-FFF2-40B4-BE49-F238E27FC236}">
                    <a16:creationId xmlns:a16="http://schemas.microsoft.com/office/drawing/2014/main" id="{381105ED-36F8-6003-D309-9DA3629FFC54}"/>
                  </a:ext>
                </a:extLst>
              </p:cNvPr>
              <p:cNvSpPr/>
              <p:nvPr/>
            </p:nvSpPr>
            <p:spPr>
              <a:xfrm>
                <a:off x="1041515" y="5446644"/>
                <a:ext cx="8205142" cy="13607"/>
              </a:xfrm>
              <a:prstGeom prst="rect">
                <a:avLst/>
              </a:prstGeom>
              <a:solidFill>
                <a:srgbClr val="2498BD"/>
              </a:solidFill>
              <a:ln/>
            </p:spPr>
          </p:sp>
          <p:sp>
            <p:nvSpPr>
              <p:cNvPr id="261" name="Shape 7">
                <a:extLst>
                  <a:ext uri="{FF2B5EF4-FFF2-40B4-BE49-F238E27FC236}">
                    <a16:creationId xmlns:a16="http://schemas.microsoft.com/office/drawing/2014/main" id="{8102E38C-BF5E-9669-34E7-293DC3FA0B2A}"/>
                  </a:ext>
                </a:extLst>
              </p:cNvPr>
              <p:cNvSpPr/>
              <p:nvPr/>
            </p:nvSpPr>
            <p:spPr>
              <a:xfrm>
                <a:off x="1041515" y="6220306"/>
                <a:ext cx="8205142" cy="13607"/>
              </a:xfrm>
              <a:prstGeom prst="rect">
                <a:avLst/>
              </a:prstGeom>
              <a:solidFill>
                <a:srgbClr val="CCCCCC"/>
              </a:solidFill>
              <a:ln/>
            </p:spPr>
          </p:sp>
          <p:sp>
            <p:nvSpPr>
              <p:cNvPr id="262" name="Shape 7">
                <a:extLst>
                  <a:ext uri="{FF2B5EF4-FFF2-40B4-BE49-F238E27FC236}">
                    <a16:creationId xmlns:a16="http://schemas.microsoft.com/office/drawing/2014/main" id="{415A2327-3DCA-507B-728A-C77A7B908BB8}"/>
                  </a:ext>
                </a:extLst>
              </p:cNvPr>
              <p:cNvSpPr/>
              <p:nvPr/>
            </p:nvSpPr>
            <p:spPr>
              <a:xfrm>
                <a:off x="1041515" y="6602534"/>
                <a:ext cx="8205142" cy="13607"/>
              </a:xfrm>
              <a:prstGeom prst="rect">
                <a:avLst/>
              </a:prstGeom>
              <a:solidFill>
                <a:srgbClr val="CCCCCC"/>
              </a:solidFill>
              <a:ln/>
            </p:spPr>
          </p:sp>
        </p:grpSp>
        <p:sp>
          <p:nvSpPr>
            <p:cNvPr id="263" name="Text 11">
              <a:extLst>
                <a:ext uri="{FF2B5EF4-FFF2-40B4-BE49-F238E27FC236}">
                  <a16:creationId xmlns:a16="http://schemas.microsoft.com/office/drawing/2014/main" id="{E9CEB9D5-9228-6BDA-69EE-983E14910842}"/>
                </a:ext>
              </a:extLst>
            </p:cNvPr>
            <p:cNvSpPr/>
            <p:nvPr/>
          </p:nvSpPr>
          <p:spPr>
            <a:xfrm>
              <a:off x="1044691" y="7202280"/>
              <a:ext cx="440106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CN" sz="1400" dirty="0">
                  <a:solidFill>
                    <a:srgbClr val="555555"/>
                  </a:solidFill>
                  <a:latin typeface="Noto Sans SC Medium"/>
                  <a:ea typeface="Noto Sans SC Medium"/>
                  <a:cs typeface="Arial" pitchFamily="34" charset="-120"/>
                </a:rPr>
                <a:t>上腹部 / 下腹部 / 侧腰 (30cc)</a:t>
              </a:r>
            </a:p>
          </p:txBody>
        </p:sp>
        <p:sp>
          <p:nvSpPr>
            <p:cNvPr id="264" name="Text 11">
              <a:extLst>
                <a:ext uri="{FF2B5EF4-FFF2-40B4-BE49-F238E27FC236}">
                  <a16:creationId xmlns:a16="http://schemas.microsoft.com/office/drawing/2014/main" id="{3B587DA3-27DF-3B58-7F2F-DC3403E60E9C}"/>
                </a:ext>
              </a:extLst>
            </p:cNvPr>
            <p:cNvSpPr/>
            <p:nvPr/>
          </p:nvSpPr>
          <p:spPr>
            <a:xfrm>
              <a:off x="1044691" y="7595645"/>
              <a:ext cx="440106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CN" sz="1400" dirty="0">
                  <a:solidFill>
                    <a:srgbClr val="555555"/>
                  </a:solidFill>
                  <a:latin typeface="Noto Sans SC Medium"/>
                  <a:ea typeface="Noto Sans SC Medium"/>
                  <a:cs typeface="Arial" pitchFamily="34" charset="-120"/>
                </a:rPr>
                <a:t>手臂 / 副乳 / 内衣后背线 (60cc)</a:t>
              </a:r>
            </a:p>
          </p:txBody>
        </p:sp>
        <p:sp>
          <p:nvSpPr>
            <p:cNvPr id="265" name="Text 11">
              <a:extLst>
                <a:ext uri="{FF2B5EF4-FFF2-40B4-BE49-F238E27FC236}">
                  <a16:creationId xmlns:a16="http://schemas.microsoft.com/office/drawing/2014/main" id="{65DBA793-7B1C-7466-D50F-864A17C0FD6C}"/>
                </a:ext>
              </a:extLst>
            </p:cNvPr>
            <p:cNvSpPr/>
            <p:nvPr/>
          </p:nvSpPr>
          <p:spPr>
            <a:xfrm>
              <a:off x="1044691" y="7977721"/>
              <a:ext cx="440106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CN" sz="1400" dirty="0">
                  <a:solidFill>
                    <a:srgbClr val="555555"/>
                  </a:solidFill>
                  <a:latin typeface="Noto Sans SC Medium"/>
                  <a:ea typeface="Noto Sans SC Medium"/>
                  <a:cs typeface="Arial" pitchFamily="34" charset="-120"/>
                </a:rPr>
                <a:t>大腿内侧 / 大腿外侧 / 马鞍肉 中选1</a:t>
              </a:r>
            </a:p>
          </p:txBody>
        </p:sp>
        <p:sp>
          <p:nvSpPr>
            <p:cNvPr id="266" name="Text 15">
              <a:extLst>
                <a:ext uri="{FF2B5EF4-FFF2-40B4-BE49-F238E27FC236}">
                  <a16:creationId xmlns:a16="http://schemas.microsoft.com/office/drawing/2014/main" id="{1206ED3E-8341-DB24-D209-45E127527177}"/>
                </a:ext>
              </a:extLst>
            </p:cNvPr>
            <p:cNvSpPr/>
            <p:nvPr/>
          </p:nvSpPr>
          <p:spPr>
            <a:xfrm>
              <a:off x="8101760" y="7282298"/>
              <a:ext cx="1144896" cy="215444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2498BD"/>
                  </a:solidFill>
                  <a:latin typeface="Noto Sans SC DemiLight"/>
                  <a:ea typeface="Noto Sans SC DemiLight"/>
                  <a:cs typeface="GC 16 Mono" pitchFamily="34" charset="-120"/>
                </a:rPr>
                <a:t>5次</a:t>
              </a:r>
              <a:r>
                <a:rPr lang="en-US" altLang="ko-KR" sz="11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95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  <p:sp>
          <p:nvSpPr>
            <p:cNvPr id="267" name="Text 15">
              <a:extLst>
                <a:ext uri="{FF2B5EF4-FFF2-40B4-BE49-F238E27FC236}">
                  <a16:creationId xmlns:a16="http://schemas.microsoft.com/office/drawing/2014/main" id="{1AFF095B-53F7-5C8F-35AB-887878B5B6F5}"/>
                </a:ext>
              </a:extLst>
            </p:cNvPr>
            <p:cNvSpPr/>
            <p:nvPr/>
          </p:nvSpPr>
          <p:spPr>
            <a:xfrm>
              <a:off x="6819538" y="7282298"/>
              <a:ext cx="1072896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r>
                <a:rPr lang="zh-CN" sz="1200" dirty="0">
                  <a:solidFill>
                    <a:srgbClr val="2498BD"/>
                  </a:solidFill>
                  <a:latin typeface="Noto Sans SC DemiLight"/>
                  <a:ea typeface="Noto Sans SC DemiLight"/>
                  <a:cs typeface="GC 16 Mono" pitchFamily="34" charset="-120"/>
                </a:rPr>
                <a:t>3次</a:t>
              </a:r>
              <a:r>
                <a:rPr lang="en-US" altLang="ko-KR" sz="11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60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  <p:sp>
          <p:nvSpPr>
            <p:cNvPr id="268" name="Text 15">
              <a:extLst>
                <a:ext uri="{FF2B5EF4-FFF2-40B4-BE49-F238E27FC236}">
                  <a16:creationId xmlns:a16="http://schemas.microsoft.com/office/drawing/2014/main" id="{8A7BC97A-2D30-923C-2F5E-CF4ED76DB515}"/>
                </a:ext>
              </a:extLst>
            </p:cNvPr>
            <p:cNvSpPr/>
            <p:nvPr/>
          </p:nvSpPr>
          <p:spPr>
            <a:xfrm>
              <a:off x="5393104" y="7282298"/>
              <a:ext cx="1072896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r>
                <a:rPr lang="zh-CN" sz="1200" dirty="0">
                  <a:solidFill>
                    <a:srgbClr val="2498BD"/>
                  </a:solidFill>
                  <a:latin typeface="Noto Sans SC DemiLight"/>
                  <a:ea typeface="Noto Sans SC DemiLight"/>
                  <a:cs typeface="GC 16 Mono" pitchFamily="34" charset="-120"/>
                </a:rPr>
                <a:t>1次</a:t>
              </a:r>
              <a:r>
                <a:rPr lang="en-US" altLang="ko-KR" sz="11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220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,000</a:t>
              </a:r>
            </a:p>
          </p:txBody>
        </p:sp>
        <p:sp>
          <p:nvSpPr>
            <p:cNvPr id="269" name="Text 15">
              <a:extLst>
                <a:ext uri="{FF2B5EF4-FFF2-40B4-BE49-F238E27FC236}">
                  <a16:creationId xmlns:a16="http://schemas.microsoft.com/office/drawing/2014/main" id="{C82F86C7-AD79-238C-8DDC-9BB161CBABFE}"/>
                </a:ext>
              </a:extLst>
            </p:cNvPr>
            <p:cNvSpPr/>
            <p:nvPr/>
          </p:nvSpPr>
          <p:spPr>
            <a:xfrm>
              <a:off x="7902624" y="7675663"/>
              <a:ext cx="1344032" cy="215444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2498BD"/>
                  </a:solidFill>
                  <a:latin typeface="Noto Sans SC DemiLight"/>
                  <a:ea typeface="Noto Sans SC DemiLight"/>
                  <a:cs typeface="GC 16 Mono" pitchFamily="34" charset="-120"/>
                </a:rPr>
                <a:t>5次</a:t>
              </a:r>
              <a:r>
                <a:rPr lang="en-US" altLang="ko-KR" sz="11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1,30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  <p:sp>
          <p:nvSpPr>
            <p:cNvPr id="270" name="Text 15">
              <a:extLst>
                <a:ext uri="{FF2B5EF4-FFF2-40B4-BE49-F238E27FC236}">
                  <a16:creationId xmlns:a16="http://schemas.microsoft.com/office/drawing/2014/main" id="{A353C804-53CA-153D-EE34-460641F3C0B2}"/>
                </a:ext>
              </a:extLst>
            </p:cNvPr>
            <p:cNvSpPr/>
            <p:nvPr/>
          </p:nvSpPr>
          <p:spPr>
            <a:xfrm>
              <a:off x="6763433" y="7675663"/>
              <a:ext cx="1072896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r>
                <a:rPr lang="zh-CN" sz="1200" dirty="0">
                  <a:solidFill>
                    <a:srgbClr val="2498BD"/>
                  </a:solidFill>
                  <a:latin typeface="Noto Sans SC DemiLight"/>
                  <a:ea typeface="Noto Sans SC DemiLight"/>
                  <a:cs typeface="GC 16 Mono" pitchFamily="34" charset="-120"/>
                </a:rPr>
                <a:t>3次</a:t>
              </a:r>
              <a:r>
                <a:rPr lang="en-US" altLang="ko-KR" sz="11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99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  <p:sp>
          <p:nvSpPr>
            <p:cNvPr id="271" name="Text 15">
              <a:extLst>
                <a:ext uri="{FF2B5EF4-FFF2-40B4-BE49-F238E27FC236}">
                  <a16:creationId xmlns:a16="http://schemas.microsoft.com/office/drawing/2014/main" id="{6DA98017-74B1-1A5F-E320-ED13AE307710}"/>
                </a:ext>
              </a:extLst>
            </p:cNvPr>
            <p:cNvSpPr/>
            <p:nvPr/>
          </p:nvSpPr>
          <p:spPr>
            <a:xfrm>
              <a:off x="5460587" y="7675663"/>
              <a:ext cx="1072896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r>
                <a:rPr lang="zh-CN" sz="1200" dirty="0">
                  <a:solidFill>
                    <a:srgbClr val="2498BD"/>
                  </a:solidFill>
                  <a:latin typeface="Noto Sans SC DemiLight"/>
                  <a:ea typeface="Noto Sans SC DemiLight"/>
                  <a:cs typeface="GC 16 Mono" pitchFamily="34" charset="-120"/>
                </a:rPr>
                <a:t>1次</a:t>
              </a:r>
              <a:r>
                <a:rPr lang="en-US" altLang="ko-KR" sz="11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400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,000</a:t>
              </a:r>
            </a:p>
          </p:txBody>
        </p:sp>
        <p:sp>
          <p:nvSpPr>
            <p:cNvPr id="272" name="Text 15">
              <a:extLst>
                <a:ext uri="{FF2B5EF4-FFF2-40B4-BE49-F238E27FC236}">
                  <a16:creationId xmlns:a16="http://schemas.microsoft.com/office/drawing/2014/main" id="{92195AD0-ACDB-29CB-20A2-F29D96E2DBC0}"/>
                </a:ext>
              </a:extLst>
            </p:cNvPr>
            <p:cNvSpPr/>
            <p:nvPr/>
          </p:nvSpPr>
          <p:spPr>
            <a:xfrm>
              <a:off x="7902624" y="8057739"/>
              <a:ext cx="1344032" cy="215444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2498BD"/>
                  </a:solidFill>
                  <a:latin typeface="Noto Sans SC DemiLight"/>
                  <a:ea typeface="Noto Sans SC DemiLight"/>
                  <a:cs typeface="GC 16 Mono" pitchFamily="34" charset="-120"/>
                </a:rPr>
                <a:t>5次</a:t>
              </a:r>
              <a:r>
                <a:rPr lang="en-US" altLang="ko-KR" sz="11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1,50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  <p:sp>
          <p:nvSpPr>
            <p:cNvPr id="273" name="Text 15">
              <a:extLst>
                <a:ext uri="{FF2B5EF4-FFF2-40B4-BE49-F238E27FC236}">
                  <a16:creationId xmlns:a16="http://schemas.microsoft.com/office/drawing/2014/main" id="{66AB41B7-B4FC-A3F0-5F5F-A32B5F7A4CDB}"/>
                </a:ext>
              </a:extLst>
            </p:cNvPr>
            <p:cNvSpPr/>
            <p:nvPr/>
          </p:nvSpPr>
          <p:spPr>
            <a:xfrm>
              <a:off x="6566584" y="8057739"/>
              <a:ext cx="1272032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r>
                <a:rPr lang="zh-CN" sz="1200" dirty="0">
                  <a:solidFill>
                    <a:srgbClr val="2498BD"/>
                  </a:solidFill>
                  <a:latin typeface="Noto Sans SC DemiLight"/>
                  <a:ea typeface="Noto Sans SC DemiLight"/>
                  <a:cs typeface="GC 16 Mono" pitchFamily="34" charset="-120"/>
                </a:rPr>
                <a:t>3次</a:t>
              </a:r>
              <a:r>
                <a:rPr lang="en-US" altLang="ko-KR" sz="11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1,20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  <p:sp>
          <p:nvSpPr>
            <p:cNvPr id="274" name="Text 15">
              <a:extLst>
                <a:ext uri="{FF2B5EF4-FFF2-40B4-BE49-F238E27FC236}">
                  <a16:creationId xmlns:a16="http://schemas.microsoft.com/office/drawing/2014/main" id="{DA9D5690-190D-BD43-CE13-B72BABDCD554}"/>
                </a:ext>
              </a:extLst>
            </p:cNvPr>
            <p:cNvSpPr/>
            <p:nvPr/>
          </p:nvSpPr>
          <p:spPr>
            <a:xfrm>
              <a:off x="5393104" y="8057739"/>
              <a:ext cx="1072896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r>
                <a:rPr lang="zh-CN" sz="1200" dirty="0">
                  <a:solidFill>
                    <a:srgbClr val="2498BD"/>
                  </a:solidFill>
                  <a:latin typeface="Noto Sans SC DemiLight"/>
                  <a:ea typeface="Noto Sans SC DemiLight"/>
                  <a:cs typeface="GC 16 Mono" pitchFamily="34" charset="-120"/>
                </a:rPr>
                <a:t>1次</a:t>
              </a:r>
              <a:r>
                <a:rPr lang="en-US" altLang="ko-KR" sz="11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55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7"/>
          <p:cNvSpPr/>
          <p:nvPr/>
        </p:nvSpPr>
        <p:spPr>
          <a:xfrm>
            <a:off x="945043" y="5166048"/>
            <a:ext cx="4010055" cy="7905"/>
          </a:xfrm>
          <a:prstGeom prst="rect">
            <a:avLst/>
          </a:prstGeom>
          <a:solidFill>
            <a:srgbClr val="555555">
              <a:alpha val="12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2874291" y="3161562"/>
            <a:ext cx="2550329" cy="172774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10000"/>
          </a:bodyPr>
          <a:lstStyle/>
          <a:p>
            <a:r>
              <a:rPr lang="en-US" sz="934" kern="0" spc="187" dirty="0">
                <a:solidFill>
                  <a:srgbClr val="C99A1F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SOFWAVE</a:t>
            </a:r>
            <a:endParaRPr lang="en-US" sz="934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12" name="Text 9"/>
          <p:cNvSpPr/>
          <p:nvPr/>
        </p:nvSpPr>
        <p:spPr>
          <a:xfrm>
            <a:off x="2874291" y="3365884"/>
            <a:ext cx="2550329" cy="263114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20000"/>
          </a:bodyPr>
          <a:lstStyle/>
          <a:p>
            <a:r>
              <a:rPr lang="zh-CN" sz="1681" b="1" dirty="0">
                <a:solidFill>
                  <a:srgbClr val="1A1A1A"/>
                </a:solidFill>
                <a:latin typeface="Noto Sans SC DemiLight"/>
                <a:ea typeface="Noto Sans SC DemiLight"/>
                <a:cs typeface="Sinsegye" pitchFamily="34" charset="-120"/>
              </a:rPr>
              <a:t>索夫波</a:t>
            </a:r>
            <a:endParaRPr lang="en-US" sz="1681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2874291" y="3660546"/>
            <a:ext cx="2388035" cy="1332590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/>
          </a:bodyPr>
          <a:lstStyle/>
          <a:p>
            <a:pPr>
              <a:lnSpc>
                <a:spcPct val="143375"/>
              </a:lnSpc>
            </a:pPr>
            <a:r>
              <a:rPr lang="zh-CN" sz="1152" dirty="0">
                <a:solidFill>
                  <a:srgbClr val="555555"/>
                </a:solidFill>
                <a:latin typeface="Noto Sans SC DemiLight"/>
                <a:ea typeface="Noto Sans SC DemiLight"/>
                <a:cs typeface="Sinsegye" pitchFamily="34" charset="-120"/>
              </a:rPr>
              <a:t xml:space="preserve">针对 1.5mm 真皮层中下部的 </a:t>
            </a:r>
          </a:p>
          <a:p>
            <a:pPr>
              <a:lnSpc>
                <a:spcPct val="143375"/>
              </a:lnSpc>
            </a:pPr>
            <a:r>
              <a:rPr lang="zh-CN" sz="1152" dirty="0">
                <a:solidFill>
                  <a:srgbClr val="555555"/>
                </a:solidFill>
                <a:latin typeface="Noto Sans SC DemiLight"/>
                <a:ea typeface="Noto Sans SC DemiLight"/>
                <a:cs typeface="Sinsegye" pitchFamily="34" charset="-120"/>
              </a:rPr>
              <a:t xml:space="preserve">超声波提拉。 </a:t>
            </a:r>
          </a:p>
          <a:p>
            <a:pPr>
              <a:lnSpc>
                <a:spcPct val="143375"/>
              </a:lnSpc>
            </a:pPr>
            <a:r>
              <a:rPr lang="zh-CN" sz="1152" dirty="0">
                <a:solidFill>
                  <a:srgbClr val="555555"/>
                </a:solidFill>
                <a:latin typeface="Noto Sans SC DemiLight"/>
                <a:ea typeface="Noto Sans SC DemiLight"/>
                <a:cs typeface="Sinsegye" pitchFamily="34" charset="-120"/>
              </a:rPr>
              <a:t xml:space="preserve">无脸颊凹陷风险， </a:t>
            </a:r>
          </a:p>
          <a:p>
            <a:pPr>
              <a:lnSpc>
                <a:spcPct val="143375"/>
              </a:lnSpc>
            </a:pPr>
            <a:r>
              <a:rPr lang="zh-CN" sz="1152" dirty="0">
                <a:solidFill>
                  <a:srgbClr val="555555"/>
                </a:solidFill>
                <a:latin typeface="Noto Sans SC DemiLight"/>
                <a:ea typeface="Noto Sans SC DemiLight"/>
                <a:cs typeface="Sinsegye" pitchFamily="34" charset="-120"/>
              </a:rPr>
              <a:t xml:space="preserve">紧致改善薄而 </a:t>
            </a:r>
          </a:p>
          <a:p>
            <a:pPr>
              <a:lnSpc>
                <a:spcPct val="143375"/>
              </a:lnSpc>
            </a:pPr>
            <a:r>
              <a:rPr lang="zh-CN" sz="1152" dirty="0">
                <a:solidFill>
                  <a:srgbClr val="555555"/>
                </a:solidFill>
                <a:latin typeface="Noto Sans SC DemiLight"/>
                <a:ea typeface="Noto Sans SC DemiLight"/>
                <a:cs typeface="Sinsegye" pitchFamily="34" charset="-120"/>
              </a:rPr>
              <a:t>松弛的肌肤。</a:t>
            </a:r>
            <a:endParaRPr lang="en-US" sz="1152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5317386" y="5166048"/>
            <a:ext cx="4010055" cy="7905"/>
          </a:xfrm>
          <a:prstGeom prst="rect">
            <a:avLst/>
          </a:prstGeom>
          <a:solidFill>
            <a:srgbClr val="555555">
              <a:alpha val="12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7324645" y="3368167"/>
            <a:ext cx="2550329" cy="172774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10000"/>
          </a:bodyPr>
          <a:lstStyle/>
          <a:p>
            <a:r>
              <a:rPr lang="en-US" sz="934" kern="0" spc="187" dirty="0">
                <a:solidFill>
                  <a:srgbClr val="C99A1F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ULTHERAPY PRIME</a:t>
            </a:r>
            <a:endParaRPr lang="en-US" sz="934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7324645" y="3572489"/>
            <a:ext cx="2550329" cy="263114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20000"/>
          </a:bodyPr>
          <a:lstStyle/>
          <a:p>
            <a:r>
              <a:rPr lang="zh-CN" sz="1681" b="1" dirty="0">
                <a:solidFill>
                  <a:srgbClr val="1A1A1A"/>
                </a:solidFill>
                <a:latin typeface="Noto Sans SC DemiLight"/>
                <a:ea typeface="Noto Sans SC DemiLight"/>
                <a:cs typeface="Sinsegye" pitchFamily="34" charset="-120"/>
              </a:rPr>
              <a:t>美版超声刀二代</a:t>
            </a:r>
            <a:endParaRPr lang="en-US" sz="1681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7324646" y="3867152"/>
            <a:ext cx="2388035" cy="1120334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/>
          </a:bodyPr>
          <a:lstStyle/>
          <a:p>
            <a:pPr>
              <a:lnSpc>
                <a:spcPct val="143375"/>
              </a:lnSpc>
            </a:pPr>
            <a:r>
              <a:rPr lang="zh-CN" sz="1152" dirty="0">
                <a:solidFill>
                  <a:srgbClr val="555555"/>
                </a:solidFill>
                <a:latin typeface="Noto Sans SC DemiLight"/>
                <a:ea typeface="Noto Sans SC DemiLight"/>
                <a:cs typeface="Sinsegye" pitchFamily="34" charset="-120"/>
              </a:rPr>
              <a:t xml:space="preserve">直达松弛的面部筋膜层（SMAS） </a:t>
            </a:r>
          </a:p>
          <a:p>
            <a:pPr>
              <a:lnSpc>
                <a:spcPct val="143375"/>
              </a:lnSpc>
            </a:pPr>
            <a:r>
              <a:rPr lang="zh-CN" sz="1152" dirty="0">
                <a:solidFill>
                  <a:srgbClr val="555555"/>
                </a:solidFill>
                <a:latin typeface="Noto Sans SC DemiLight"/>
                <a:ea typeface="Noto Sans SC DemiLight"/>
                <a:cs typeface="Sinsegye" pitchFamily="34" charset="-120"/>
              </a:rPr>
              <a:t xml:space="preserve">的高强度聚焦超声波。 </a:t>
            </a:r>
          </a:p>
          <a:p>
            <a:pPr>
              <a:lnSpc>
                <a:spcPct val="143375"/>
              </a:lnSpc>
            </a:pPr>
            <a:r>
              <a:rPr lang="zh-CN" sz="1152" dirty="0">
                <a:solidFill>
                  <a:srgbClr val="555555"/>
                </a:solidFill>
                <a:latin typeface="Noto Sans SC DemiLight"/>
                <a:ea typeface="Noto Sans SC DemiLight"/>
                <a:cs typeface="Sinsegye" pitchFamily="34" charset="-120"/>
              </a:rPr>
              <a:t xml:space="preserve">维持 1 年以上的强力 </a:t>
            </a:r>
          </a:p>
          <a:p>
            <a:pPr>
              <a:lnSpc>
                <a:spcPct val="143375"/>
              </a:lnSpc>
            </a:pPr>
            <a:r>
              <a:rPr lang="zh-CN" sz="1152" dirty="0">
                <a:solidFill>
                  <a:srgbClr val="555555"/>
                </a:solidFill>
                <a:latin typeface="Noto Sans SC DemiLight"/>
                <a:ea typeface="Noto Sans SC DemiLight"/>
                <a:cs typeface="Sinsegye" pitchFamily="34" charset="-120"/>
              </a:rPr>
              <a:t>轮廓改善与紧致提升。</a:t>
            </a:r>
            <a:endParaRPr lang="en-US" sz="1152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945043" y="8110020"/>
            <a:ext cx="4010055" cy="7905"/>
          </a:xfrm>
          <a:prstGeom prst="rect">
            <a:avLst/>
          </a:prstGeom>
          <a:solidFill>
            <a:srgbClr val="555555">
              <a:alpha val="12000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2874291" y="6299734"/>
            <a:ext cx="2550329" cy="172774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10000"/>
          </a:bodyPr>
          <a:lstStyle/>
          <a:p>
            <a:r>
              <a:rPr lang="en-US" sz="934" kern="0" spc="187" dirty="0">
                <a:solidFill>
                  <a:srgbClr val="C99A1F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THERMAGE FLX</a:t>
            </a:r>
            <a:endParaRPr lang="en-US" sz="934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2874291" y="6504057"/>
            <a:ext cx="2550329" cy="263114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20000"/>
          </a:bodyPr>
          <a:lstStyle/>
          <a:p>
            <a:r>
              <a:rPr lang="zh-CN" sz="1374" b="1" dirty="0">
                <a:solidFill>
                  <a:srgbClr val="1A1A1A"/>
                </a:solidFill>
                <a:latin typeface="Noto Sans SC DemiLight"/>
                <a:ea typeface="Noto Sans SC DemiLight"/>
                <a:cs typeface="Sinsegye" pitchFamily="34" charset="-120"/>
              </a:rPr>
              <a:t>美版热玛吉第五代</a:t>
            </a:r>
            <a:endParaRPr lang="en-US" sz="1681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2874291" y="6798718"/>
            <a:ext cx="2388035" cy="1436945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/>
          </a:bodyPr>
          <a:lstStyle/>
          <a:p>
            <a:pPr>
              <a:lnSpc>
                <a:spcPct val="143375"/>
              </a:lnSpc>
            </a:pPr>
            <a:r>
              <a:rPr lang="zh-CN" sz="1152" dirty="0">
                <a:solidFill>
                  <a:srgbClr val="555555"/>
                </a:solidFill>
                <a:latin typeface="Noto Sans SC DemiLight"/>
                <a:ea typeface="Noto Sans SC DemiLight"/>
                <a:cs typeface="Sinsegye" pitchFamily="34" charset="-120"/>
              </a:rPr>
              <a:t xml:space="preserve">通过单极射频 </a:t>
            </a:r>
          </a:p>
          <a:p>
            <a:pPr>
              <a:lnSpc>
                <a:spcPct val="143375"/>
              </a:lnSpc>
            </a:pPr>
            <a:r>
              <a:rPr lang="zh-CN" sz="1152" dirty="0">
                <a:solidFill>
                  <a:srgbClr val="555555"/>
                </a:solidFill>
                <a:latin typeface="Noto Sans SC DemiLight"/>
                <a:ea typeface="Noto Sans SC DemiLight"/>
                <a:cs typeface="Sinsegye" pitchFamily="34" charset="-120"/>
              </a:rPr>
              <a:t xml:space="preserve">收紧整个真皮层， </a:t>
            </a:r>
          </a:p>
          <a:p>
            <a:pPr>
              <a:lnSpc>
                <a:spcPct val="143375"/>
              </a:lnSpc>
            </a:pPr>
            <a:r>
              <a:rPr lang="zh-CN" sz="1152" dirty="0">
                <a:solidFill>
                  <a:srgbClr val="555555"/>
                </a:solidFill>
                <a:latin typeface="Noto Sans SC DemiLight"/>
                <a:ea typeface="Noto Sans SC DemiLight"/>
                <a:cs typeface="Sinsegye" pitchFamily="34" charset="-120"/>
              </a:rPr>
              <a:t xml:space="preserve">可有效改善肌肤弹性 </a:t>
            </a:r>
          </a:p>
          <a:p>
            <a:pPr>
              <a:lnSpc>
                <a:spcPct val="143375"/>
              </a:lnSpc>
            </a:pPr>
            <a:r>
              <a:rPr lang="zh-CN" sz="1152" dirty="0">
                <a:solidFill>
                  <a:srgbClr val="555555"/>
                </a:solidFill>
                <a:latin typeface="Noto Sans SC DemiLight"/>
                <a:ea typeface="Noto Sans SC DemiLight"/>
                <a:cs typeface="Sinsegye" pitchFamily="34" charset="-120"/>
              </a:rPr>
              <a:t>与淡化细纹。</a:t>
            </a:r>
            <a:endParaRPr lang="en-US" sz="1152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5317386" y="8110020"/>
            <a:ext cx="4010055" cy="7905"/>
          </a:xfrm>
          <a:prstGeom prst="rect">
            <a:avLst/>
          </a:prstGeom>
          <a:solidFill>
            <a:srgbClr val="555555">
              <a:alpha val="12000"/>
            </a:srgbClr>
          </a:solidFill>
          <a:ln/>
        </p:spPr>
      </p:sp>
      <p:sp>
        <p:nvSpPr>
          <p:cNvPr id="23" name="Text 20"/>
          <p:cNvSpPr/>
          <p:nvPr/>
        </p:nvSpPr>
        <p:spPr>
          <a:xfrm>
            <a:off x="7353868" y="6319138"/>
            <a:ext cx="2550329" cy="172774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10000"/>
          </a:bodyPr>
          <a:lstStyle/>
          <a:p>
            <a:r>
              <a:rPr lang="en-US" sz="934" kern="0" spc="187" dirty="0">
                <a:solidFill>
                  <a:srgbClr val="C99A1F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TITANIUM</a:t>
            </a:r>
            <a:endParaRPr lang="en-US" sz="934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7353868" y="6523461"/>
            <a:ext cx="2550329" cy="263114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20000"/>
          </a:bodyPr>
          <a:lstStyle/>
          <a:p>
            <a:r>
              <a:rPr lang="zh-CN" sz="1681" b="1" dirty="0">
                <a:solidFill>
                  <a:srgbClr val="1A1A1A"/>
                </a:solidFill>
                <a:latin typeface="Noto Sans SC DemiLight"/>
                <a:ea typeface="Noto Sans SC DemiLight"/>
                <a:cs typeface="Sinsegye" pitchFamily="34" charset="-120"/>
              </a:rPr>
              <a:t>钛提升</a:t>
            </a:r>
            <a:endParaRPr lang="en-US" sz="1681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7353869" y="6818122"/>
            <a:ext cx="2388035" cy="1260349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/>
          </a:bodyPr>
          <a:lstStyle/>
          <a:p>
            <a:pPr>
              <a:lnSpc>
                <a:spcPct val="143375"/>
              </a:lnSpc>
            </a:pPr>
            <a:r>
              <a:rPr lang="zh-CN" sz="1152" dirty="0">
                <a:solidFill>
                  <a:srgbClr val="555555"/>
                </a:solidFill>
                <a:latin typeface="Noto Sans SC DemiLight"/>
                <a:ea typeface="Noto Sans SC DemiLight"/>
                <a:cs typeface="Sinsegye" pitchFamily="34" charset="-120"/>
              </a:rPr>
              <a:t>通过精准的能量传递</a:t>
            </a:r>
          </a:p>
          <a:p>
            <a:pPr>
              <a:lnSpc>
                <a:spcPct val="143375"/>
              </a:lnSpc>
            </a:pPr>
            <a:r>
              <a:rPr lang="zh-CN" sz="1152" dirty="0">
                <a:solidFill>
                  <a:srgbClr val="555555"/>
                </a:solidFill>
                <a:latin typeface="Noto Sans SC DemiLight"/>
                <a:ea typeface="Noto Sans SC DemiLight"/>
                <a:cs typeface="Sinsegye" pitchFamily="34" charset="-120"/>
              </a:rPr>
              <a:t>激活胶原蛋白，带来由内</a:t>
            </a:r>
          </a:p>
          <a:p>
            <a:pPr>
              <a:lnSpc>
                <a:spcPct val="143375"/>
              </a:lnSpc>
            </a:pPr>
            <a:r>
              <a:rPr lang="zh-CN" sz="1152" dirty="0">
                <a:solidFill>
                  <a:srgbClr val="555555"/>
                </a:solidFill>
                <a:latin typeface="Noto Sans SC DemiLight"/>
                <a:ea typeface="Noto Sans SC DemiLight"/>
                <a:cs typeface="Sinsegye" pitchFamily="34" charset="-120"/>
              </a:rPr>
              <a:t>而外充盈的深层弹性与</a:t>
            </a:r>
          </a:p>
          <a:p>
            <a:pPr>
              <a:lnSpc>
                <a:spcPct val="143375"/>
              </a:lnSpc>
            </a:pPr>
            <a:r>
              <a:rPr lang="zh-CN" sz="1152" dirty="0">
                <a:solidFill>
                  <a:srgbClr val="555555"/>
                </a:solidFill>
                <a:latin typeface="Noto Sans SC DemiLight"/>
                <a:ea typeface="Noto Sans SC DemiLight"/>
                <a:cs typeface="Sinsegye" pitchFamily="34" charset="-120"/>
              </a:rPr>
              <a:t>持久的提拉效果。</a:t>
            </a:r>
          </a:p>
        </p:txBody>
      </p:sp>
      <p:sp>
        <p:nvSpPr>
          <p:cNvPr id="26" name="Shape 23"/>
          <p:cNvSpPr/>
          <p:nvPr/>
        </p:nvSpPr>
        <p:spPr>
          <a:xfrm>
            <a:off x="945043" y="11030028"/>
            <a:ext cx="4010055" cy="7905"/>
          </a:xfrm>
          <a:prstGeom prst="rect">
            <a:avLst/>
          </a:prstGeom>
          <a:solidFill>
            <a:srgbClr val="555555">
              <a:alpha val="12000"/>
            </a:srgbClr>
          </a:solidFill>
          <a:ln/>
        </p:spPr>
      </p:sp>
      <p:sp>
        <p:nvSpPr>
          <p:cNvPr id="27" name="Text 24"/>
          <p:cNvSpPr/>
          <p:nvPr/>
        </p:nvSpPr>
        <p:spPr>
          <a:xfrm>
            <a:off x="2874291" y="9198453"/>
            <a:ext cx="2550329" cy="172774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10000"/>
          </a:bodyPr>
          <a:lstStyle/>
          <a:p>
            <a:r>
              <a:rPr lang="en-US" sz="934" kern="0" spc="187" dirty="0">
                <a:solidFill>
                  <a:srgbClr val="C99A1F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ONDA</a:t>
            </a:r>
            <a:endParaRPr lang="en-US" sz="934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2874291" y="9402776"/>
            <a:ext cx="2550329" cy="263114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20000"/>
          </a:bodyPr>
          <a:lstStyle/>
          <a:p>
            <a:r>
              <a:rPr lang="zh-CN" sz="1681" b="1" dirty="0">
                <a:solidFill>
                  <a:srgbClr val="1A1A1A"/>
                </a:solidFill>
                <a:latin typeface="Noto Sans SC DemiLight"/>
                <a:ea typeface="Noto Sans SC DemiLight"/>
                <a:cs typeface="Sinsegye" pitchFamily="34" charset="-120"/>
              </a:rPr>
              <a:t>Onda</a:t>
            </a:r>
            <a:endParaRPr lang="en-US" sz="1681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2874291" y="9697438"/>
            <a:ext cx="2388035" cy="1245211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/>
          </a:bodyPr>
          <a:lstStyle/>
          <a:p>
            <a:pPr>
              <a:lnSpc>
                <a:spcPct val="143375"/>
              </a:lnSpc>
            </a:pPr>
            <a:r>
              <a:rPr lang="zh-CN" sz="1152" dirty="0">
                <a:solidFill>
                  <a:srgbClr val="555555"/>
                </a:solidFill>
                <a:latin typeface="Noto Sans SC DemiLight"/>
                <a:ea typeface="Noto Sans SC DemiLight"/>
                <a:cs typeface="Sinsegye" pitchFamily="34" charset="-120"/>
              </a:rPr>
              <a:t>利用微波</a:t>
            </a:r>
            <a:endParaRPr lang="en-US" sz="1152" dirty="0">
              <a:solidFill>
                <a:srgbClr val="555555"/>
              </a:solidFill>
              <a:latin typeface="신세계 Regular" panose="02000300000000000000" pitchFamily="50" charset="-127"/>
              <a:ea typeface="신세계 Regular" panose="02000300000000000000" pitchFamily="50" charset="-127"/>
              <a:cs typeface="Sinsegye" pitchFamily="34" charset="-120"/>
            </a:endParaRPr>
          </a:p>
          <a:p>
            <a:pPr>
              <a:lnSpc>
                <a:spcPct val="143375"/>
              </a:lnSpc>
            </a:pPr>
            <a:r>
              <a:rPr lang="zh-CN" sz="1152" dirty="0">
                <a:solidFill>
                  <a:srgbClr val="555555"/>
                </a:solidFill>
                <a:latin typeface="Noto Sans SC DemiLight"/>
                <a:ea typeface="Noto Sans SC DemiLight"/>
                <a:cs typeface="Sinsegye" pitchFamily="34" charset="-120"/>
              </a:rPr>
              <a:t xml:space="preserve">分解脂肪并改善橘皮组织。 </a:t>
            </a:r>
          </a:p>
          <a:p>
            <a:pPr>
              <a:lnSpc>
                <a:spcPct val="143375"/>
              </a:lnSpc>
            </a:pPr>
            <a:r>
              <a:rPr lang="zh-CN" sz="1152" dirty="0">
                <a:solidFill>
                  <a:srgbClr val="555555"/>
                </a:solidFill>
                <a:latin typeface="Noto Sans SC DemiLight"/>
                <a:ea typeface="Noto Sans SC DemiLight"/>
                <a:cs typeface="Sinsegye" pitchFamily="34" charset="-120"/>
              </a:rPr>
              <a:t xml:space="preserve">疼痛负担小，FACE · BODY </a:t>
            </a:r>
          </a:p>
          <a:p>
            <a:pPr>
              <a:lnSpc>
                <a:spcPct val="143375"/>
              </a:lnSpc>
            </a:pPr>
            <a:r>
              <a:rPr lang="zh-CN" sz="1152" dirty="0">
                <a:solidFill>
                  <a:srgbClr val="555555"/>
                </a:solidFill>
                <a:latin typeface="Noto Sans SC DemiLight"/>
                <a:ea typeface="Noto Sans SC DemiLight"/>
                <a:cs typeface="Sinsegye" pitchFamily="34" charset="-120"/>
              </a:rPr>
              <a:t>均可护理。</a:t>
            </a:r>
            <a:endParaRPr lang="en-US" sz="1152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5317386" y="11030028"/>
            <a:ext cx="4010055" cy="7905"/>
          </a:xfrm>
          <a:prstGeom prst="rect">
            <a:avLst/>
          </a:prstGeom>
          <a:solidFill>
            <a:srgbClr val="555555">
              <a:alpha val="12000"/>
            </a:srgbClr>
          </a:solidFill>
          <a:ln/>
        </p:spPr>
      </p:sp>
      <p:sp>
        <p:nvSpPr>
          <p:cNvPr id="31" name="Text 28"/>
          <p:cNvSpPr/>
          <p:nvPr/>
        </p:nvSpPr>
        <p:spPr>
          <a:xfrm>
            <a:off x="7353869" y="9186111"/>
            <a:ext cx="2550329" cy="172774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10000"/>
          </a:bodyPr>
          <a:lstStyle/>
          <a:p>
            <a:r>
              <a:rPr lang="en-US" sz="934" kern="0" spc="187" dirty="0">
                <a:solidFill>
                  <a:srgbClr val="C99A1F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SHURINK UNIVERSE</a:t>
            </a:r>
            <a:endParaRPr lang="en-US" sz="934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7353869" y="9390434"/>
            <a:ext cx="2550329" cy="263114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20000"/>
          </a:bodyPr>
          <a:lstStyle/>
          <a:p>
            <a:r>
              <a:rPr lang="zh-CN" sz="1681" b="1" dirty="0">
                <a:solidFill>
                  <a:srgbClr val="1A1A1A"/>
                </a:solidFill>
                <a:latin typeface="Noto Sans SC DemiLight"/>
                <a:ea typeface="Noto Sans SC DemiLight"/>
                <a:cs typeface="Sinsegye" pitchFamily="34" charset="-120"/>
              </a:rPr>
              <a:t>海芙音波宇宙版</a:t>
            </a:r>
            <a:endParaRPr lang="en-US" sz="1681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7353870" y="9685097"/>
            <a:ext cx="2388035" cy="1120334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/>
          </a:bodyPr>
          <a:lstStyle/>
          <a:p>
            <a:pPr>
              <a:lnSpc>
                <a:spcPct val="143375"/>
              </a:lnSpc>
            </a:pPr>
            <a:r>
              <a:rPr lang="zh-CN" sz="1152" dirty="0">
                <a:solidFill>
                  <a:srgbClr val="555555"/>
                </a:solidFill>
                <a:latin typeface="Noto Sans SC DemiLight"/>
                <a:ea typeface="Noto Sans SC DemiLight"/>
                <a:cs typeface="Sinsegye" pitchFamily="34" charset="-120"/>
              </a:rPr>
              <a:t xml:space="preserve">直达筋膜层（SMAS）至真皮层的 </a:t>
            </a:r>
          </a:p>
          <a:p>
            <a:pPr>
              <a:lnSpc>
                <a:spcPct val="143375"/>
              </a:lnSpc>
            </a:pPr>
            <a:r>
              <a:rPr lang="zh-CN" sz="1152" dirty="0">
                <a:solidFill>
                  <a:srgbClr val="555555"/>
                </a:solidFill>
                <a:latin typeface="Noto Sans SC DemiLight"/>
                <a:ea typeface="Noto Sans SC DemiLight"/>
                <a:cs typeface="Sinsegye" pitchFamily="34" charset="-120"/>
              </a:rPr>
              <a:t xml:space="preserve">第二代 HIFU。 </a:t>
            </a:r>
          </a:p>
          <a:p>
            <a:pPr>
              <a:lnSpc>
                <a:spcPct val="143375"/>
              </a:lnSpc>
            </a:pPr>
            <a:r>
              <a:rPr lang="zh-CN" sz="1152" dirty="0">
                <a:solidFill>
                  <a:srgbClr val="555555"/>
                </a:solidFill>
                <a:latin typeface="Noto Sans SC DemiLight"/>
                <a:ea typeface="Noto Sans SC DemiLight"/>
                <a:cs typeface="Sinsegye" pitchFamily="34" charset="-120"/>
              </a:rPr>
              <a:t xml:space="preserve">速度提升 2.5 倍， </a:t>
            </a:r>
          </a:p>
          <a:p>
            <a:pPr>
              <a:lnSpc>
                <a:spcPct val="143375"/>
              </a:lnSpc>
            </a:pPr>
            <a:r>
              <a:rPr lang="zh-CN" sz="1152" dirty="0">
                <a:solidFill>
                  <a:srgbClr val="555555"/>
                </a:solidFill>
                <a:latin typeface="Noto Sans SC DemiLight"/>
                <a:ea typeface="Noto Sans SC DemiLight"/>
                <a:cs typeface="Sinsegye" pitchFamily="34" charset="-120"/>
              </a:rPr>
              <a:t>配备 7 种定制探头。</a:t>
            </a:r>
            <a:endParaRPr lang="en-US" sz="1152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2874291" y="12168901"/>
            <a:ext cx="2550329" cy="172774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10000"/>
          </a:bodyPr>
          <a:lstStyle/>
          <a:p>
            <a:r>
              <a:rPr lang="en-US" sz="934" kern="0" spc="187" dirty="0">
                <a:solidFill>
                  <a:srgbClr val="C99A1F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VOLNEWMER</a:t>
            </a:r>
            <a:endParaRPr lang="en-US" sz="934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2874291" y="12373223"/>
            <a:ext cx="2550329" cy="263114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20000"/>
          </a:bodyPr>
          <a:lstStyle/>
          <a:p>
            <a:r>
              <a:rPr lang="zh-CN" sz="1681" b="1" dirty="0">
                <a:solidFill>
                  <a:srgbClr val="1A1A1A"/>
                </a:solidFill>
                <a:latin typeface="Noto Sans SC DemiLight"/>
                <a:ea typeface="Noto Sans SC DemiLight"/>
                <a:cs typeface="Sinsegye" pitchFamily="34" charset="-120"/>
              </a:rPr>
              <a:t>黄金椿</a:t>
            </a:r>
            <a:endParaRPr lang="en-US" sz="1681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2874291" y="12667886"/>
            <a:ext cx="2388035" cy="1323980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/>
          </a:bodyPr>
          <a:lstStyle/>
          <a:p>
            <a:pPr>
              <a:lnSpc>
                <a:spcPct val="143375"/>
              </a:lnSpc>
            </a:pPr>
            <a:r>
              <a:rPr lang="zh-CN" sz="1152" dirty="0">
                <a:solidFill>
                  <a:srgbClr val="555555"/>
                </a:solidFill>
                <a:latin typeface="Noto Sans SC DemiLight"/>
                <a:ea typeface="Noto Sans SC DemiLight"/>
                <a:cs typeface="Sinsegye" pitchFamily="34" charset="-120"/>
              </a:rPr>
              <a:t xml:space="preserve">将 6.78MHz 单极射频 </a:t>
            </a:r>
          </a:p>
          <a:p>
            <a:pPr>
              <a:lnSpc>
                <a:spcPct val="143375"/>
              </a:lnSpc>
            </a:pPr>
            <a:r>
              <a:rPr lang="zh-CN" sz="1152" dirty="0">
                <a:solidFill>
                  <a:srgbClr val="555555"/>
                </a:solidFill>
                <a:latin typeface="Noto Sans SC DemiLight"/>
                <a:ea typeface="Noto Sans SC DemiLight"/>
                <a:cs typeface="Sinsegye" pitchFamily="34" charset="-120"/>
              </a:rPr>
              <a:t xml:space="preserve">深入传导至肌肤底层。 </a:t>
            </a:r>
          </a:p>
          <a:p>
            <a:pPr>
              <a:lnSpc>
                <a:spcPct val="143375"/>
              </a:lnSpc>
            </a:pPr>
            <a:r>
              <a:rPr lang="zh-CN" sz="1152" dirty="0">
                <a:solidFill>
                  <a:srgbClr val="555555"/>
                </a:solidFill>
                <a:latin typeface="Noto Sans SC DemiLight"/>
                <a:ea typeface="Noto Sans SC DemiLight"/>
                <a:cs typeface="Sinsegye" pitchFamily="34" charset="-120"/>
              </a:rPr>
              <a:t xml:space="preserve">促进真皮层胶原蛋白再生， </a:t>
            </a:r>
          </a:p>
          <a:p>
            <a:pPr>
              <a:lnSpc>
                <a:spcPct val="143375"/>
              </a:lnSpc>
            </a:pPr>
            <a:r>
              <a:rPr lang="zh-CN" sz="1152" dirty="0">
                <a:solidFill>
                  <a:srgbClr val="555555"/>
                </a:solidFill>
                <a:latin typeface="Noto Sans SC DemiLight"/>
                <a:ea typeface="Noto Sans SC DemiLight"/>
                <a:cs typeface="Sinsegye" pitchFamily="34" charset="-120"/>
              </a:rPr>
              <a:t>实现紧致提升与增强弹性。</a:t>
            </a:r>
            <a:endParaRPr lang="en-US" sz="1152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54" name="Text 3">
            <a:extLst>
              <a:ext uri="{FF2B5EF4-FFF2-40B4-BE49-F238E27FC236}">
                <a16:creationId xmlns:a16="http://schemas.microsoft.com/office/drawing/2014/main" id="{9553D465-CCF8-67E0-F52C-C8D62FF14AF9}"/>
              </a:ext>
            </a:extLst>
          </p:cNvPr>
          <p:cNvSpPr/>
          <p:nvPr/>
        </p:nvSpPr>
        <p:spPr>
          <a:xfrm>
            <a:off x="-514350" y="869363"/>
            <a:ext cx="11315700" cy="2013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050" kern="0" spc="168" dirty="0">
                <a:solidFill>
                  <a:srgbClr val="C99A1F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LIFTING DEVICE</a:t>
            </a:r>
            <a:endParaRPr lang="en-US" sz="105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56" name="Text 4">
            <a:extLst>
              <a:ext uri="{FF2B5EF4-FFF2-40B4-BE49-F238E27FC236}">
                <a16:creationId xmlns:a16="http://schemas.microsoft.com/office/drawing/2014/main" id="{6BC3CC80-5B62-9639-6525-E44B770D98C1}"/>
              </a:ext>
            </a:extLst>
          </p:cNvPr>
          <p:cNvSpPr/>
          <p:nvPr/>
        </p:nvSpPr>
        <p:spPr>
          <a:xfrm>
            <a:off x="-514350" y="1070706"/>
            <a:ext cx="11315700" cy="4735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zh-CN" sz="3150" b="1" kern="0" spc="-63" dirty="0">
                <a:solidFill>
                  <a:srgbClr val="2498BD"/>
                </a:solidFill>
                <a:latin typeface="Noto Sans SC DemiLight"/>
                <a:ea typeface="Noto Sans SC DemiLight"/>
                <a:cs typeface="Sinsegye" pitchFamily="34" charset="-120"/>
              </a:rPr>
              <a:t>提拉仪器</a:t>
            </a:r>
            <a:endParaRPr lang="en-US" sz="315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58" name="Text 5">
            <a:extLst>
              <a:ext uri="{FF2B5EF4-FFF2-40B4-BE49-F238E27FC236}">
                <a16:creationId xmlns:a16="http://schemas.microsoft.com/office/drawing/2014/main" id="{29656B43-A3F5-08E5-103C-EEE3EA00A63D}"/>
              </a:ext>
            </a:extLst>
          </p:cNvPr>
          <p:cNvSpPr/>
          <p:nvPr/>
        </p:nvSpPr>
        <p:spPr>
          <a:xfrm>
            <a:off x="-514350" y="1544192"/>
            <a:ext cx="113157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zh-CN" sz="1275" dirty="0">
                <a:solidFill>
                  <a:srgbClr val="6E6E6E"/>
                </a:solidFill>
                <a:latin typeface="Noto Sans SC DemiLight"/>
                <a:ea typeface="Noto Sans SC DemiLight"/>
                <a:cs typeface="Arial" pitchFamily="34" charset="-120"/>
              </a:rPr>
              <a:t>抗衰的最佳选择</a:t>
            </a:r>
            <a:endParaRPr lang="en-US" sz="1275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D689248E-18A4-6F5F-F7D1-246897A93B12}"/>
              </a:ext>
            </a:extLst>
          </p:cNvPr>
          <p:cNvSpPr/>
          <p:nvPr/>
        </p:nvSpPr>
        <p:spPr>
          <a:xfrm>
            <a:off x="945043" y="2570497"/>
            <a:ext cx="1663708" cy="2329192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AC50483F-B92B-ACB1-9245-0CF3DF91166C}"/>
              </a:ext>
            </a:extLst>
          </p:cNvPr>
          <p:cNvSpPr/>
          <p:nvPr/>
        </p:nvSpPr>
        <p:spPr>
          <a:xfrm>
            <a:off x="5424620" y="2570497"/>
            <a:ext cx="1663708" cy="2329192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88E1DBC2-78FE-CD30-8809-C006D468FA41}"/>
              </a:ext>
            </a:extLst>
          </p:cNvPr>
          <p:cNvSpPr/>
          <p:nvPr/>
        </p:nvSpPr>
        <p:spPr>
          <a:xfrm>
            <a:off x="945043" y="5466323"/>
            <a:ext cx="1663708" cy="2329192"/>
          </a:xfrm>
          <a:prstGeom prst="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D9E5842A-5291-E9BC-F5A2-4C6859AA2642}"/>
              </a:ext>
            </a:extLst>
          </p:cNvPr>
          <p:cNvSpPr/>
          <p:nvPr/>
        </p:nvSpPr>
        <p:spPr>
          <a:xfrm>
            <a:off x="5424620" y="5466323"/>
            <a:ext cx="1663708" cy="2329192"/>
          </a:xfrm>
          <a:prstGeom prst="rect">
            <a:avLst/>
          </a:prstGeo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7300192A-C033-2EB7-2847-83D391428870}"/>
              </a:ext>
            </a:extLst>
          </p:cNvPr>
          <p:cNvSpPr/>
          <p:nvPr/>
        </p:nvSpPr>
        <p:spPr>
          <a:xfrm>
            <a:off x="945043" y="8390316"/>
            <a:ext cx="1663708" cy="2329192"/>
          </a:xfrm>
          <a:prstGeom prst="rect">
            <a:avLst/>
          </a:prstGeom>
          <a:blipFill dpi="0"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FF8828A9-9349-87F6-92A6-9FAB811571EC}"/>
              </a:ext>
            </a:extLst>
          </p:cNvPr>
          <p:cNvSpPr/>
          <p:nvPr/>
        </p:nvSpPr>
        <p:spPr>
          <a:xfrm>
            <a:off x="5424620" y="8390316"/>
            <a:ext cx="1663708" cy="2329192"/>
          </a:xfrm>
          <a:prstGeom prst="rect">
            <a:avLst/>
          </a:prstGeom>
          <a:blipFill dpi="0"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527E0C15-636A-BD01-5701-FD05C14C22FC}"/>
              </a:ext>
            </a:extLst>
          </p:cNvPr>
          <p:cNvSpPr/>
          <p:nvPr/>
        </p:nvSpPr>
        <p:spPr>
          <a:xfrm>
            <a:off x="945043" y="11346120"/>
            <a:ext cx="1663708" cy="2329192"/>
          </a:xfrm>
          <a:prstGeom prst="rect">
            <a:avLst/>
          </a:prstGeom>
          <a:blipFill dpi="0"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 31">
            <a:extLst>
              <a:ext uri="{FF2B5EF4-FFF2-40B4-BE49-F238E27FC236}">
                <a16:creationId xmlns:a16="http://schemas.microsoft.com/office/drawing/2014/main" id="{71C97DCB-3442-B99A-112C-A084B336D2D1}"/>
              </a:ext>
            </a:extLst>
          </p:cNvPr>
          <p:cNvSpPr/>
          <p:nvPr/>
        </p:nvSpPr>
        <p:spPr>
          <a:xfrm>
            <a:off x="7353869" y="12168901"/>
            <a:ext cx="2550329" cy="172774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10000"/>
          </a:bodyPr>
          <a:lstStyle/>
          <a:p>
            <a:r>
              <a:rPr lang="en-US" sz="934" kern="0" spc="187" dirty="0">
                <a:solidFill>
                  <a:srgbClr val="C99A1F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FORTRA</a:t>
            </a:r>
            <a:endParaRPr lang="en-US" sz="934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5" name="Text 32">
            <a:extLst>
              <a:ext uri="{FF2B5EF4-FFF2-40B4-BE49-F238E27FC236}">
                <a16:creationId xmlns:a16="http://schemas.microsoft.com/office/drawing/2014/main" id="{D5401861-B558-7F53-42EC-63D82092DD91}"/>
              </a:ext>
            </a:extLst>
          </p:cNvPr>
          <p:cNvSpPr/>
          <p:nvPr/>
        </p:nvSpPr>
        <p:spPr>
          <a:xfrm>
            <a:off x="7353869" y="12373223"/>
            <a:ext cx="2550329" cy="263114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20000"/>
          </a:bodyPr>
          <a:lstStyle/>
          <a:p>
            <a:r>
              <a:rPr lang="zh-CN" sz="1681" b="1" dirty="0">
                <a:solidFill>
                  <a:srgbClr val="1A1A1A"/>
                </a:solidFill>
                <a:latin typeface="Noto Sans SC DemiLight"/>
                <a:ea typeface="Noto Sans SC DemiLight"/>
                <a:cs typeface="Sinsegye" pitchFamily="34" charset="-120"/>
              </a:rPr>
              <a:t>Fortra</a:t>
            </a:r>
            <a:endParaRPr lang="en-US" sz="1681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7" name="Text 33">
            <a:extLst>
              <a:ext uri="{FF2B5EF4-FFF2-40B4-BE49-F238E27FC236}">
                <a16:creationId xmlns:a16="http://schemas.microsoft.com/office/drawing/2014/main" id="{1F2CA6EE-881B-7489-045B-DC259213A2AE}"/>
              </a:ext>
            </a:extLst>
          </p:cNvPr>
          <p:cNvSpPr/>
          <p:nvPr/>
        </p:nvSpPr>
        <p:spPr>
          <a:xfrm>
            <a:off x="7353869" y="12667886"/>
            <a:ext cx="2388035" cy="1323980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ko-KR" sz="1152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755·808·940·1064nm</a:t>
            </a:r>
          </a:p>
          <a:p>
            <a:pPr>
              <a:lnSpc>
                <a:spcPct val="143375"/>
              </a:lnSpc>
            </a:pPr>
            <a:r>
              <a:rPr lang="zh-CN" sz="1152" dirty="0">
                <a:solidFill>
                  <a:srgbClr val="555555"/>
                </a:solidFill>
                <a:latin typeface="Noto Sans SC DemiLight"/>
                <a:ea typeface="Noto Sans SC DemiLight"/>
                <a:cs typeface="Sinsegye" pitchFamily="34" charset="-120"/>
              </a:rPr>
              <a:t>4 种波长搭配强效冷却减轻疼痛，促进脂肪收缩 · 强化支持韧带 · 胶原蛋白重塑。</a:t>
            </a:r>
            <a:endParaRPr lang="en-US" sz="1152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pic>
        <p:nvPicPr>
          <p:cNvPr id="38" name="그림 37">
            <a:extLst>
              <a:ext uri="{FF2B5EF4-FFF2-40B4-BE49-F238E27FC236}">
                <a16:creationId xmlns:a16="http://schemas.microsoft.com/office/drawing/2014/main" id="{DACABAC7-5937-B4B4-1562-0C18CCD74CA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24621" y="11357325"/>
            <a:ext cx="1663707" cy="2329190"/>
          </a:xfrm>
          <a:prstGeom prst="rect">
            <a:avLst/>
          </a:prstGeom>
          <a:ln>
            <a:solidFill>
              <a:schemeClr val="bg2"/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31399-DF42-6566-3D95-FB0DD5870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07D082F0-96DE-92BB-5CED-DD202590AC4A}"/>
              </a:ext>
            </a:extLst>
          </p:cNvPr>
          <p:cNvSpPr/>
          <p:nvPr/>
        </p:nvSpPr>
        <p:spPr>
          <a:xfrm>
            <a:off x="-514350" y="856844"/>
            <a:ext cx="11315700" cy="2013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050" kern="0" spc="168" dirty="0">
                <a:solidFill>
                  <a:srgbClr val="C99A1F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LIFTING</a:t>
            </a:r>
            <a:endParaRPr lang="en-US" sz="105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0A1EE3F0-805B-61D7-B34E-9ACD158894FB}"/>
              </a:ext>
            </a:extLst>
          </p:cNvPr>
          <p:cNvSpPr/>
          <p:nvPr/>
        </p:nvSpPr>
        <p:spPr>
          <a:xfrm>
            <a:off x="-514350" y="1058187"/>
            <a:ext cx="11315700" cy="4735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zh-CN" sz="2782" b="1" kern="0" spc="-63" dirty="0">
                <a:solidFill>
                  <a:srgbClr val="2498BD"/>
                </a:solidFill>
                <a:latin typeface="Noto Sans SC DemiLight"/>
                <a:ea typeface="Noto Sans SC DemiLight"/>
                <a:cs typeface="Sinsegye" pitchFamily="34" charset="-120"/>
              </a:rPr>
              <a:t>提拉紧致</a:t>
            </a:r>
            <a:endParaRPr lang="en-US" sz="315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0CD7E084-7678-E826-00CF-B3CE4F6288A5}"/>
              </a:ext>
            </a:extLst>
          </p:cNvPr>
          <p:cNvSpPr/>
          <p:nvPr/>
        </p:nvSpPr>
        <p:spPr>
          <a:xfrm>
            <a:off x="-514350" y="1531673"/>
            <a:ext cx="113157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zh-CN" sz="1275" dirty="0">
                <a:solidFill>
                  <a:srgbClr val="6E6E6E"/>
                </a:solidFill>
                <a:latin typeface="Noto Sans SC DemiLight"/>
                <a:ea typeface="Noto Sans SC DemiLight"/>
                <a:cs typeface="Arial" pitchFamily="34" charset="-120"/>
              </a:rPr>
              <a:t>抗衰的最佳选择</a:t>
            </a:r>
            <a:endParaRPr lang="en-US" sz="1275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grpSp>
        <p:nvGrpSpPr>
          <p:cNvPr id="407" name="그룹 406">
            <a:extLst>
              <a:ext uri="{FF2B5EF4-FFF2-40B4-BE49-F238E27FC236}">
                <a16:creationId xmlns:a16="http://schemas.microsoft.com/office/drawing/2014/main" id="{7F30518A-240A-4E4B-F33A-69A24FA2055F}"/>
              </a:ext>
            </a:extLst>
          </p:cNvPr>
          <p:cNvGrpSpPr/>
          <p:nvPr/>
        </p:nvGrpSpPr>
        <p:grpSpPr>
          <a:xfrm>
            <a:off x="930580" y="2501630"/>
            <a:ext cx="8316077" cy="728123"/>
            <a:chOff x="930580" y="2720019"/>
            <a:chExt cx="8316077" cy="728123"/>
          </a:xfrm>
        </p:grpSpPr>
        <p:sp>
          <p:nvSpPr>
            <p:cNvPr id="252" name="TextBox 251">
              <a:extLst>
                <a:ext uri="{FF2B5EF4-FFF2-40B4-BE49-F238E27FC236}">
                  <a16:creationId xmlns:a16="http://schemas.microsoft.com/office/drawing/2014/main" id="{8DA01E9F-A1B4-868E-FBDF-592F835229C2}"/>
                </a:ext>
              </a:extLst>
            </p:cNvPr>
            <p:cNvSpPr txBox="1"/>
            <p:nvPr/>
          </p:nvSpPr>
          <p:spPr>
            <a:xfrm>
              <a:off x="930580" y="2720019"/>
              <a:ext cx="1338828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zh-CN" dirty="0">
                  <a:latin typeface="Noto Sans SC SemiBold"/>
                  <a:ea typeface="Noto Sans SC SemiBold"/>
                  <a:cs typeface="Sinsegye" pitchFamily="34" charset="-120"/>
                </a:rPr>
                <a:t>索夫波</a:t>
              </a:r>
              <a:endParaRPr lang="ko-KR" altLang="en-US" dirty="0">
                <a:latin typeface="신세계 SemiBold" panose="02000300000000000000" pitchFamily="50" charset="-127"/>
                <a:ea typeface="신세계 SemiBold" panose="02000300000000000000" pitchFamily="50" charset="-127"/>
                <a:cs typeface="Sinsegye" pitchFamily="34" charset="-120"/>
              </a:endParaRPr>
            </a:p>
          </p:txBody>
        </p:sp>
        <p:grpSp>
          <p:nvGrpSpPr>
            <p:cNvPr id="253" name="그룹 252">
              <a:extLst>
                <a:ext uri="{FF2B5EF4-FFF2-40B4-BE49-F238E27FC236}">
                  <a16:creationId xmlns:a16="http://schemas.microsoft.com/office/drawing/2014/main" id="{4FFEE9A2-8173-98CE-F30F-0890B8A22E08}"/>
                </a:ext>
              </a:extLst>
            </p:cNvPr>
            <p:cNvGrpSpPr/>
            <p:nvPr/>
          </p:nvGrpSpPr>
          <p:grpSpPr>
            <a:xfrm>
              <a:off x="1041515" y="3046774"/>
              <a:ext cx="8205142" cy="401368"/>
              <a:chOff x="1041515" y="3046774"/>
              <a:chExt cx="8205142" cy="401368"/>
            </a:xfrm>
          </p:grpSpPr>
          <p:sp>
            <p:nvSpPr>
              <p:cNvPr id="254" name="Shape 7">
                <a:extLst>
                  <a:ext uri="{FF2B5EF4-FFF2-40B4-BE49-F238E27FC236}">
                    <a16:creationId xmlns:a16="http://schemas.microsoft.com/office/drawing/2014/main" id="{EDF12578-D341-D8EB-43DD-F6BCDBA41D68}"/>
                  </a:ext>
                </a:extLst>
              </p:cNvPr>
              <p:cNvSpPr/>
              <p:nvPr/>
            </p:nvSpPr>
            <p:spPr>
              <a:xfrm>
                <a:off x="1041515" y="3046774"/>
                <a:ext cx="8205142" cy="13607"/>
              </a:xfrm>
              <a:prstGeom prst="rect">
                <a:avLst/>
              </a:prstGeom>
              <a:solidFill>
                <a:srgbClr val="2498BD"/>
              </a:solidFill>
              <a:ln/>
            </p:spPr>
          </p:sp>
          <p:sp>
            <p:nvSpPr>
              <p:cNvPr id="255" name="Shape 7">
                <a:extLst>
                  <a:ext uri="{FF2B5EF4-FFF2-40B4-BE49-F238E27FC236}">
                    <a16:creationId xmlns:a16="http://schemas.microsoft.com/office/drawing/2014/main" id="{64127FB2-31D8-1A56-FE3F-A142E6D63B7F}"/>
                  </a:ext>
                </a:extLst>
              </p:cNvPr>
              <p:cNvSpPr/>
              <p:nvPr/>
            </p:nvSpPr>
            <p:spPr>
              <a:xfrm>
                <a:off x="1041515" y="3434535"/>
                <a:ext cx="8205142" cy="13607"/>
              </a:xfrm>
              <a:prstGeom prst="rect">
                <a:avLst/>
              </a:prstGeom>
              <a:solidFill>
                <a:srgbClr val="CCCCCC"/>
              </a:solidFill>
              <a:ln/>
            </p:spPr>
          </p:sp>
        </p:grpSp>
        <p:sp>
          <p:nvSpPr>
            <p:cNvPr id="256" name="Text 11">
              <a:extLst>
                <a:ext uri="{FF2B5EF4-FFF2-40B4-BE49-F238E27FC236}">
                  <a16:creationId xmlns:a16="http://schemas.microsoft.com/office/drawing/2014/main" id="{A3E3B819-E0D2-5245-F783-B7C3665FF436}"/>
                </a:ext>
              </a:extLst>
            </p:cNvPr>
            <p:cNvSpPr/>
            <p:nvPr/>
          </p:nvSpPr>
          <p:spPr>
            <a:xfrm>
              <a:off x="1044691" y="3057439"/>
              <a:ext cx="453314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CN" sz="1400" dirty="0">
                  <a:solidFill>
                    <a:srgbClr val="555555"/>
                  </a:solidFill>
                  <a:latin typeface="Noto Sans SC Medium"/>
                  <a:ea typeface="Noto Sans SC Medium"/>
                  <a:cs typeface="Arial" pitchFamily="34" charset="-120"/>
                </a:rPr>
                <a:t>索夫波</a:t>
              </a:r>
              <a:endParaRPr lang="ko-KR" altLang="en-US" sz="1400" dirty="0">
                <a:solidFill>
                  <a:srgbClr val="555555"/>
                </a:solidFill>
                <a:latin typeface="신세계 Medium" panose="02000300000000000000" pitchFamily="50" charset="-127"/>
                <a:ea typeface="신세계 Medium" panose="02000300000000000000" pitchFamily="50" charset="-127"/>
                <a:cs typeface="Arial" pitchFamily="34" charset="-120"/>
              </a:endParaRPr>
            </a:p>
          </p:txBody>
        </p:sp>
        <p:sp>
          <p:nvSpPr>
            <p:cNvPr id="257" name="Text 15">
              <a:extLst>
                <a:ext uri="{FF2B5EF4-FFF2-40B4-BE49-F238E27FC236}">
                  <a16:creationId xmlns:a16="http://schemas.microsoft.com/office/drawing/2014/main" id="{BE58BB34-C113-C828-EA10-A41183697BC1}"/>
                </a:ext>
              </a:extLst>
            </p:cNvPr>
            <p:cNvSpPr/>
            <p:nvPr/>
          </p:nvSpPr>
          <p:spPr>
            <a:xfrm>
              <a:off x="7557692" y="3137457"/>
              <a:ext cx="1688964" cy="215444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2498BD"/>
                  </a:solidFill>
                  <a:latin typeface="Noto Sans SC DemiLight"/>
                  <a:ea typeface="Noto Sans SC DemiLight"/>
                  <a:cs typeface="GC 16 Mono" pitchFamily="34" charset="-120"/>
                </a:rPr>
                <a:t xml:space="preserve">300脉冲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2,700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,000</a:t>
              </a:r>
            </a:p>
          </p:txBody>
        </p:sp>
        <p:sp>
          <p:nvSpPr>
            <p:cNvPr id="258" name="Text 15">
              <a:extLst>
                <a:ext uri="{FF2B5EF4-FFF2-40B4-BE49-F238E27FC236}">
                  <a16:creationId xmlns:a16="http://schemas.microsoft.com/office/drawing/2014/main" id="{73630F27-E2BD-8DFD-C0C9-ACE453AB800B}"/>
                </a:ext>
              </a:extLst>
            </p:cNvPr>
            <p:cNvSpPr/>
            <p:nvPr/>
          </p:nvSpPr>
          <p:spPr>
            <a:xfrm>
              <a:off x="5843700" y="3137457"/>
              <a:ext cx="1613408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2498BD"/>
                  </a:solidFill>
                  <a:latin typeface="Noto Sans SC DemiLight"/>
                  <a:ea typeface="Noto Sans SC DemiLight"/>
                  <a:cs typeface="GC 16 Mono" pitchFamily="34" charset="-120"/>
                </a:rPr>
                <a:t>200脉冲</a:t>
              </a:r>
              <a:r>
                <a:rPr lang="en-US" altLang="ko-KR" sz="11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1,90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  <p:sp>
          <p:nvSpPr>
            <p:cNvPr id="259" name="Text 15">
              <a:extLst>
                <a:ext uri="{FF2B5EF4-FFF2-40B4-BE49-F238E27FC236}">
                  <a16:creationId xmlns:a16="http://schemas.microsoft.com/office/drawing/2014/main" id="{3D61D61B-03BF-968A-C93D-FA9DA0B54934}"/>
                </a:ext>
              </a:extLst>
            </p:cNvPr>
            <p:cNvSpPr/>
            <p:nvPr/>
          </p:nvSpPr>
          <p:spPr>
            <a:xfrm>
              <a:off x="4166284" y="3137457"/>
              <a:ext cx="1613408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r>
                <a:rPr lang="zh-CN" sz="1200" dirty="0">
                  <a:solidFill>
                    <a:srgbClr val="2498BD"/>
                  </a:solidFill>
                  <a:latin typeface="Noto Sans SC DemiLight"/>
                  <a:ea typeface="Noto Sans SC DemiLight"/>
                  <a:cs typeface="GC 16 Mono" pitchFamily="34" charset="-120"/>
                </a:rPr>
                <a:t>100脉冲</a:t>
              </a:r>
              <a:r>
                <a:rPr lang="en-US" altLang="ko-KR" sz="11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1,10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</p:grpSp>
      <p:grpSp>
        <p:nvGrpSpPr>
          <p:cNvPr id="408" name="그룹 407">
            <a:extLst>
              <a:ext uri="{FF2B5EF4-FFF2-40B4-BE49-F238E27FC236}">
                <a16:creationId xmlns:a16="http://schemas.microsoft.com/office/drawing/2014/main" id="{A467D01C-825D-BAD5-AFAB-97DB09A3968C}"/>
              </a:ext>
            </a:extLst>
          </p:cNvPr>
          <p:cNvGrpSpPr/>
          <p:nvPr/>
        </p:nvGrpSpPr>
        <p:grpSpPr>
          <a:xfrm>
            <a:off x="930580" y="3413169"/>
            <a:ext cx="8316077" cy="1119552"/>
            <a:chOff x="930580" y="3713153"/>
            <a:chExt cx="8316077" cy="1119552"/>
          </a:xfrm>
        </p:grpSpPr>
        <p:sp>
          <p:nvSpPr>
            <p:cNvPr id="263" name="TextBox 262">
              <a:extLst>
                <a:ext uri="{FF2B5EF4-FFF2-40B4-BE49-F238E27FC236}">
                  <a16:creationId xmlns:a16="http://schemas.microsoft.com/office/drawing/2014/main" id="{24350834-563E-C035-AAEF-20E033954618}"/>
                </a:ext>
              </a:extLst>
            </p:cNvPr>
            <p:cNvSpPr txBox="1"/>
            <p:nvPr/>
          </p:nvSpPr>
          <p:spPr>
            <a:xfrm>
              <a:off x="930580" y="3713153"/>
              <a:ext cx="1863011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zh-CN" dirty="0">
                  <a:latin typeface="Noto Sans SC SemiBold"/>
                  <a:ea typeface="Noto Sans SC SemiBold"/>
                  <a:cs typeface="Sinsegye" pitchFamily="34" charset="-120"/>
                </a:rPr>
                <a:t>美版超声刀二代</a:t>
              </a:r>
            </a:p>
          </p:txBody>
        </p:sp>
        <p:grpSp>
          <p:nvGrpSpPr>
            <p:cNvPr id="264" name="그룹 263">
              <a:extLst>
                <a:ext uri="{FF2B5EF4-FFF2-40B4-BE49-F238E27FC236}">
                  <a16:creationId xmlns:a16="http://schemas.microsoft.com/office/drawing/2014/main" id="{6AE10D28-24E2-FDB8-3D7A-4114A8F0213C}"/>
                </a:ext>
              </a:extLst>
            </p:cNvPr>
            <p:cNvGrpSpPr/>
            <p:nvPr/>
          </p:nvGrpSpPr>
          <p:grpSpPr>
            <a:xfrm>
              <a:off x="1041515" y="4044493"/>
              <a:ext cx="8205142" cy="788212"/>
              <a:chOff x="1041515" y="4036831"/>
              <a:chExt cx="8205142" cy="788212"/>
            </a:xfrm>
          </p:grpSpPr>
          <p:sp>
            <p:nvSpPr>
              <p:cNvPr id="265" name="Shape 7">
                <a:extLst>
                  <a:ext uri="{FF2B5EF4-FFF2-40B4-BE49-F238E27FC236}">
                    <a16:creationId xmlns:a16="http://schemas.microsoft.com/office/drawing/2014/main" id="{8199D808-51C2-4368-42F9-92B59CAE7C74}"/>
                  </a:ext>
                </a:extLst>
              </p:cNvPr>
              <p:cNvSpPr/>
              <p:nvPr/>
            </p:nvSpPr>
            <p:spPr>
              <a:xfrm>
                <a:off x="1041515" y="4036831"/>
                <a:ext cx="8205142" cy="13607"/>
              </a:xfrm>
              <a:prstGeom prst="rect">
                <a:avLst/>
              </a:prstGeom>
              <a:solidFill>
                <a:srgbClr val="2498BD"/>
              </a:solidFill>
              <a:ln/>
            </p:spPr>
          </p:sp>
          <p:sp>
            <p:nvSpPr>
              <p:cNvPr id="266" name="Shape 7">
                <a:extLst>
                  <a:ext uri="{FF2B5EF4-FFF2-40B4-BE49-F238E27FC236}">
                    <a16:creationId xmlns:a16="http://schemas.microsoft.com/office/drawing/2014/main" id="{636D7534-B71B-67F9-0C02-FDE67BD40551}"/>
                  </a:ext>
                </a:extLst>
              </p:cNvPr>
              <p:cNvSpPr/>
              <p:nvPr/>
            </p:nvSpPr>
            <p:spPr>
              <a:xfrm>
                <a:off x="1041515" y="4424592"/>
                <a:ext cx="8205142" cy="13607"/>
              </a:xfrm>
              <a:prstGeom prst="rect">
                <a:avLst/>
              </a:prstGeom>
              <a:solidFill>
                <a:srgbClr val="CCCCCC"/>
              </a:solidFill>
              <a:ln/>
            </p:spPr>
          </p:sp>
          <p:sp>
            <p:nvSpPr>
              <p:cNvPr id="267" name="Shape 7">
                <a:extLst>
                  <a:ext uri="{FF2B5EF4-FFF2-40B4-BE49-F238E27FC236}">
                    <a16:creationId xmlns:a16="http://schemas.microsoft.com/office/drawing/2014/main" id="{93F11E70-9E67-DBDF-871B-31CAE9B6B618}"/>
                  </a:ext>
                </a:extLst>
              </p:cNvPr>
              <p:cNvSpPr/>
              <p:nvPr/>
            </p:nvSpPr>
            <p:spPr>
              <a:xfrm>
                <a:off x="1041515" y="4811436"/>
                <a:ext cx="8205142" cy="13607"/>
              </a:xfrm>
              <a:prstGeom prst="rect">
                <a:avLst/>
              </a:prstGeom>
              <a:solidFill>
                <a:srgbClr val="CCCCCC"/>
              </a:solidFill>
              <a:ln/>
            </p:spPr>
          </p:sp>
        </p:grpSp>
        <p:sp>
          <p:nvSpPr>
            <p:cNvPr id="268" name="Text 11">
              <a:extLst>
                <a:ext uri="{FF2B5EF4-FFF2-40B4-BE49-F238E27FC236}">
                  <a16:creationId xmlns:a16="http://schemas.microsoft.com/office/drawing/2014/main" id="{22F0A32A-8D4B-AEEB-E454-591DA5121A05}"/>
                </a:ext>
              </a:extLst>
            </p:cNvPr>
            <p:cNvSpPr/>
            <p:nvPr/>
          </p:nvSpPr>
          <p:spPr>
            <a:xfrm>
              <a:off x="1044691" y="4055158"/>
              <a:ext cx="385750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CN" sz="1400" dirty="0">
                  <a:solidFill>
                    <a:srgbClr val="555555"/>
                  </a:solidFill>
                  <a:latin typeface="Noto Sans SC Medium"/>
                  <a:ea typeface="Noto Sans SC Medium"/>
                  <a:cs typeface="Arial" pitchFamily="34" charset="-120"/>
                </a:rPr>
                <a:t>美版超声刀二代</a:t>
              </a:r>
            </a:p>
          </p:txBody>
        </p:sp>
        <p:sp>
          <p:nvSpPr>
            <p:cNvPr id="269" name="Text 15">
              <a:extLst>
                <a:ext uri="{FF2B5EF4-FFF2-40B4-BE49-F238E27FC236}">
                  <a16:creationId xmlns:a16="http://schemas.microsoft.com/office/drawing/2014/main" id="{E1F9666A-A929-08C7-CB00-B24D0A54DD74}"/>
                </a:ext>
              </a:extLst>
            </p:cNvPr>
            <p:cNvSpPr/>
            <p:nvPr/>
          </p:nvSpPr>
          <p:spPr>
            <a:xfrm>
              <a:off x="7710092" y="4135176"/>
              <a:ext cx="1536564" cy="215444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2498BD"/>
                  </a:solidFill>
                  <a:latin typeface="Noto Sans SC DemiLight"/>
                  <a:ea typeface="Noto Sans SC DemiLight"/>
                  <a:cs typeface="GC 16 Mono" pitchFamily="34" charset="-120"/>
                </a:rPr>
                <a:t xml:space="preserve">900发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3,40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  <p:sp>
          <p:nvSpPr>
            <p:cNvPr id="270" name="Text 15">
              <a:extLst>
                <a:ext uri="{FF2B5EF4-FFF2-40B4-BE49-F238E27FC236}">
                  <a16:creationId xmlns:a16="http://schemas.microsoft.com/office/drawing/2014/main" id="{EAE95153-2FB6-F2B4-1E9B-FD67914E0434}"/>
                </a:ext>
              </a:extLst>
            </p:cNvPr>
            <p:cNvSpPr/>
            <p:nvPr/>
          </p:nvSpPr>
          <p:spPr>
            <a:xfrm>
              <a:off x="6035130" y="4135176"/>
              <a:ext cx="1464564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2498BD"/>
                  </a:solidFill>
                  <a:latin typeface="Noto Sans SC DemiLight"/>
                  <a:ea typeface="Noto Sans SC DemiLight"/>
                  <a:cs typeface="GC 16 Mono" pitchFamily="34" charset="-120"/>
                </a:rPr>
                <a:t xml:space="preserve">600发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2,30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  <p:sp>
          <p:nvSpPr>
            <p:cNvPr id="271" name="Text 15">
              <a:extLst>
                <a:ext uri="{FF2B5EF4-FFF2-40B4-BE49-F238E27FC236}">
                  <a16:creationId xmlns:a16="http://schemas.microsoft.com/office/drawing/2014/main" id="{60B13E2C-F7E4-1F5E-ABEA-CA09A6826889}"/>
                </a:ext>
              </a:extLst>
            </p:cNvPr>
            <p:cNvSpPr/>
            <p:nvPr/>
          </p:nvSpPr>
          <p:spPr>
            <a:xfrm>
              <a:off x="4166284" y="4135176"/>
              <a:ext cx="1464564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r>
                <a:rPr lang="zh-CN" sz="1200" dirty="0">
                  <a:solidFill>
                    <a:srgbClr val="2498BD"/>
                  </a:solidFill>
                  <a:latin typeface="Noto Sans SC DemiLight"/>
                  <a:ea typeface="Noto Sans SC DemiLight"/>
                  <a:cs typeface="GC 16 Mono" pitchFamily="34" charset="-120"/>
                </a:rPr>
                <a:t xml:space="preserve">300发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1,30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  <p:sp>
          <p:nvSpPr>
            <p:cNvPr id="272" name="Text 11">
              <a:extLst>
                <a:ext uri="{FF2B5EF4-FFF2-40B4-BE49-F238E27FC236}">
                  <a16:creationId xmlns:a16="http://schemas.microsoft.com/office/drawing/2014/main" id="{987F0E45-8658-49AA-7DB5-FA67CE0B83E6}"/>
                </a:ext>
              </a:extLst>
            </p:cNvPr>
            <p:cNvSpPr/>
            <p:nvPr/>
          </p:nvSpPr>
          <p:spPr>
            <a:xfrm>
              <a:off x="1044691" y="4442810"/>
              <a:ext cx="385750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CN" sz="1400" dirty="0">
                  <a:solidFill>
                    <a:srgbClr val="555555"/>
                  </a:solidFill>
                  <a:latin typeface="Noto Sans SC Medium"/>
                  <a:ea typeface="Noto Sans SC Medium"/>
                  <a:cs typeface="Arial" pitchFamily="34" charset="-120"/>
                </a:rPr>
                <a:t xml:space="preserve">100发 加购  </a:t>
              </a:r>
              <a:r>
                <a:rPr lang="zh-CN" sz="1000" dirty="0">
                  <a:solidFill>
                    <a:srgbClr val="555555"/>
                  </a:solidFill>
                  <a:latin typeface="Noto Sans SC DemiLight"/>
                  <a:ea typeface="Noto Sans SC DemiLight"/>
                  <a:cs typeface="Arial" pitchFamily="34" charset="-120"/>
                </a:rPr>
                <a:t>不可单独购买</a:t>
              </a:r>
            </a:p>
          </p:txBody>
        </p:sp>
        <p:sp>
          <p:nvSpPr>
            <p:cNvPr id="273" name="Text 15">
              <a:extLst>
                <a:ext uri="{FF2B5EF4-FFF2-40B4-BE49-F238E27FC236}">
                  <a16:creationId xmlns:a16="http://schemas.microsoft.com/office/drawing/2014/main" id="{AD2FD1F0-FC71-2D70-5066-54102EF9BCAD}"/>
                </a:ext>
              </a:extLst>
            </p:cNvPr>
            <p:cNvSpPr/>
            <p:nvPr/>
          </p:nvSpPr>
          <p:spPr>
            <a:xfrm>
              <a:off x="8468632" y="4522828"/>
              <a:ext cx="778024" cy="215444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450,000</a:t>
              </a:r>
            </a:p>
          </p:txBody>
        </p:sp>
      </p:grpSp>
      <p:grpSp>
        <p:nvGrpSpPr>
          <p:cNvPr id="409" name="그룹 408">
            <a:extLst>
              <a:ext uri="{FF2B5EF4-FFF2-40B4-BE49-F238E27FC236}">
                <a16:creationId xmlns:a16="http://schemas.microsoft.com/office/drawing/2014/main" id="{8E9A3294-6ADC-57A2-27C4-E7E8914AE877}"/>
              </a:ext>
            </a:extLst>
          </p:cNvPr>
          <p:cNvGrpSpPr/>
          <p:nvPr/>
        </p:nvGrpSpPr>
        <p:grpSpPr>
          <a:xfrm>
            <a:off x="930580" y="4639850"/>
            <a:ext cx="8316077" cy="1119552"/>
            <a:chOff x="930580" y="5104573"/>
            <a:chExt cx="8316077" cy="1119552"/>
          </a:xfrm>
        </p:grpSpPr>
        <p:sp>
          <p:nvSpPr>
            <p:cNvPr id="279" name="TextBox 278">
              <a:extLst>
                <a:ext uri="{FF2B5EF4-FFF2-40B4-BE49-F238E27FC236}">
                  <a16:creationId xmlns:a16="http://schemas.microsoft.com/office/drawing/2014/main" id="{B0FA39E2-A5D7-7FA7-A224-5F19B50018C4}"/>
                </a:ext>
              </a:extLst>
            </p:cNvPr>
            <p:cNvSpPr txBox="1"/>
            <p:nvPr/>
          </p:nvSpPr>
          <p:spPr>
            <a:xfrm>
              <a:off x="930580" y="5104573"/>
              <a:ext cx="2098434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zh-CN" dirty="0">
                  <a:latin typeface="Noto Sans SC SemiBold"/>
                  <a:ea typeface="Noto Sans SC SemiBold"/>
                  <a:cs typeface="Sinsegye" pitchFamily="34" charset="-120"/>
                </a:rPr>
                <a:t>美版热玛吉第五代</a:t>
              </a:r>
            </a:p>
          </p:txBody>
        </p:sp>
        <p:grpSp>
          <p:nvGrpSpPr>
            <p:cNvPr id="280" name="그룹 279">
              <a:extLst>
                <a:ext uri="{FF2B5EF4-FFF2-40B4-BE49-F238E27FC236}">
                  <a16:creationId xmlns:a16="http://schemas.microsoft.com/office/drawing/2014/main" id="{15FB02C6-4F0E-580E-B3AE-D8BBF2590143}"/>
                </a:ext>
              </a:extLst>
            </p:cNvPr>
            <p:cNvGrpSpPr/>
            <p:nvPr/>
          </p:nvGrpSpPr>
          <p:grpSpPr>
            <a:xfrm>
              <a:off x="1041515" y="5435913"/>
              <a:ext cx="8205142" cy="788212"/>
              <a:chOff x="1041515" y="4036831"/>
              <a:chExt cx="8205142" cy="788212"/>
            </a:xfrm>
          </p:grpSpPr>
          <p:sp>
            <p:nvSpPr>
              <p:cNvPr id="281" name="Shape 7">
                <a:extLst>
                  <a:ext uri="{FF2B5EF4-FFF2-40B4-BE49-F238E27FC236}">
                    <a16:creationId xmlns:a16="http://schemas.microsoft.com/office/drawing/2014/main" id="{A538C9DC-57F0-E5CA-6B74-C78D8EEDBFE7}"/>
                  </a:ext>
                </a:extLst>
              </p:cNvPr>
              <p:cNvSpPr/>
              <p:nvPr/>
            </p:nvSpPr>
            <p:spPr>
              <a:xfrm>
                <a:off x="1041515" y="4036831"/>
                <a:ext cx="8205142" cy="13607"/>
              </a:xfrm>
              <a:prstGeom prst="rect">
                <a:avLst/>
              </a:prstGeom>
              <a:solidFill>
                <a:srgbClr val="2498BD"/>
              </a:solidFill>
              <a:ln/>
            </p:spPr>
          </p:sp>
          <p:sp>
            <p:nvSpPr>
              <p:cNvPr id="282" name="Shape 7">
                <a:extLst>
                  <a:ext uri="{FF2B5EF4-FFF2-40B4-BE49-F238E27FC236}">
                    <a16:creationId xmlns:a16="http://schemas.microsoft.com/office/drawing/2014/main" id="{E3F6206E-C4B4-433B-8D68-4E1AABEE25A2}"/>
                  </a:ext>
                </a:extLst>
              </p:cNvPr>
              <p:cNvSpPr/>
              <p:nvPr/>
            </p:nvSpPr>
            <p:spPr>
              <a:xfrm>
                <a:off x="1041515" y="4424592"/>
                <a:ext cx="8205142" cy="13607"/>
              </a:xfrm>
              <a:prstGeom prst="rect">
                <a:avLst/>
              </a:prstGeom>
              <a:solidFill>
                <a:srgbClr val="CCCCCC"/>
              </a:solidFill>
              <a:ln/>
            </p:spPr>
          </p:sp>
          <p:sp>
            <p:nvSpPr>
              <p:cNvPr id="283" name="Shape 7">
                <a:extLst>
                  <a:ext uri="{FF2B5EF4-FFF2-40B4-BE49-F238E27FC236}">
                    <a16:creationId xmlns:a16="http://schemas.microsoft.com/office/drawing/2014/main" id="{13CF50CC-2B89-A6F9-9A74-9CD0319881A5}"/>
                  </a:ext>
                </a:extLst>
              </p:cNvPr>
              <p:cNvSpPr/>
              <p:nvPr/>
            </p:nvSpPr>
            <p:spPr>
              <a:xfrm>
                <a:off x="1041515" y="4811436"/>
                <a:ext cx="8205142" cy="13607"/>
              </a:xfrm>
              <a:prstGeom prst="rect">
                <a:avLst/>
              </a:prstGeom>
              <a:solidFill>
                <a:srgbClr val="CCCCCC"/>
              </a:solidFill>
              <a:ln/>
            </p:spPr>
          </p:sp>
        </p:grpSp>
        <p:sp>
          <p:nvSpPr>
            <p:cNvPr id="284" name="Text 11">
              <a:extLst>
                <a:ext uri="{FF2B5EF4-FFF2-40B4-BE49-F238E27FC236}">
                  <a16:creationId xmlns:a16="http://schemas.microsoft.com/office/drawing/2014/main" id="{506F17A7-39A0-EC47-8D6E-E6D1B54C6CFD}"/>
                </a:ext>
              </a:extLst>
            </p:cNvPr>
            <p:cNvSpPr/>
            <p:nvPr/>
          </p:nvSpPr>
          <p:spPr>
            <a:xfrm>
              <a:off x="1044691" y="5446578"/>
              <a:ext cx="385750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CN" sz="1400" dirty="0">
                  <a:solidFill>
                    <a:srgbClr val="555555"/>
                  </a:solidFill>
                  <a:latin typeface="Noto Sans SC Medium"/>
                  <a:ea typeface="Noto Sans SC Medium"/>
                  <a:cs typeface="Arial" pitchFamily="34" charset="-120"/>
                </a:rPr>
                <a:t>眼部美版热玛吉</a:t>
              </a:r>
              <a:endParaRPr lang="ko-KR" altLang="en-US" sz="1400" dirty="0">
                <a:solidFill>
                  <a:srgbClr val="555555"/>
                </a:solidFill>
                <a:latin typeface="신세계 Medium" panose="02000300000000000000" pitchFamily="50" charset="-127"/>
                <a:ea typeface="신세계 Medium" panose="02000300000000000000" pitchFamily="50" charset="-127"/>
                <a:cs typeface="Arial" pitchFamily="34" charset="-120"/>
              </a:endParaRPr>
            </a:p>
          </p:txBody>
        </p:sp>
        <p:sp>
          <p:nvSpPr>
            <p:cNvPr id="285" name="Text 15">
              <a:extLst>
                <a:ext uri="{FF2B5EF4-FFF2-40B4-BE49-F238E27FC236}">
                  <a16:creationId xmlns:a16="http://schemas.microsoft.com/office/drawing/2014/main" id="{6102AD7D-B35E-776B-09C5-9EA150FAEA46}"/>
                </a:ext>
              </a:extLst>
            </p:cNvPr>
            <p:cNvSpPr/>
            <p:nvPr/>
          </p:nvSpPr>
          <p:spPr>
            <a:xfrm>
              <a:off x="7710092" y="5526596"/>
              <a:ext cx="1536564" cy="215444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2498BD"/>
                  </a:solidFill>
                  <a:latin typeface="Noto Sans SC DemiLight"/>
                  <a:ea typeface="Noto Sans SC DemiLight"/>
                  <a:cs typeface="GC 16 Mono" pitchFamily="34" charset="-120"/>
                </a:rPr>
                <a:t xml:space="preserve">450发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2,00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  <p:sp>
          <p:nvSpPr>
            <p:cNvPr id="286" name="Text 15">
              <a:extLst>
                <a:ext uri="{FF2B5EF4-FFF2-40B4-BE49-F238E27FC236}">
                  <a16:creationId xmlns:a16="http://schemas.microsoft.com/office/drawing/2014/main" id="{1549756E-3097-9816-12C2-EFBC3B1F9ECE}"/>
                </a:ext>
              </a:extLst>
            </p:cNvPr>
            <p:cNvSpPr/>
            <p:nvPr/>
          </p:nvSpPr>
          <p:spPr>
            <a:xfrm>
              <a:off x="6002269" y="5526596"/>
              <a:ext cx="1464564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2498BD"/>
                  </a:solidFill>
                  <a:latin typeface="Noto Sans SC DemiLight"/>
                  <a:ea typeface="Noto Sans SC DemiLight"/>
                  <a:cs typeface="GC 16 Mono" pitchFamily="34" charset="-120"/>
                </a:rPr>
                <a:t xml:space="preserve">225发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1,30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  <p:sp>
          <p:nvSpPr>
            <p:cNvPr id="288" name="Text 11">
              <a:extLst>
                <a:ext uri="{FF2B5EF4-FFF2-40B4-BE49-F238E27FC236}">
                  <a16:creationId xmlns:a16="http://schemas.microsoft.com/office/drawing/2014/main" id="{B3FD0BF4-E160-2BB4-6843-A04EF4B04B59}"/>
                </a:ext>
              </a:extLst>
            </p:cNvPr>
            <p:cNvSpPr/>
            <p:nvPr/>
          </p:nvSpPr>
          <p:spPr>
            <a:xfrm>
              <a:off x="1044691" y="5834230"/>
              <a:ext cx="385750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CN" sz="1400" dirty="0">
                  <a:solidFill>
                    <a:srgbClr val="555555"/>
                  </a:solidFill>
                  <a:latin typeface="Noto Sans SC Medium"/>
                  <a:ea typeface="Noto Sans SC Medium"/>
                  <a:cs typeface="Arial" pitchFamily="34" charset="-120"/>
                </a:rPr>
                <a:t>美版热玛吉第五代</a:t>
              </a:r>
            </a:p>
          </p:txBody>
        </p:sp>
        <p:sp>
          <p:nvSpPr>
            <p:cNvPr id="289" name="Text 15">
              <a:extLst>
                <a:ext uri="{FF2B5EF4-FFF2-40B4-BE49-F238E27FC236}">
                  <a16:creationId xmlns:a16="http://schemas.microsoft.com/office/drawing/2014/main" id="{A0374023-2519-70DE-75BC-CAE3DD21D0F5}"/>
                </a:ext>
              </a:extLst>
            </p:cNvPr>
            <p:cNvSpPr/>
            <p:nvPr/>
          </p:nvSpPr>
          <p:spPr>
            <a:xfrm>
              <a:off x="7710092" y="5914248"/>
              <a:ext cx="1536564" cy="215444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2498BD"/>
                  </a:solidFill>
                  <a:latin typeface="Noto Sans SC DemiLight"/>
                  <a:ea typeface="Noto Sans SC DemiLight"/>
                  <a:cs typeface="GC 16 Mono" pitchFamily="34" charset="-120"/>
                </a:rPr>
                <a:t xml:space="preserve">900发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3,000,000</a:t>
              </a:r>
            </a:p>
          </p:txBody>
        </p:sp>
        <p:sp>
          <p:nvSpPr>
            <p:cNvPr id="291" name="Text 15">
              <a:extLst>
                <a:ext uri="{FF2B5EF4-FFF2-40B4-BE49-F238E27FC236}">
                  <a16:creationId xmlns:a16="http://schemas.microsoft.com/office/drawing/2014/main" id="{6428E6C1-54BC-80DF-C60E-110526729531}"/>
                </a:ext>
              </a:extLst>
            </p:cNvPr>
            <p:cNvSpPr/>
            <p:nvPr/>
          </p:nvSpPr>
          <p:spPr>
            <a:xfrm>
              <a:off x="6033527" y="5914248"/>
              <a:ext cx="1464564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2498BD"/>
                  </a:solidFill>
                  <a:latin typeface="Noto Sans SC DemiLight"/>
                  <a:ea typeface="Noto Sans SC DemiLight"/>
                  <a:cs typeface="GC 16 Mono" pitchFamily="34" charset="-120"/>
                </a:rPr>
                <a:t xml:space="preserve">600发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2,20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  <p:sp>
          <p:nvSpPr>
            <p:cNvPr id="292" name="Text 15">
              <a:extLst>
                <a:ext uri="{FF2B5EF4-FFF2-40B4-BE49-F238E27FC236}">
                  <a16:creationId xmlns:a16="http://schemas.microsoft.com/office/drawing/2014/main" id="{728EA739-4971-C4B7-3EB6-E61ED4A18C18}"/>
                </a:ext>
              </a:extLst>
            </p:cNvPr>
            <p:cNvSpPr/>
            <p:nvPr/>
          </p:nvSpPr>
          <p:spPr>
            <a:xfrm>
              <a:off x="4166284" y="5914248"/>
              <a:ext cx="1464564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r>
                <a:rPr lang="zh-CN" sz="1200" dirty="0">
                  <a:solidFill>
                    <a:srgbClr val="2498BD"/>
                  </a:solidFill>
                  <a:latin typeface="Noto Sans SC DemiLight"/>
                  <a:ea typeface="Noto Sans SC DemiLight"/>
                  <a:cs typeface="GC 16 Mono" pitchFamily="34" charset="-120"/>
                </a:rPr>
                <a:t xml:space="preserve">300发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1,50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</p:grpSp>
      <p:grpSp>
        <p:nvGrpSpPr>
          <p:cNvPr id="410" name="그룹 409">
            <a:extLst>
              <a:ext uri="{FF2B5EF4-FFF2-40B4-BE49-F238E27FC236}">
                <a16:creationId xmlns:a16="http://schemas.microsoft.com/office/drawing/2014/main" id="{E2294037-9E72-9212-D5F6-E3371305EA36}"/>
              </a:ext>
            </a:extLst>
          </p:cNvPr>
          <p:cNvGrpSpPr/>
          <p:nvPr/>
        </p:nvGrpSpPr>
        <p:grpSpPr>
          <a:xfrm>
            <a:off x="930580" y="7228976"/>
            <a:ext cx="8316077" cy="1119552"/>
            <a:chOff x="930580" y="6495674"/>
            <a:chExt cx="8316077" cy="1119552"/>
          </a:xfrm>
        </p:grpSpPr>
        <p:sp>
          <p:nvSpPr>
            <p:cNvPr id="294" name="TextBox 293">
              <a:extLst>
                <a:ext uri="{FF2B5EF4-FFF2-40B4-BE49-F238E27FC236}">
                  <a16:creationId xmlns:a16="http://schemas.microsoft.com/office/drawing/2014/main" id="{91AA99A9-A620-BB28-8A2B-A4F03F4FECFE}"/>
                </a:ext>
              </a:extLst>
            </p:cNvPr>
            <p:cNvSpPr txBox="1"/>
            <p:nvPr/>
          </p:nvSpPr>
          <p:spPr>
            <a:xfrm>
              <a:off x="930580" y="6495674"/>
              <a:ext cx="913739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zh-CN" dirty="0">
                  <a:latin typeface="Noto Sans SC SemiBold"/>
                  <a:ea typeface="Noto Sans SC SemiBold"/>
                  <a:cs typeface="Sinsegye" pitchFamily="34" charset="-120"/>
                </a:rPr>
                <a:t>钛提升</a:t>
              </a:r>
            </a:p>
          </p:txBody>
        </p:sp>
        <p:grpSp>
          <p:nvGrpSpPr>
            <p:cNvPr id="295" name="그룹 294">
              <a:extLst>
                <a:ext uri="{FF2B5EF4-FFF2-40B4-BE49-F238E27FC236}">
                  <a16:creationId xmlns:a16="http://schemas.microsoft.com/office/drawing/2014/main" id="{99042B02-6DA4-17EC-E699-10F7C3B46936}"/>
                </a:ext>
              </a:extLst>
            </p:cNvPr>
            <p:cNvGrpSpPr/>
            <p:nvPr/>
          </p:nvGrpSpPr>
          <p:grpSpPr>
            <a:xfrm>
              <a:off x="1041515" y="6827014"/>
              <a:ext cx="8205142" cy="788212"/>
              <a:chOff x="1041515" y="4036831"/>
              <a:chExt cx="8205142" cy="788212"/>
            </a:xfrm>
          </p:grpSpPr>
          <p:sp>
            <p:nvSpPr>
              <p:cNvPr id="296" name="Shape 7">
                <a:extLst>
                  <a:ext uri="{FF2B5EF4-FFF2-40B4-BE49-F238E27FC236}">
                    <a16:creationId xmlns:a16="http://schemas.microsoft.com/office/drawing/2014/main" id="{2758B90A-45AB-6EF8-1F59-F1AA7B28656F}"/>
                  </a:ext>
                </a:extLst>
              </p:cNvPr>
              <p:cNvSpPr/>
              <p:nvPr/>
            </p:nvSpPr>
            <p:spPr>
              <a:xfrm>
                <a:off x="1041515" y="4036831"/>
                <a:ext cx="8205142" cy="13607"/>
              </a:xfrm>
              <a:prstGeom prst="rect">
                <a:avLst/>
              </a:prstGeom>
              <a:solidFill>
                <a:srgbClr val="2498BD"/>
              </a:solidFill>
              <a:ln/>
            </p:spPr>
          </p:sp>
          <p:sp>
            <p:nvSpPr>
              <p:cNvPr id="297" name="Shape 7">
                <a:extLst>
                  <a:ext uri="{FF2B5EF4-FFF2-40B4-BE49-F238E27FC236}">
                    <a16:creationId xmlns:a16="http://schemas.microsoft.com/office/drawing/2014/main" id="{A1750EB6-A679-8FB3-9059-8CEEDBE8F48C}"/>
                  </a:ext>
                </a:extLst>
              </p:cNvPr>
              <p:cNvSpPr/>
              <p:nvPr/>
            </p:nvSpPr>
            <p:spPr>
              <a:xfrm>
                <a:off x="1041515" y="4424592"/>
                <a:ext cx="8205142" cy="13607"/>
              </a:xfrm>
              <a:prstGeom prst="rect">
                <a:avLst/>
              </a:prstGeom>
              <a:solidFill>
                <a:srgbClr val="CCCCCC"/>
              </a:solidFill>
              <a:ln/>
            </p:spPr>
          </p:sp>
          <p:sp>
            <p:nvSpPr>
              <p:cNvPr id="298" name="Shape 7">
                <a:extLst>
                  <a:ext uri="{FF2B5EF4-FFF2-40B4-BE49-F238E27FC236}">
                    <a16:creationId xmlns:a16="http://schemas.microsoft.com/office/drawing/2014/main" id="{1F992ED4-B7E3-50F8-3731-EBBD9AD57FC3}"/>
                  </a:ext>
                </a:extLst>
              </p:cNvPr>
              <p:cNvSpPr/>
              <p:nvPr/>
            </p:nvSpPr>
            <p:spPr>
              <a:xfrm>
                <a:off x="1041515" y="4811436"/>
                <a:ext cx="8205142" cy="13607"/>
              </a:xfrm>
              <a:prstGeom prst="rect">
                <a:avLst/>
              </a:prstGeom>
              <a:solidFill>
                <a:srgbClr val="CCCCCC"/>
              </a:solidFill>
              <a:ln/>
            </p:spPr>
          </p:sp>
        </p:grpSp>
        <p:sp>
          <p:nvSpPr>
            <p:cNvPr id="299" name="Text 11">
              <a:extLst>
                <a:ext uri="{FF2B5EF4-FFF2-40B4-BE49-F238E27FC236}">
                  <a16:creationId xmlns:a16="http://schemas.microsoft.com/office/drawing/2014/main" id="{945F4294-0BA8-67E1-763E-D2DC57DA56F1}"/>
                </a:ext>
              </a:extLst>
            </p:cNvPr>
            <p:cNvSpPr/>
            <p:nvPr/>
          </p:nvSpPr>
          <p:spPr>
            <a:xfrm>
              <a:off x="1044691" y="6837679"/>
              <a:ext cx="385750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CN" sz="1400" dirty="0">
                  <a:solidFill>
                    <a:srgbClr val="555555"/>
                  </a:solidFill>
                  <a:latin typeface="Noto Sans SC Medium"/>
                  <a:ea typeface="Noto Sans SC Medium"/>
                  <a:cs typeface="Arial" pitchFamily="34" charset="-120"/>
                </a:rPr>
                <a:t>钛提升</a:t>
              </a:r>
            </a:p>
          </p:txBody>
        </p:sp>
        <p:sp>
          <p:nvSpPr>
            <p:cNvPr id="300" name="Text 15">
              <a:extLst>
                <a:ext uri="{FF2B5EF4-FFF2-40B4-BE49-F238E27FC236}">
                  <a16:creationId xmlns:a16="http://schemas.microsoft.com/office/drawing/2014/main" id="{43C46973-9356-626A-924C-1AEF8EBE5042}"/>
                </a:ext>
              </a:extLst>
            </p:cNvPr>
            <p:cNvSpPr/>
            <p:nvPr/>
          </p:nvSpPr>
          <p:spPr>
            <a:xfrm>
              <a:off x="7902771" y="6917697"/>
              <a:ext cx="1343885" cy="215444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100KJ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1,30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  <p:sp>
          <p:nvSpPr>
            <p:cNvPr id="301" name="Text 15">
              <a:extLst>
                <a:ext uri="{FF2B5EF4-FFF2-40B4-BE49-F238E27FC236}">
                  <a16:creationId xmlns:a16="http://schemas.microsoft.com/office/drawing/2014/main" id="{C7DF73BB-CB5B-3FFA-D037-8F53271A5460}"/>
                </a:ext>
              </a:extLst>
            </p:cNvPr>
            <p:cNvSpPr/>
            <p:nvPr/>
          </p:nvSpPr>
          <p:spPr>
            <a:xfrm>
              <a:off x="6223704" y="6917697"/>
              <a:ext cx="1067600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50KJ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80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  <p:sp>
          <p:nvSpPr>
            <p:cNvPr id="302" name="Text 11">
              <a:extLst>
                <a:ext uri="{FF2B5EF4-FFF2-40B4-BE49-F238E27FC236}">
                  <a16:creationId xmlns:a16="http://schemas.microsoft.com/office/drawing/2014/main" id="{27CDD484-7781-65BB-B590-E42DE45205D4}"/>
                </a:ext>
              </a:extLst>
            </p:cNvPr>
            <p:cNvSpPr/>
            <p:nvPr/>
          </p:nvSpPr>
          <p:spPr>
            <a:xfrm>
              <a:off x="1044691" y="7225331"/>
              <a:ext cx="385750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CN" sz="1400" dirty="0">
                  <a:solidFill>
                    <a:srgbClr val="555555"/>
                  </a:solidFill>
                  <a:latin typeface="Noto Sans SC Medium"/>
                  <a:ea typeface="Noto Sans SC Medium"/>
                  <a:cs typeface="Arial" pitchFamily="34" charset="-120"/>
                </a:rPr>
                <a:t xml:space="preserve">10KJ 加购  </a:t>
              </a:r>
              <a:r>
                <a:rPr lang="zh-CN" sz="1000" dirty="0">
                  <a:solidFill>
                    <a:srgbClr val="6E6E6E"/>
                  </a:solidFill>
                  <a:latin typeface="Noto Sans SC DemiLight"/>
                  <a:ea typeface="Noto Sans SC DemiLight"/>
                  <a:cs typeface="Arial" pitchFamily="34" charset="-120"/>
                </a:rPr>
                <a:t>不可单独购买</a:t>
              </a:r>
              <a:endParaRPr lang="en-US" altLang="ko-KR" sz="1000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303" name="Text 15">
              <a:extLst>
                <a:ext uri="{FF2B5EF4-FFF2-40B4-BE49-F238E27FC236}">
                  <a16:creationId xmlns:a16="http://schemas.microsoft.com/office/drawing/2014/main" id="{A4A29E3D-7E1F-50D5-E6D1-53107D2108CC}"/>
                </a:ext>
              </a:extLst>
            </p:cNvPr>
            <p:cNvSpPr/>
            <p:nvPr/>
          </p:nvSpPr>
          <p:spPr>
            <a:xfrm>
              <a:off x="8468632" y="7305349"/>
              <a:ext cx="778024" cy="215444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200,000</a:t>
              </a:r>
            </a:p>
          </p:txBody>
        </p:sp>
        <p:sp>
          <p:nvSpPr>
            <p:cNvPr id="307" name="Text 15">
              <a:extLst>
                <a:ext uri="{FF2B5EF4-FFF2-40B4-BE49-F238E27FC236}">
                  <a16:creationId xmlns:a16="http://schemas.microsoft.com/office/drawing/2014/main" id="{055F6127-C3CC-645E-CB66-6C0D66E25FD6}"/>
                </a:ext>
              </a:extLst>
            </p:cNvPr>
            <p:cNvSpPr/>
            <p:nvPr/>
          </p:nvSpPr>
          <p:spPr>
            <a:xfrm>
              <a:off x="4546240" y="6917697"/>
              <a:ext cx="1065997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r>
                <a:rPr lang="en-US" altLang="ko-KR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30KJ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50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</p:grpSp>
      <p:grpSp>
        <p:nvGrpSpPr>
          <p:cNvPr id="411" name="그룹 410">
            <a:extLst>
              <a:ext uri="{FF2B5EF4-FFF2-40B4-BE49-F238E27FC236}">
                <a16:creationId xmlns:a16="http://schemas.microsoft.com/office/drawing/2014/main" id="{DA8911E5-5552-5EA1-92A6-3E367443352A}"/>
              </a:ext>
            </a:extLst>
          </p:cNvPr>
          <p:cNvGrpSpPr/>
          <p:nvPr/>
        </p:nvGrpSpPr>
        <p:grpSpPr>
          <a:xfrm>
            <a:off x="930580" y="8530968"/>
            <a:ext cx="8316077" cy="1988959"/>
            <a:chOff x="930580" y="7888167"/>
            <a:chExt cx="8316077" cy="1988959"/>
          </a:xfrm>
        </p:grpSpPr>
        <p:sp>
          <p:nvSpPr>
            <p:cNvPr id="357" name="Shape 7">
              <a:extLst>
                <a:ext uri="{FF2B5EF4-FFF2-40B4-BE49-F238E27FC236}">
                  <a16:creationId xmlns:a16="http://schemas.microsoft.com/office/drawing/2014/main" id="{E607798E-B0E9-8267-6480-2620851711F5}"/>
                </a:ext>
              </a:extLst>
            </p:cNvPr>
            <p:cNvSpPr/>
            <p:nvPr/>
          </p:nvSpPr>
          <p:spPr>
            <a:xfrm>
              <a:off x="1041515" y="8215748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358" name="Shape 7">
              <a:extLst>
                <a:ext uri="{FF2B5EF4-FFF2-40B4-BE49-F238E27FC236}">
                  <a16:creationId xmlns:a16="http://schemas.microsoft.com/office/drawing/2014/main" id="{8E939770-BA6D-024F-CE6A-038DDD4D8C10}"/>
                </a:ext>
              </a:extLst>
            </p:cNvPr>
            <p:cNvSpPr/>
            <p:nvPr/>
          </p:nvSpPr>
          <p:spPr>
            <a:xfrm>
              <a:off x="1041515" y="8846186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359" name="Text 11">
              <a:extLst>
                <a:ext uri="{FF2B5EF4-FFF2-40B4-BE49-F238E27FC236}">
                  <a16:creationId xmlns:a16="http://schemas.microsoft.com/office/drawing/2014/main" id="{09F0A2BC-67C2-41E8-F3B1-5C29C2C1C454}"/>
                </a:ext>
              </a:extLst>
            </p:cNvPr>
            <p:cNvSpPr/>
            <p:nvPr/>
          </p:nvSpPr>
          <p:spPr>
            <a:xfrm>
              <a:off x="1044692" y="8226034"/>
              <a:ext cx="2801771" cy="62015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CN" sz="1400" dirty="0">
                  <a:solidFill>
                    <a:srgbClr val="555555"/>
                  </a:solidFill>
                  <a:latin typeface="Noto Sans SC Medium"/>
                  <a:ea typeface="Noto Sans SC Medium"/>
                  <a:cs typeface="Arial" pitchFamily="34" charset="-120"/>
                </a:rPr>
                <a:t>Onda 面部</a:t>
              </a:r>
            </a:p>
          </p:txBody>
        </p:sp>
        <p:sp>
          <p:nvSpPr>
            <p:cNvPr id="361" name="Text 15">
              <a:extLst>
                <a:ext uri="{FF2B5EF4-FFF2-40B4-BE49-F238E27FC236}">
                  <a16:creationId xmlns:a16="http://schemas.microsoft.com/office/drawing/2014/main" id="{16297137-69C1-8D96-3646-A624F5B89804}"/>
                </a:ext>
              </a:extLst>
            </p:cNvPr>
            <p:cNvSpPr/>
            <p:nvPr/>
          </p:nvSpPr>
          <p:spPr>
            <a:xfrm>
              <a:off x="6848524" y="8320666"/>
              <a:ext cx="2398132" cy="430887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2498BD"/>
                  </a:solidFill>
                  <a:latin typeface="Noto Sans SC DemiLight"/>
                  <a:ea typeface="Noto Sans SC DemiLight"/>
                  <a:cs typeface="GC 16 Mono" pitchFamily="34" charset="-120"/>
                </a:rPr>
                <a:t xml:space="preserve">80KJ 双下巴 + 下半脸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600,000</a:t>
              </a:r>
              <a:endParaRPr lang="en-US" altLang="ko-KR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  <a:p>
              <a:pPr algn="r"/>
              <a:r>
                <a:rPr lang="zh-CN" sz="1200" dirty="0">
                  <a:solidFill>
                    <a:srgbClr val="2498BD"/>
                  </a:solidFill>
                  <a:latin typeface="Noto Sans SC DemiLight"/>
                  <a:ea typeface="Noto Sans SC DemiLight"/>
                  <a:cs typeface="GC 16 Mono" pitchFamily="34" charset="-120"/>
                </a:rPr>
                <a:t>100KJ 全脸</a:t>
              </a:r>
              <a:r>
                <a:rPr lang="en-US" altLang="ko-KR" sz="14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800,000</a:t>
              </a:r>
              <a:endParaRPr lang="en-US" altLang="ko-KR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</p:txBody>
        </p:sp>
        <p:sp>
          <p:nvSpPr>
            <p:cNvPr id="362" name="Text 15">
              <a:extLst>
                <a:ext uri="{FF2B5EF4-FFF2-40B4-BE49-F238E27FC236}">
                  <a16:creationId xmlns:a16="http://schemas.microsoft.com/office/drawing/2014/main" id="{67D9AF22-C1BD-A055-F45B-2E79AB7CEBB4}"/>
                </a:ext>
              </a:extLst>
            </p:cNvPr>
            <p:cNvSpPr/>
            <p:nvPr/>
          </p:nvSpPr>
          <p:spPr>
            <a:xfrm>
              <a:off x="4546240" y="8428387"/>
              <a:ext cx="1702054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r>
                <a:rPr lang="zh-CN" sz="1200" dirty="0">
                  <a:solidFill>
                    <a:srgbClr val="2498BD"/>
                  </a:solidFill>
                  <a:latin typeface="Noto Sans SC DemiLight"/>
                  <a:ea typeface="Noto Sans SC DemiLight"/>
                  <a:cs typeface="GC 16 Mono" pitchFamily="34" charset="-120"/>
                </a:rPr>
                <a:t>50KJ 双下巴</a:t>
              </a:r>
              <a:r>
                <a:rPr lang="en-US" altLang="ko-KR" sz="105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400,000</a:t>
              </a:r>
              <a:endParaRPr lang="en-US" altLang="ko-KR" sz="12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endParaRPr>
            </a:p>
          </p:txBody>
        </p:sp>
        <p:sp>
          <p:nvSpPr>
            <p:cNvPr id="310" name="TextBox 309">
              <a:extLst>
                <a:ext uri="{FF2B5EF4-FFF2-40B4-BE49-F238E27FC236}">
                  <a16:creationId xmlns:a16="http://schemas.microsoft.com/office/drawing/2014/main" id="{CC1D7ABF-4E5F-FDAA-4C9D-6E39E29DE00F}"/>
                </a:ext>
              </a:extLst>
            </p:cNvPr>
            <p:cNvSpPr txBox="1"/>
            <p:nvPr/>
          </p:nvSpPr>
          <p:spPr>
            <a:xfrm>
              <a:off x="930580" y="7888167"/>
              <a:ext cx="710714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zh-CN" dirty="0">
                  <a:latin typeface="Noto Sans SC SemiBold"/>
                  <a:ea typeface="Noto Sans SC SemiBold"/>
                  <a:cs typeface="Sinsegye" pitchFamily="34" charset="-120"/>
                </a:rPr>
                <a:t>Onda</a:t>
              </a:r>
            </a:p>
          </p:txBody>
        </p:sp>
        <p:sp>
          <p:nvSpPr>
            <p:cNvPr id="313" name="Shape 7">
              <a:extLst>
                <a:ext uri="{FF2B5EF4-FFF2-40B4-BE49-F238E27FC236}">
                  <a16:creationId xmlns:a16="http://schemas.microsoft.com/office/drawing/2014/main" id="{BA4C4492-A536-70F5-CA03-C0EDBCDDBE45}"/>
                </a:ext>
              </a:extLst>
            </p:cNvPr>
            <p:cNvSpPr/>
            <p:nvPr/>
          </p:nvSpPr>
          <p:spPr>
            <a:xfrm>
              <a:off x="1041515" y="8214922"/>
              <a:ext cx="8205142" cy="13607"/>
            </a:xfrm>
            <a:prstGeom prst="rect">
              <a:avLst/>
            </a:prstGeom>
            <a:solidFill>
              <a:srgbClr val="2498BD"/>
            </a:solidFill>
            <a:ln/>
          </p:spPr>
        </p:sp>
        <p:sp>
          <p:nvSpPr>
            <p:cNvPr id="317" name="Text 11">
              <a:extLst>
                <a:ext uri="{FF2B5EF4-FFF2-40B4-BE49-F238E27FC236}">
                  <a16:creationId xmlns:a16="http://schemas.microsoft.com/office/drawing/2014/main" id="{ED501A07-CBFF-3612-559B-BB987ADFEA7D}"/>
                </a:ext>
              </a:extLst>
            </p:cNvPr>
            <p:cNvSpPr/>
            <p:nvPr/>
          </p:nvSpPr>
          <p:spPr>
            <a:xfrm>
              <a:off x="1044691" y="8854658"/>
              <a:ext cx="287706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CN" sz="1400" dirty="0">
                  <a:solidFill>
                    <a:srgbClr val="555555"/>
                  </a:solidFill>
                  <a:latin typeface="Noto Sans SC Medium"/>
                  <a:ea typeface="Noto Sans SC Medium"/>
                  <a:cs typeface="Arial" pitchFamily="34" charset="-120"/>
                </a:rPr>
                <a:t xml:space="preserve">Onda 面部 10KJ 加购  </a:t>
              </a:r>
              <a:r>
                <a:rPr lang="zh-CN" sz="1000" dirty="0">
                  <a:solidFill>
                    <a:srgbClr val="6E6E6E"/>
                  </a:solidFill>
                  <a:latin typeface="Noto Sans SC DemiLight"/>
                  <a:ea typeface="Noto Sans SC DemiLight"/>
                  <a:cs typeface="Arial" pitchFamily="34" charset="-120"/>
                </a:rPr>
                <a:t>不可单独购买</a:t>
              </a:r>
              <a:endParaRPr lang="en-US" altLang="ko-KR" sz="1000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331" name="Text 15">
              <a:extLst>
                <a:ext uri="{FF2B5EF4-FFF2-40B4-BE49-F238E27FC236}">
                  <a16:creationId xmlns:a16="http://schemas.microsoft.com/office/drawing/2014/main" id="{64F32DE2-E293-5533-860B-832219910D95}"/>
                </a:ext>
              </a:extLst>
            </p:cNvPr>
            <p:cNvSpPr/>
            <p:nvPr/>
          </p:nvSpPr>
          <p:spPr>
            <a:xfrm>
              <a:off x="8304506" y="8934676"/>
              <a:ext cx="942150" cy="215444"/>
            </a:xfrm>
            <a:prstGeom prst="rect">
              <a:avLst/>
            </a:prstGeom>
            <a:noFill/>
            <a:ln/>
          </p:spPr>
          <p:txBody>
            <a:bodyPr wrap="none" lIns="180000" tIns="0" rIns="72000" bIns="0" rtlCol="0" anchor="ctr" anchorCtr="0">
              <a:spAutoFit/>
            </a:bodyPr>
            <a:lstStyle/>
            <a:p>
              <a:pPr algn="r"/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100,000</a:t>
              </a:r>
            </a:p>
          </p:txBody>
        </p:sp>
        <p:sp>
          <p:nvSpPr>
            <p:cNvPr id="314" name="Shape 7">
              <a:extLst>
                <a:ext uri="{FF2B5EF4-FFF2-40B4-BE49-F238E27FC236}">
                  <a16:creationId xmlns:a16="http://schemas.microsoft.com/office/drawing/2014/main" id="{28E8B48E-0F4C-E20A-7E9A-1145292DC5E0}"/>
                </a:ext>
              </a:extLst>
            </p:cNvPr>
            <p:cNvSpPr/>
            <p:nvPr/>
          </p:nvSpPr>
          <p:spPr>
            <a:xfrm>
              <a:off x="1041515" y="9233081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353" name="Shape 7">
              <a:extLst>
                <a:ext uri="{FF2B5EF4-FFF2-40B4-BE49-F238E27FC236}">
                  <a16:creationId xmlns:a16="http://schemas.microsoft.com/office/drawing/2014/main" id="{6B3829C8-8FF7-CD37-96C8-2A7650762AAC}"/>
                </a:ext>
              </a:extLst>
            </p:cNvPr>
            <p:cNvSpPr/>
            <p:nvPr/>
          </p:nvSpPr>
          <p:spPr>
            <a:xfrm>
              <a:off x="1041515" y="9863519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348" name="Text 11">
              <a:extLst>
                <a:ext uri="{FF2B5EF4-FFF2-40B4-BE49-F238E27FC236}">
                  <a16:creationId xmlns:a16="http://schemas.microsoft.com/office/drawing/2014/main" id="{5345A837-E11D-B09C-06EC-DA62CF556951}"/>
                </a:ext>
              </a:extLst>
            </p:cNvPr>
            <p:cNvSpPr/>
            <p:nvPr/>
          </p:nvSpPr>
          <p:spPr>
            <a:xfrm>
              <a:off x="1044692" y="9243367"/>
              <a:ext cx="3413008" cy="62015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CN" sz="1400" dirty="0">
                  <a:solidFill>
                    <a:srgbClr val="555555"/>
                  </a:solidFill>
                  <a:latin typeface="Noto Sans SC Medium"/>
                  <a:ea typeface="Noto Sans SC Medium"/>
                  <a:cs typeface="Arial" pitchFamily="34" charset="-120"/>
                </a:rPr>
                <a:t>Onda 身体</a:t>
              </a:r>
            </a:p>
          </p:txBody>
        </p:sp>
        <p:sp>
          <p:nvSpPr>
            <p:cNvPr id="350" name="Text 15">
              <a:extLst>
                <a:ext uri="{FF2B5EF4-FFF2-40B4-BE49-F238E27FC236}">
                  <a16:creationId xmlns:a16="http://schemas.microsoft.com/office/drawing/2014/main" id="{42EAB791-C49E-183A-5997-17FD7FF60BCC}"/>
                </a:ext>
              </a:extLst>
            </p:cNvPr>
            <p:cNvSpPr/>
            <p:nvPr/>
          </p:nvSpPr>
          <p:spPr>
            <a:xfrm>
              <a:off x="7666404" y="9337999"/>
              <a:ext cx="1580252" cy="430887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2498BD"/>
                  </a:solidFill>
                  <a:latin typeface="Noto Sans SC DemiLight"/>
                  <a:ea typeface="Noto Sans SC DemiLight"/>
                  <a:cs typeface="GC 16 Mono" pitchFamily="34" charset="-120"/>
                </a:rPr>
                <a:t xml:space="preserve">300KJ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2,200,000</a:t>
              </a:r>
              <a:endParaRPr lang="en-US" altLang="ko-KR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  <a:p>
              <a:pPr algn="r"/>
              <a:r>
                <a:rPr lang="zh-CN" sz="1200" dirty="0">
                  <a:solidFill>
                    <a:srgbClr val="2498BD"/>
                  </a:solidFill>
                  <a:latin typeface="Noto Sans SC DemiLight"/>
                  <a:ea typeface="Noto Sans SC DemiLight"/>
                  <a:cs typeface="GC 16 Mono" pitchFamily="34" charset="-120"/>
                </a:rPr>
                <a:t>500KJ</a:t>
              </a:r>
              <a:r>
                <a:rPr lang="en-US" altLang="ko-KR" sz="14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3,000,000</a:t>
              </a:r>
              <a:endParaRPr lang="en-US" altLang="ko-KR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</p:txBody>
        </p:sp>
        <p:sp>
          <p:nvSpPr>
            <p:cNvPr id="351" name="Text 15">
              <a:extLst>
                <a:ext uri="{FF2B5EF4-FFF2-40B4-BE49-F238E27FC236}">
                  <a16:creationId xmlns:a16="http://schemas.microsoft.com/office/drawing/2014/main" id="{5835B752-ED29-607C-A954-0339FF3E3952}"/>
                </a:ext>
              </a:extLst>
            </p:cNvPr>
            <p:cNvSpPr/>
            <p:nvPr/>
          </p:nvSpPr>
          <p:spPr>
            <a:xfrm>
              <a:off x="4166284" y="9337999"/>
              <a:ext cx="1495806" cy="43088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r>
                <a:rPr lang="zh-CN" sz="1200" dirty="0">
                  <a:solidFill>
                    <a:srgbClr val="2498BD"/>
                  </a:solidFill>
                  <a:latin typeface="Noto Sans SC DemiLight"/>
                  <a:ea typeface="Noto Sans SC DemiLight"/>
                  <a:cs typeface="GC 16 Mono" pitchFamily="34" charset="-120"/>
                </a:rPr>
                <a:t>100KJ</a:t>
              </a:r>
              <a:r>
                <a:rPr lang="en-US" altLang="ko-KR" sz="11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900,000</a:t>
              </a:r>
            </a:p>
            <a:p>
              <a:r>
                <a:rPr lang="zh-CN" sz="1200" dirty="0">
                  <a:solidFill>
                    <a:srgbClr val="2498BD"/>
                  </a:solidFill>
                  <a:latin typeface="Noto Sans SC DemiLight"/>
                  <a:ea typeface="Noto Sans SC DemiLight"/>
                  <a:cs typeface="GC 16 Mono" pitchFamily="34" charset="-120"/>
                </a:rPr>
                <a:t>200KJ</a:t>
              </a:r>
              <a:r>
                <a:rPr lang="en-US" altLang="ko-KR" sz="105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1,500,000</a:t>
              </a:r>
              <a:endParaRPr lang="en-US" altLang="ko-KR" sz="12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endParaRPr>
            </a:p>
          </p:txBody>
        </p:sp>
      </p:grpSp>
      <p:grpSp>
        <p:nvGrpSpPr>
          <p:cNvPr id="412" name="그룹 411">
            <a:extLst>
              <a:ext uri="{FF2B5EF4-FFF2-40B4-BE49-F238E27FC236}">
                <a16:creationId xmlns:a16="http://schemas.microsoft.com/office/drawing/2014/main" id="{8348CF45-8DEC-984C-8DF9-ACCAB7A2BBFA}"/>
              </a:ext>
            </a:extLst>
          </p:cNvPr>
          <p:cNvGrpSpPr/>
          <p:nvPr/>
        </p:nvGrpSpPr>
        <p:grpSpPr>
          <a:xfrm>
            <a:off x="930580" y="10658636"/>
            <a:ext cx="8316077" cy="1496252"/>
            <a:chOff x="930580" y="10148941"/>
            <a:chExt cx="8316077" cy="1496252"/>
          </a:xfrm>
        </p:grpSpPr>
        <p:sp>
          <p:nvSpPr>
            <p:cNvPr id="363" name="TextBox 362">
              <a:extLst>
                <a:ext uri="{FF2B5EF4-FFF2-40B4-BE49-F238E27FC236}">
                  <a16:creationId xmlns:a16="http://schemas.microsoft.com/office/drawing/2014/main" id="{1043C129-D908-BF2D-37A2-A9E958BB3D0B}"/>
                </a:ext>
              </a:extLst>
            </p:cNvPr>
            <p:cNvSpPr txBox="1"/>
            <p:nvPr/>
          </p:nvSpPr>
          <p:spPr>
            <a:xfrm>
              <a:off x="930580" y="10148941"/>
              <a:ext cx="1863011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zh-CN" dirty="0">
                  <a:latin typeface="Noto Sans SC SemiBold"/>
                  <a:ea typeface="Noto Sans SC SemiBold"/>
                  <a:cs typeface="Sinsegye" pitchFamily="34" charset="-120"/>
                </a:rPr>
                <a:t>海芙音波宇宙版</a:t>
              </a:r>
            </a:p>
          </p:txBody>
        </p:sp>
        <p:grpSp>
          <p:nvGrpSpPr>
            <p:cNvPr id="364" name="그룹 363">
              <a:extLst>
                <a:ext uri="{FF2B5EF4-FFF2-40B4-BE49-F238E27FC236}">
                  <a16:creationId xmlns:a16="http://schemas.microsoft.com/office/drawing/2014/main" id="{E893E0F1-61F4-0556-7EBD-D9CA138B3F2F}"/>
                </a:ext>
              </a:extLst>
            </p:cNvPr>
            <p:cNvGrpSpPr/>
            <p:nvPr/>
          </p:nvGrpSpPr>
          <p:grpSpPr>
            <a:xfrm>
              <a:off x="1041515" y="10475696"/>
              <a:ext cx="8205142" cy="1169497"/>
              <a:chOff x="1041515" y="5446644"/>
              <a:chExt cx="8205142" cy="1169497"/>
            </a:xfrm>
          </p:grpSpPr>
          <p:sp>
            <p:nvSpPr>
              <p:cNvPr id="365" name="Shape 7">
                <a:extLst>
                  <a:ext uri="{FF2B5EF4-FFF2-40B4-BE49-F238E27FC236}">
                    <a16:creationId xmlns:a16="http://schemas.microsoft.com/office/drawing/2014/main" id="{C60E4055-7ABC-D722-6498-F2E0CE4E7FD3}"/>
                  </a:ext>
                </a:extLst>
              </p:cNvPr>
              <p:cNvSpPr/>
              <p:nvPr/>
            </p:nvSpPr>
            <p:spPr>
              <a:xfrm>
                <a:off x="1041515" y="5834612"/>
                <a:ext cx="8205142" cy="13607"/>
              </a:xfrm>
              <a:prstGeom prst="rect">
                <a:avLst/>
              </a:prstGeom>
              <a:solidFill>
                <a:srgbClr val="CCCCCC"/>
              </a:solidFill>
              <a:ln/>
            </p:spPr>
          </p:sp>
          <p:sp>
            <p:nvSpPr>
              <p:cNvPr id="366" name="Shape 7">
                <a:extLst>
                  <a:ext uri="{FF2B5EF4-FFF2-40B4-BE49-F238E27FC236}">
                    <a16:creationId xmlns:a16="http://schemas.microsoft.com/office/drawing/2014/main" id="{3E795A9A-0C98-7946-B6FC-BD0FAEA59873}"/>
                  </a:ext>
                </a:extLst>
              </p:cNvPr>
              <p:cNvSpPr/>
              <p:nvPr/>
            </p:nvSpPr>
            <p:spPr>
              <a:xfrm>
                <a:off x="1041515" y="5446644"/>
                <a:ext cx="8205142" cy="13607"/>
              </a:xfrm>
              <a:prstGeom prst="rect">
                <a:avLst/>
              </a:prstGeom>
              <a:solidFill>
                <a:srgbClr val="2498BD"/>
              </a:solidFill>
              <a:ln/>
            </p:spPr>
          </p:sp>
          <p:sp>
            <p:nvSpPr>
              <p:cNvPr id="367" name="Shape 7">
                <a:extLst>
                  <a:ext uri="{FF2B5EF4-FFF2-40B4-BE49-F238E27FC236}">
                    <a16:creationId xmlns:a16="http://schemas.microsoft.com/office/drawing/2014/main" id="{B7BBBD70-C804-EF43-CB75-A1353799D8E7}"/>
                  </a:ext>
                </a:extLst>
              </p:cNvPr>
              <p:cNvSpPr/>
              <p:nvPr/>
            </p:nvSpPr>
            <p:spPr>
              <a:xfrm>
                <a:off x="1041515" y="6220306"/>
                <a:ext cx="8205142" cy="13607"/>
              </a:xfrm>
              <a:prstGeom prst="rect">
                <a:avLst/>
              </a:prstGeom>
              <a:solidFill>
                <a:srgbClr val="CCCCCC"/>
              </a:solidFill>
              <a:ln/>
            </p:spPr>
          </p:sp>
          <p:sp>
            <p:nvSpPr>
              <p:cNvPr id="368" name="Shape 7">
                <a:extLst>
                  <a:ext uri="{FF2B5EF4-FFF2-40B4-BE49-F238E27FC236}">
                    <a16:creationId xmlns:a16="http://schemas.microsoft.com/office/drawing/2014/main" id="{9C63C51D-7F39-17B3-E8EC-277D0151B0AA}"/>
                  </a:ext>
                </a:extLst>
              </p:cNvPr>
              <p:cNvSpPr/>
              <p:nvPr/>
            </p:nvSpPr>
            <p:spPr>
              <a:xfrm>
                <a:off x="1041515" y="6602534"/>
                <a:ext cx="8205142" cy="13607"/>
              </a:xfrm>
              <a:prstGeom prst="rect">
                <a:avLst/>
              </a:prstGeom>
              <a:solidFill>
                <a:srgbClr val="CCCCCC"/>
              </a:solidFill>
              <a:ln/>
            </p:spPr>
          </p:sp>
        </p:grpSp>
        <p:sp>
          <p:nvSpPr>
            <p:cNvPr id="369" name="Text 11">
              <a:extLst>
                <a:ext uri="{FF2B5EF4-FFF2-40B4-BE49-F238E27FC236}">
                  <a16:creationId xmlns:a16="http://schemas.microsoft.com/office/drawing/2014/main" id="{79CA8AE1-D78E-D17F-2DC5-3B58D1715766}"/>
                </a:ext>
              </a:extLst>
            </p:cNvPr>
            <p:cNvSpPr/>
            <p:nvPr/>
          </p:nvSpPr>
          <p:spPr>
            <a:xfrm>
              <a:off x="1044691" y="10477570"/>
              <a:ext cx="440106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CN" sz="1400" dirty="0">
                  <a:solidFill>
                    <a:srgbClr val="555555"/>
                  </a:solidFill>
                  <a:latin typeface="Noto Sans SC Medium"/>
                  <a:ea typeface="Noto Sans SC Medium"/>
                  <a:cs typeface="Arial" pitchFamily="34" charset="-120"/>
                </a:rPr>
                <a:t>眼部 海芙音波宇宙版</a:t>
              </a:r>
            </a:p>
          </p:txBody>
        </p:sp>
        <p:sp>
          <p:nvSpPr>
            <p:cNvPr id="370" name="Text 11">
              <a:extLst>
                <a:ext uri="{FF2B5EF4-FFF2-40B4-BE49-F238E27FC236}">
                  <a16:creationId xmlns:a16="http://schemas.microsoft.com/office/drawing/2014/main" id="{71F1F69F-8715-6099-7443-ECEE5AFD17BF}"/>
                </a:ext>
              </a:extLst>
            </p:cNvPr>
            <p:cNvSpPr/>
            <p:nvPr/>
          </p:nvSpPr>
          <p:spPr>
            <a:xfrm>
              <a:off x="1044691" y="10870935"/>
              <a:ext cx="440106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CN" sz="1400" dirty="0">
                  <a:solidFill>
                    <a:srgbClr val="555555"/>
                  </a:solidFill>
                  <a:latin typeface="Noto Sans SC Medium"/>
                  <a:ea typeface="Noto Sans SC Medium"/>
                  <a:cs typeface="Arial" pitchFamily="34" charset="-120"/>
                </a:rPr>
                <a:t>Derma 海芙音波宇宙版</a:t>
              </a:r>
            </a:p>
          </p:txBody>
        </p:sp>
        <p:sp>
          <p:nvSpPr>
            <p:cNvPr id="371" name="Text 11">
              <a:extLst>
                <a:ext uri="{FF2B5EF4-FFF2-40B4-BE49-F238E27FC236}">
                  <a16:creationId xmlns:a16="http://schemas.microsoft.com/office/drawing/2014/main" id="{ED4DC2E3-9198-8441-3BAF-E0EF9C1595C0}"/>
                </a:ext>
              </a:extLst>
            </p:cNvPr>
            <p:cNvSpPr/>
            <p:nvPr/>
          </p:nvSpPr>
          <p:spPr>
            <a:xfrm>
              <a:off x="1044691" y="11253011"/>
              <a:ext cx="440106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CN" sz="1400" dirty="0">
                  <a:solidFill>
                    <a:srgbClr val="555555"/>
                  </a:solidFill>
                  <a:latin typeface="Noto Sans SC Medium"/>
                  <a:ea typeface="Noto Sans SC Medium"/>
                  <a:cs typeface="Arial" pitchFamily="34" charset="-120"/>
                </a:rPr>
                <a:t>海芙音波宇宙版</a:t>
              </a:r>
            </a:p>
          </p:txBody>
        </p:sp>
        <p:sp>
          <p:nvSpPr>
            <p:cNvPr id="372" name="Text 15">
              <a:extLst>
                <a:ext uri="{FF2B5EF4-FFF2-40B4-BE49-F238E27FC236}">
                  <a16:creationId xmlns:a16="http://schemas.microsoft.com/office/drawing/2014/main" id="{A67BE19D-D2C0-AF86-ABC6-26549C89A644}"/>
                </a:ext>
              </a:extLst>
            </p:cNvPr>
            <p:cNvSpPr/>
            <p:nvPr/>
          </p:nvSpPr>
          <p:spPr>
            <a:xfrm>
              <a:off x="7909228" y="10557588"/>
              <a:ext cx="1337428" cy="215444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2498BD"/>
                  </a:solidFill>
                  <a:latin typeface="Noto Sans SC DemiLight"/>
                  <a:ea typeface="Noto Sans SC DemiLight"/>
                  <a:cs typeface="GC 16 Mono" pitchFamily="34" charset="-120"/>
                </a:rPr>
                <a:t xml:space="preserve">200发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15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  <p:sp>
          <p:nvSpPr>
            <p:cNvPr id="375" name="Text 15">
              <a:extLst>
                <a:ext uri="{FF2B5EF4-FFF2-40B4-BE49-F238E27FC236}">
                  <a16:creationId xmlns:a16="http://schemas.microsoft.com/office/drawing/2014/main" id="{A60DEC72-B2A1-483C-5312-67C7015EA40D}"/>
                </a:ext>
              </a:extLst>
            </p:cNvPr>
            <p:cNvSpPr/>
            <p:nvPr/>
          </p:nvSpPr>
          <p:spPr>
            <a:xfrm>
              <a:off x="7909228" y="10950953"/>
              <a:ext cx="1337428" cy="215444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2498BD"/>
                  </a:solidFill>
                  <a:latin typeface="Noto Sans SC DemiLight"/>
                  <a:ea typeface="Noto Sans SC DemiLight"/>
                  <a:cs typeface="GC 16 Mono" pitchFamily="34" charset="-120"/>
                </a:rPr>
                <a:t xml:space="preserve">300发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20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  <p:sp>
          <p:nvSpPr>
            <p:cNvPr id="383" name="Text 15">
              <a:extLst>
                <a:ext uri="{FF2B5EF4-FFF2-40B4-BE49-F238E27FC236}">
                  <a16:creationId xmlns:a16="http://schemas.microsoft.com/office/drawing/2014/main" id="{F39FB48C-783C-CA52-6269-8AB45AEBA4D5}"/>
                </a:ext>
              </a:extLst>
            </p:cNvPr>
            <p:cNvSpPr/>
            <p:nvPr/>
          </p:nvSpPr>
          <p:spPr>
            <a:xfrm>
              <a:off x="7738540" y="11333029"/>
              <a:ext cx="1508116" cy="215444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2498BD"/>
                  </a:solidFill>
                  <a:latin typeface="Noto Sans SC DemiLight"/>
                  <a:ea typeface="Noto Sans SC DemiLight"/>
                  <a:cs typeface="GC 16 Mono" pitchFamily="34" charset="-120"/>
                </a:rPr>
                <a:t xml:space="preserve">1,000发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60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  <p:sp>
          <p:nvSpPr>
            <p:cNvPr id="384" name="Text 15">
              <a:extLst>
                <a:ext uri="{FF2B5EF4-FFF2-40B4-BE49-F238E27FC236}">
                  <a16:creationId xmlns:a16="http://schemas.microsoft.com/office/drawing/2014/main" id="{E36E31C5-D939-2FAE-3D44-5093E930C586}"/>
                </a:ext>
              </a:extLst>
            </p:cNvPr>
            <p:cNvSpPr/>
            <p:nvPr/>
          </p:nvSpPr>
          <p:spPr>
            <a:xfrm>
              <a:off x="6113240" y="11333029"/>
              <a:ext cx="1265428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2498BD"/>
                  </a:solidFill>
                  <a:latin typeface="Noto Sans SC DemiLight"/>
                  <a:ea typeface="Noto Sans SC DemiLight"/>
                  <a:cs typeface="GC 16 Mono" pitchFamily="34" charset="-120"/>
                </a:rPr>
                <a:t xml:space="preserve">600发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35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  <p:sp>
          <p:nvSpPr>
            <p:cNvPr id="385" name="Text 15">
              <a:extLst>
                <a:ext uri="{FF2B5EF4-FFF2-40B4-BE49-F238E27FC236}">
                  <a16:creationId xmlns:a16="http://schemas.microsoft.com/office/drawing/2014/main" id="{DDD4180B-7B18-16C1-BF83-4E7D3EDEF6BB}"/>
                </a:ext>
              </a:extLst>
            </p:cNvPr>
            <p:cNvSpPr/>
            <p:nvPr/>
          </p:nvSpPr>
          <p:spPr>
            <a:xfrm>
              <a:off x="4546240" y="11333029"/>
              <a:ext cx="1265428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r>
                <a:rPr lang="zh-CN" sz="1200" dirty="0">
                  <a:solidFill>
                    <a:srgbClr val="2498BD"/>
                  </a:solidFill>
                  <a:latin typeface="Noto Sans SC DemiLight"/>
                  <a:ea typeface="Noto Sans SC DemiLight"/>
                  <a:cs typeface="GC 16 Mono" pitchFamily="34" charset="-120"/>
                </a:rPr>
                <a:t xml:space="preserve">300发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20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</p:grpSp>
      <p:grpSp>
        <p:nvGrpSpPr>
          <p:cNvPr id="413" name="그룹 412">
            <a:extLst>
              <a:ext uri="{FF2B5EF4-FFF2-40B4-BE49-F238E27FC236}">
                <a16:creationId xmlns:a16="http://schemas.microsoft.com/office/drawing/2014/main" id="{C78D49EA-9A80-6727-AE1B-F8D0D3A23047}"/>
              </a:ext>
            </a:extLst>
          </p:cNvPr>
          <p:cNvGrpSpPr/>
          <p:nvPr/>
        </p:nvGrpSpPr>
        <p:grpSpPr>
          <a:xfrm>
            <a:off x="930580" y="12305972"/>
            <a:ext cx="8316077" cy="972827"/>
            <a:chOff x="930580" y="11913715"/>
            <a:chExt cx="8316077" cy="972827"/>
          </a:xfrm>
        </p:grpSpPr>
        <p:sp>
          <p:nvSpPr>
            <p:cNvPr id="395" name="Shape 7">
              <a:extLst>
                <a:ext uri="{FF2B5EF4-FFF2-40B4-BE49-F238E27FC236}">
                  <a16:creationId xmlns:a16="http://schemas.microsoft.com/office/drawing/2014/main" id="{D19738FC-4470-3197-B634-5342ED715F6F}"/>
                </a:ext>
              </a:extLst>
            </p:cNvPr>
            <p:cNvSpPr/>
            <p:nvPr/>
          </p:nvSpPr>
          <p:spPr>
            <a:xfrm>
              <a:off x="1041515" y="12241296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396" name="Shape 7">
              <a:extLst>
                <a:ext uri="{FF2B5EF4-FFF2-40B4-BE49-F238E27FC236}">
                  <a16:creationId xmlns:a16="http://schemas.microsoft.com/office/drawing/2014/main" id="{8720DE8C-EB3C-C8D4-C4B0-853A5D65E0B6}"/>
                </a:ext>
              </a:extLst>
            </p:cNvPr>
            <p:cNvSpPr/>
            <p:nvPr/>
          </p:nvSpPr>
          <p:spPr>
            <a:xfrm>
              <a:off x="1041515" y="12871734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397" name="Text 11">
              <a:extLst>
                <a:ext uri="{FF2B5EF4-FFF2-40B4-BE49-F238E27FC236}">
                  <a16:creationId xmlns:a16="http://schemas.microsoft.com/office/drawing/2014/main" id="{A13553AA-FAC2-CC50-099A-492A33329C59}"/>
                </a:ext>
              </a:extLst>
            </p:cNvPr>
            <p:cNvSpPr/>
            <p:nvPr/>
          </p:nvSpPr>
          <p:spPr>
            <a:xfrm>
              <a:off x="1044692" y="12251582"/>
              <a:ext cx="2801771" cy="62015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CN" sz="1400" dirty="0">
                  <a:solidFill>
                    <a:srgbClr val="555555"/>
                  </a:solidFill>
                  <a:latin typeface="Noto Sans SC Medium"/>
                  <a:ea typeface="Noto Sans SC Medium"/>
                  <a:cs typeface="Arial" pitchFamily="34" charset="-120"/>
                </a:rPr>
                <a:t>黄金椿</a:t>
              </a:r>
              <a:endParaRPr lang="ko-KR" altLang="en-US" sz="1400" dirty="0">
                <a:solidFill>
                  <a:srgbClr val="555555"/>
                </a:solidFill>
                <a:latin typeface="신세계 Medium" panose="02000300000000000000" pitchFamily="50" charset="-127"/>
                <a:ea typeface="신세계 Medium" panose="02000300000000000000" pitchFamily="50" charset="-127"/>
                <a:cs typeface="Arial" pitchFamily="34" charset="-120"/>
              </a:endParaRPr>
            </a:p>
          </p:txBody>
        </p:sp>
        <p:sp>
          <p:nvSpPr>
            <p:cNvPr id="398" name="Text 15">
              <a:extLst>
                <a:ext uri="{FF2B5EF4-FFF2-40B4-BE49-F238E27FC236}">
                  <a16:creationId xmlns:a16="http://schemas.microsoft.com/office/drawing/2014/main" id="{A2B5BB9B-FEB1-C673-0F36-8F0831388886}"/>
                </a:ext>
              </a:extLst>
            </p:cNvPr>
            <p:cNvSpPr/>
            <p:nvPr/>
          </p:nvSpPr>
          <p:spPr>
            <a:xfrm>
              <a:off x="7104556" y="12346214"/>
              <a:ext cx="2142100" cy="430887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2498BD"/>
                  </a:solidFill>
                  <a:latin typeface="Noto Sans SC DemiLight"/>
                  <a:ea typeface="Noto Sans SC DemiLight"/>
                  <a:cs typeface="GC 16 Mono" pitchFamily="34" charset="-120"/>
                </a:rPr>
                <a:t xml:space="preserve">下颌线松弛 300发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550,000</a:t>
              </a:r>
              <a:endParaRPr lang="en-US" altLang="ko-KR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  <a:p>
              <a:pPr algn="r"/>
              <a:r>
                <a:rPr lang="zh-CN" sz="1200" dirty="0">
                  <a:solidFill>
                    <a:srgbClr val="2498BD"/>
                  </a:solidFill>
                  <a:latin typeface="Noto Sans SC DemiLight"/>
                  <a:ea typeface="Noto Sans SC DemiLight"/>
                  <a:cs typeface="GC 16 Mono" pitchFamily="34" charset="-120"/>
                </a:rPr>
                <a:t xml:space="preserve">全脸 600发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990,000</a:t>
              </a:r>
              <a:endParaRPr lang="en-US" altLang="ko-KR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</p:txBody>
        </p:sp>
        <p:sp>
          <p:nvSpPr>
            <p:cNvPr id="399" name="Text 15">
              <a:extLst>
                <a:ext uri="{FF2B5EF4-FFF2-40B4-BE49-F238E27FC236}">
                  <a16:creationId xmlns:a16="http://schemas.microsoft.com/office/drawing/2014/main" id="{1474FF96-AEC3-C25F-24E4-B5CD69C3D198}"/>
                </a:ext>
              </a:extLst>
            </p:cNvPr>
            <p:cNvSpPr/>
            <p:nvPr/>
          </p:nvSpPr>
          <p:spPr>
            <a:xfrm>
              <a:off x="4166284" y="12453935"/>
              <a:ext cx="1612900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r>
                <a:rPr lang="zh-CN" sz="1200" dirty="0">
                  <a:solidFill>
                    <a:srgbClr val="2498BD"/>
                  </a:solidFill>
                  <a:latin typeface="Noto Sans SC DemiLight"/>
                  <a:ea typeface="Noto Sans SC DemiLight"/>
                  <a:cs typeface="GC 16 Mono" pitchFamily="34" charset="-120"/>
                </a:rPr>
                <a:t xml:space="preserve">眼周 200发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380,000</a:t>
              </a:r>
              <a:endParaRPr lang="en-US" altLang="ko-KR" sz="12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endParaRPr>
            </a:p>
          </p:txBody>
        </p:sp>
        <p:sp>
          <p:nvSpPr>
            <p:cNvPr id="400" name="TextBox 399">
              <a:extLst>
                <a:ext uri="{FF2B5EF4-FFF2-40B4-BE49-F238E27FC236}">
                  <a16:creationId xmlns:a16="http://schemas.microsoft.com/office/drawing/2014/main" id="{3DDF4493-0426-5D56-DC9C-A3E1AD3767DD}"/>
                </a:ext>
              </a:extLst>
            </p:cNvPr>
            <p:cNvSpPr txBox="1"/>
            <p:nvPr/>
          </p:nvSpPr>
          <p:spPr>
            <a:xfrm>
              <a:off x="930580" y="11913715"/>
              <a:ext cx="913739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zh-CN" dirty="0">
                  <a:latin typeface="Noto Sans SC SemiBold"/>
                  <a:ea typeface="Noto Sans SC SemiBold"/>
                  <a:cs typeface="Sinsegye" pitchFamily="34" charset="-120"/>
                </a:rPr>
                <a:t>黄金椿</a:t>
              </a:r>
              <a:endParaRPr lang="ko-KR" altLang="en-US" dirty="0">
                <a:latin typeface="신세계 SemiBold" panose="02000300000000000000" pitchFamily="50" charset="-127"/>
                <a:ea typeface="신세계 SemiBold" panose="02000300000000000000" pitchFamily="50" charset="-127"/>
                <a:cs typeface="Sinsegye" pitchFamily="34" charset="-120"/>
              </a:endParaRPr>
            </a:p>
          </p:txBody>
        </p:sp>
        <p:sp>
          <p:nvSpPr>
            <p:cNvPr id="401" name="Shape 7">
              <a:extLst>
                <a:ext uri="{FF2B5EF4-FFF2-40B4-BE49-F238E27FC236}">
                  <a16:creationId xmlns:a16="http://schemas.microsoft.com/office/drawing/2014/main" id="{7F7101F6-7E2B-5441-84AE-B7B824B9390B}"/>
                </a:ext>
              </a:extLst>
            </p:cNvPr>
            <p:cNvSpPr/>
            <p:nvPr/>
          </p:nvSpPr>
          <p:spPr>
            <a:xfrm>
              <a:off x="1041515" y="12872935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402" name="Shape 7">
              <a:extLst>
                <a:ext uri="{FF2B5EF4-FFF2-40B4-BE49-F238E27FC236}">
                  <a16:creationId xmlns:a16="http://schemas.microsoft.com/office/drawing/2014/main" id="{49AF1EA1-F5BB-BB2E-7638-76D3E75E9CD8}"/>
                </a:ext>
              </a:extLst>
            </p:cNvPr>
            <p:cNvSpPr/>
            <p:nvPr/>
          </p:nvSpPr>
          <p:spPr>
            <a:xfrm>
              <a:off x="1041515" y="12240470"/>
              <a:ext cx="8205142" cy="13607"/>
            </a:xfrm>
            <a:prstGeom prst="rect">
              <a:avLst/>
            </a:prstGeom>
            <a:solidFill>
              <a:srgbClr val="2498BD"/>
            </a:solidFill>
            <a:ln/>
          </p:spPr>
        </p:sp>
      </p:grpSp>
      <p:sp>
        <p:nvSpPr>
          <p:cNvPr id="406" name="Text 96">
            <a:extLst>
              <a:ext uri="{FF2B5EF4-FFF2-40B4-BE49-F238E27FC236}">
                <a16:creationId xmlns:a16="http://schemas.microsoft.com/office/drawing/2014/main" id="{1213A560-35D6-A4E7-B37C-B4B2473A1C73}"/>
              </a:ext>
            </a:extLst>
          </p:cNvPr>
          <p:cNvSpPr/>
          <p:nvPr/>
        </p:nvSpPr>
        <p:spPr>
          <a:xfrm>
            <a:off x="529167" y="13503293"/>
            <a:ext cx="9237133" cy="187694"/>
          </a:xfrm>
          <a:prstGeom prst="rect">
            <a:avLst/>
          </a:prstGeom>
          <a:noFill/>
          <a:ln/>
        </p:spPr>
        <p:txBody>
          <a:bodyPr wrap="square" lIns="25400" tIns="25400" rIns="514800" bIns="25400" rtlCol="0" anchor="t">
            <a:normAutofit fontScale="92500" lnSpcReduction="10000"/>
          </a:bodyPr>
          <a:lstStyle/>
          <a:p>
            <a:pPr marL="0" indent="0" algn="r">
              <a:buNone/>
            </a:pPr>
            <a:r>
              <a:rPr lang="zh-CN" sz="882" dirty="0">
                <a:solidFill>
                  <a:srgbClr val="6E6E6E"/>
                </a:solidFill>
                <a:latin typeface="Noto Sans SC DemiLight"/>
                <a:ea typeface="Noto Sans SC DemiLight"/>
                <a:cs typeface="GC 16 Mono" pitchFamily="34" charset="-120"/>
              </a:rPr>
              <a:t>* 价格不含10%附加税</a:t>
            </a:r>
            <a:endParaRPr lang="en-US" sz="1013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49530092-4C39-46C3-CB2C-6133E0C1CAE0}"/>
              </a:ext>
            </a:extLst>
          </p:cNvPr>
          <p:cNvGrpSpPr/>
          <p:nvPr/>
        </p:nvGrpSpPr>
        <p:grpSpPr>
          <a:xfrm>
            <a:off x="932624" y="5916826"/>
            <a:ext cx="8316077" cy="1119552"/>
            <a:chOff x="930580" y="3713153"/>
            <a:chExt cx="8316077" cy="1119552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5270D16-D4A6-6510-A929-4723FBDF7700}"/>
                </a:ext>
              </a:extLst>
            </p:cNvPr>
            <p:cNvSpPr txBox="1"/>
            <p:nvPr/>
          </p:nvSpPr>
          <p:spPr>
            <a:xfrm>
              <a:off x="930580" y="3713153"/>
              <a:ext cx="941510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zh-CN" dirty="0">
                  <a:latin typeface="Noto Sans SC SemiBold"/>
                  <a:ea typeface="Noto Sans SC SemiBold"/>
                  <a:cs typeface="Sinsegye" pitchFamily="34" charset="-120"/>
                </a:rPr>
                <a:t>Fortra</a:t>
              </a:r>
            </a:p>
          </p:txBody>
        </p: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759D7E7C-BBB3-3886-283D-725C14708DCC}"/>
                </a:ext>
              </a:extLst>
            </p:cNvPr>
            <p:cNvGrpSpPr/>
            <p:nvPr/>
          </p:nvGrpSpPr>
          <p:grpSpPr>
            <a:xfrm>
              <a:off x="1041515" y="4044493"/>
              <a:ext cx="8205142" cy="788212"/>
              <a:chOff x="1041515" y="4036831"/>
              <a:chExt cx="8205142" cy="788212"/>
            </a:xfrm>
          </p:grpSpPr>
          <p:sp>
            <p:nvSpPr>
              <p:cNvPr id="26" name="Shape 7">
                <a:extLst>
                  <a:ext uri="{FF2B5EF4-FFF2-40B4-BE49-F238E27FC236}">
                    <a16:creationId xmlns:a16="http://schemas.microsoft.com/office/drawing/2014/main" id="{79D24777-A5BD-105F-A711-B6C092DA5025}"/>
                  </a:ext>
                </a:extLst>
              </p:cNvPr>
              <p:cNvSpPr/>
              <p:nvPr/>
            </p:nvSpPr>
            <p:spPr>
              <a:xfrm>
                <a:off x="1041515" y="4036831"/>
                <a:ext cx="8205142" cy="13607"/>
              </a:xfrm>
              <a:prstGeom prst="rect">
                <a:avLst/>
              </a:prstGeom>
              <a:solidFill>
                <a:srgbClr val="2498BD"/>
              </a:solidFill>
              <a:ln/>
            </p:spPr>
          </p:sp>
          <p:sp>
            <p:nvSpPr>
              <p:cNvPr id="27" name="Shape 7">
                <a:extLst>
                  <a:ext uri="{FF2B5EF4-FFF2-40B4-BE49-F238E27FC236}">
                    <a16:creationId xmlns:a16="http://schemas.microsoft.com/office/drawing/2014/main" id="{89E8929A-80ED-04C5-B8D7-A0E465696B2A}"/>
                  </a:ext>
                </a:extLst>
              </p:cNvPr>
              <p:cNvSpPr/>
              <p:nvPr/>
            </p:nvSpPr>
            <p:spPr>
              <a:xfrm>
                <a:off x="1041515" y="4424592"/>
                <a:ext cx="8205142" cy="13607"/>
              </a:xfrm>
              <a:prstGeom prst="rect">
                <a:avLst/>
              </a:prstGeom>
              <a:solidFill>
                <a:srgbClr val="CCCCCC"/>
              </a:solidFill>
              <a:ln/>
            </p:spPr>
          </p:sp>
          <p:sp>
            <p:nvSpPr>
              <p:cNvPr id="28" name="Shape 7">
                <a:extLst>
                  <a:ext uri="{FF2B5EF4-FFF2-40B4-BE49-F238E27FC236}">
                    <a16:creationId xmlns:a16="http://schemas.microsoft.com/office/drawing/2014/main" id="{FCE7C927-A23E-0C5F-68A2-3EAEA3162EFF}"/>
                  </a:ext>
                </a:extLst>
              </p:cNvPr>
              <p:cNvSpPr/>
              <p:nvPr/>
            </p:nvSpPr>
            <p:spPr>
              <a:xfrm>
                <a:off x="1041515" y="4811436"/>
                <a:ext cx="8205142" cy="13607"/>
              </a:xfrm>
              <a:prstGeom prst="rect">
                <a:avLst/>
              </a:prstGeom>
              <a:solidFill>
                <a:srgbClr val="CCCCCC"/>
              </a:solidFill>
              <a:ln/>
            </p:spPr>
          </p:sp>
        </p:grpSp>
        <p:sp>
          <p:nvSpPr>
            <p:cNvPr id="20" name="Text 11">
              <a:extLst>
                <a:ext uri="{FF2B5EF4-FFF2-40B4-BE49-F238E27FC236}">
                  <a16:creationId xmlns:a16="http://schemas.microsoft.com/office/drawing/2014/main" id="{3E6D16DE-A783-7B44-7062-2A6C0B4FBE6C}"/>
                </a:ext>
              </a:extLst>
            </p:cNvPr>
            <p:cNvSpPr/>
            <p:nvPr/>
          </p:nvSpPr>
          <p:spPr>
            <a:xfrm>
              <a:off x="1044691" y="4055158"/>
              <a:ext cx="385750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CN" sz="1400" dirty="0">
                  <a:solidFill>
                    <a:srgbClr val="555555"/>
                  </a:solidFill>
                  <a:latin typeface="Noto Sans SC Medium"/>
                  <a:ea typeface="Noto Sans SC Medium"/>
                  <a:cs typeface="Arial" pitchFamily="34" charset="-120"/>
                </a:rPr>
                <a:t>Fortra</a:t>
              </a:r>
            </a:p>
          </p:txBody>
        </p:sp>
        <p:sp>
          <p:nvSpPr>
            <p:cNvPr id="21" name="Text 15">
              <a:extLst>
                <a:ext uri="{FF2B5EF4-FFF2-40B4-BE49-F238E27FC236}">
                  <a16:creationId xmlns:a16="http://schemas.microsoft.com/office/drawing/2014/main" id="{7B6C8AEA-E5E2-E100-9543-F7E69BDE0003}"/>
                </a:ext>
              </a:extLst>
            </p:cNvPr>
            <p:cNvSpPr/>
            <p:nvPr/>
          </p:nvSpPr>
          <p:spPr>
            <a:xfrm>
              <a:off x="6412652" y="4135176"/>
              <a:ext cx="1140303" cy="215444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50KJ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800,000</a:t>
              </a:r>
            </a:p>
          </p:txBody>
        </p:sp>
        <p:sp>
          <p:nvSpPr>
            <p:cNvPr id="22" name="Text 15">
              <a:extLst>
                <a:ext uri="{FF2B5EF4-FFF2-40B4-BE49-F238E27FC236}">
                  <a16:creationId xmlns:a16="http://schemas.microsoft.com/office/drawing/2014/main" id="{DF06781B-4F07-C245-E15C-2E014A41FE4E}"/>
                </a:ext>
              </a:extLst>
            </p:cNvPr>
            <p:cNvSpPr/>
            <p:nvPr/>
          </p:nvSpPr>
          <p:spPr>
            <a:xfrm>
              <a:off x="4496340" y="4135176"/>
              <a:ext cx="1065997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498BD"/>
                  </a:solidFill>
                  <a:effectLst/>
                  <a:uLnTx/>
                  <a:uFillTx/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30KJ </a:t>
              </a:r>
              <a:r>
                <a:rPr kumimoji="0" lang="en-US" altLang="ko-KR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A1A1A"/>
                  </a:solidFill>
                  <a:effectLst/>
                  <a:uLnTx/>
                  <a:uFillTx/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500,000</a:t>
              </a:r>
            </a:p>
          </p:txBody>
        </p:sp>
        <p:sp>
          <p:nvSpPr>
            <p:cNvPr id="24" name="Text 11">
              <a:extLst>
                <a:ext uri="{FF2B5EF4-FFF2-40B4-BE49-F238E27FC236}">
                  <a16:creationId xmlns:a16="http://schemas.microsoft.com/office/drawing/2014/main" id="{71E75BE3-D7A8-F88A-61DB-B1E11CACA2F8}"/>
                </a:ext>
              </a:extLst>
            </p:cNvPr>
            <p:cNvSpPr/>
            <p:nvPr/>
          </p:nvSpPr>
          <p:spPr>
            <a:xfrm>
              <a:off x="1044691" y="4442810"/>
              <a:ext cx="385750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CN" sz="1400" dirty="0">
                  <a:solidFill>
                    <a:srgbClr val="555555"/>
                  </a:solidFill>
                  <a:latin typeface="Noto Sans SC Medium"/>
                  <a:ea typeface="Noto Sans SC Medium"/>
                  <a:cs typeface="Arial" pitchFamily="34" charset="-120"/>
                </a:rPr>
                <a:t xml:space="preserve">10KJ 加购  </a:t>
              </a:r>
              <a:r>
                <a:rPr lang="zh-CN" sz="1000" dirty="0">
                  <a:solidFill>
                    <a:srgbClr val="555555"/>
                  </a:solidFill>
                  <a:latin typeface="Noto Sans SC DemiLight"/>
                  <a:ea typeface="Noto Sans SC DemiLight"/>
                  <a:cs typeface="Arial" pitchFamily="34" charset="-120"/>
                </a:rPr>
                <a:t>不可单独购买</a:t>
              </a:r>
            </a:p>
          </p:txBody>
        </p:sp>
        <p:sp>
          <p:nvSpPr>
            <p:cNvPr id="25" name="Text 15">
              <a:extLst>
                <a:ext uri="{FF2B5EF4-FFF2-40B4-BE49-F238E27FC236}">
                  <a16:creationId xmlns:a16="http://schemas.microsoft.com/office/drawing/2014/main" id="{FDA1057B-4E76-7420-36B3-ADCC9026925E}"/>
                </a:ext>
              </a:extLst>
            </p:cNvPr>
            <p:cNvSpPr/>
            <p:nvPr/>
          </p:nvSpPr>
          <p:spPr>
            <a:xfrm>
              <a:off x="8468631" y="4522828"/>
              <a:ext cx="778025" cy="215444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200,000</a:t>
              </a:r>
            </a:p>
          </p:txBody>
        </p:sp>
      </p:grpSp>
      <p:sp>
        <p:nvSpPr>
          <p:cNvPr id="30" name="Text 15">
            <a:extLst>
              <a:ext uri="{FF2B5EF4-FFF2-40B4-BE49-F238E27FC236}">
                <a16:creationId xmlns:a16="http://schemas.microsoft.com/office/drawing/2014/main" id="{4D59A015-044D-3CA0-0E23-97296BB18EB2}"/>
              </a:ext>
            </a:extLst>
          </p:cNvPr>
          <p:cNvSpPr/>
          <p:nvPr/>
        </p:nvSpPr>
        <p:spPr>
          <a:xfrm>
            <a:off x="7848041" y="6347680"/>
            <a:ext cx="1393578" cy="215444"/>
          </a:xfrm>
          <a:prstGeom prst="rect">
            <a:avLst/>
          </a:prstGeom>
          <a:noFill/>
          <a:ln/>
        </p:spPr>
        <p:txBody>
          <a:bodyPr wrap="none" lIns="0" tIns="0" rIns="72000" bIns="0" rtlCol="0" anchor="ctr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2498BD"/>
                </a:solidFill>
                <a:effectLst/>
                <a:uLnTx/>
                <a:uFillTx/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100KJ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1,300,000</a:t>
            </a:r>
          </a:p>
        </p:txBody>
      </p:sp>
    </p:spTree>
    <p:extLst>
      <p:ext uri="{BB962C8B-B14F-4D97-AF65-F5344CB8AC3E}">
        <p14:creationId xmlns:p14="http://schemas.microsoft.com/office/powerpoint/2010/main" val="36616314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A78D4F5C-5968-895D-FA10-0EEB633C71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176" y="4842000"/>
            <a:ext cx="1908000" cy="19080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59560" y="4726800"/>
            <a:ext cx="8367881" cy="7905"/>
          </a:xfrm>
          <a:prstGeom prst="rect">
            <a:avLst/>
          </a:prstGeom>
          <a:solidFill>
            <a:srgbClr val="555555">
              <a:alpha val="12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3696259" y="2880000"/>
            <a:ext cx="5900499" cy="184067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lnSpcReduction="10000"/>
          </a:bodyPr>
          <a:lstStyle/>
          <a:p>
            <a:r>
              <a:rPr lang="en-US" sz="996" kern="0" spc="219" dirty="0">
                <a:solidFill>
                  <a:srgbClr val="C99A1F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PICOLITE BLACK</a:t>
            </a:r>
            <a:endParaRPr lang="en-US" sz="996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12" name="Text 9"/>
          <p:cNvSpPr/>
          <p:nvPr/>
        </p:nvSpPr>
        <p:spPr>
          <a:xfrm>
            <a:off x="3696259" y="3114000"/>
            <a:ext cx="5900499" cy="325223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10000"/>
          </a:bodyPr>
          <a:lstStyle/>
          <a:p>
            <a:r>
              <a:rPr lang="zh-CN" sz="1723" b="1" dirty="0">
                <a:solidFill>
                  <a:srgbClr val="1A1A1A"/>
                </a:solidFill>
                <a:latin typeface="Noto Sans SC DemiLight"/>
                <a:ea typeface="Noto Sans SC DemiLight"/>
                <a:cs typeface="Sinsegye" pitchFamily="34" charset="-120"/>
              </a:rPr>
              <a:t>皮秒激光 PicoLite Black</a:t>
            </a:r>
            <a:endParaRPr lang="en-US" sz="2116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3696259" y="3491999"/>
            <a:ext cx="5525013" cy="790418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10000"/>
          </a:bodyPr>
          <a:lstStyle/>
          <a:p>
            <a:pPr>
              <a:lnSpc>
                <a:spcPct val="149333"/>
              </a:lnSpc>
            </a:pPr>
            <a:r>
              <a:rPr lang="zh-CN" sz="1245" dirty="0">
                <a:solidFill>
                  <a:srgbClr val="555555"/>
                </a:solidFill>
                <a:latin typeface="Noto Sans SC DemiLight"/>
                <a:ea typeface="Noto Sans SC DemiLight"/>
                <a:cs typeface="Sinsegye" pitchFamily="34" charset="-120"/>
              </a:rPr>
              <a:t xml:space="preserve">以万亿分之一秒（皮秒）为单位发射超短瞬间能量的皮秒激光。 </a:t>
            </a:r>
          </a:p>
          <a:p>
            <a:pPr>
              <a:lnSpc>
                <a:spcPct val="149333"/>
              </a:lnSpc>
            </a:pPr>
            <a:r>
              <a:rPr lang="zh-CN" sz="1245" dirty="0">
                <a:solidFill>
                  <a:srgbClr val="555555"/>
                </a:solidFill>
                <a:latin typeface="Noto Sans SC DemiLight"/>
                <a:ea typeface="Noto Sans SC DemiLight"/>
                <a:cs typeface="Sinsegye" pitchFamily="34" charset="-120"/>
              </a:rPr>
              <a:t xml:space="preserve">相比传统纳秒激光刺激更小，色素性疾病 · 毛孔 · 疤痕 · 肤色 </a:t>
            </a:r>
          </a:p>
          <a:p>
            <a:pPr>
              <a:lnSpc>
                <a:spcPct val="149333"/>
              </a:lnSpc>
            </a:pPr>
            <a:r>
              <a:rPr lang="zh-CN" sz="1245" dirty="0">
                <a:solidFill>
                  <a:srgbClr val="555555"/>
                </a:solidFill>
                <a:latin typeface="Noto Sans SC DemiLight"/>
                <a:ea typeface="Noto Sans SC DemiLight"/>
                <a:cs typeface="Sinsegye" pitchFamily="34" charset="-120"/>
              </a:rPr>
              <a:t>均可精准、安全地改善。</a:t>
            </a:r>
            <a:endParaRPr lang="en-US" sz="1245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3696259" y="4384800"/>
            <a:ext cx="743712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696259" y="4384800"/>
            <a:ext cx="743712" cy="2258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zh-CN" sz="996" dirty="0">
                <a:solidFill>
                  <a:srgbClr val="2498BD"/>
                </a:solidFill>
                <a:latin typeface="Noto Sans SC DemiLight"/>
                <a:ea typeface="Noto Sans SC DemiLight"/>
                <a:cs typeface="Sinsegye" pitchFamily="34" charset="-120"/>
              </a:rPr>
              <a:t>皮秒净肤</a:t>
            </a:r>
            <a:endParaRPr lang="en-US" sz="996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4522267" y="4384800"/>
            <a:ext cx="978987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22267" y="4384800"/>
            <a:ext cx="978987" cy="2258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zh-CN" sz="996" dirty="0">
                <a:solidFill>
                  <a:srgbClr val="2498BD"/>
                </a:solidFill>
                <a:latin typeface="Noto Sans SC DemiLight"/>
                <a:ea typeface="Noto Sans SC DemiLight"/>
                <a:cs typeface="Sinsegye" pitchFamily="34" charset="-120"/>
              </a:rPr>
              <a:t>黄褐斑 · 色斑</a:t>
            </a:r>
            <a:endParaRPr lang="en-US" sz="996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5583550" y="4384800"/>
            <a:ext cx="1105479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583550" y="4384800"/>
            <a:ext cx="1105479" cy="2258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zh-CN" sz="996" dirty="0">
                <a:solidFill>
                  <a:srgbClr val="2498BD"/>
                </a:solidFill>
                <a:latin typeface="Noto Sans SC DemiLight"/>
                <a:ea typeface="Noto Sans SC DemiLight"/>
                <a:cs typeface="Sinsegye" pitchFamily="34" charset="-120"/>
              </a:rPr>
              <a:t>祛痣 · 祛老年斑</a:t>
            </a:r>
            <a:endParaRPr lang="en-US" sz="996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959560" y="6868799"/>
            <a:ext cx="8367881" cy="7905"/>
          </a:xfrm>
          <a:prstGeom prst="rect">
            <a:avLst/>
          </a:prstGeom>
          <a:solidFill>
            <a:srgbClr val="555555">
              <a:alpha val="12000"/>
            </a:srgbClr>
          </a:solidFill>
          <a:ln/>
        </p:spPr>
      </p:sp>
      <p:sp>
        <p:nvSpPr>
          <p:cNvPr id="21" name="Text 18"/>
          <p:cNvSpPr/>
          <p:nvPr/>
        </p:nvSpPr>
        <p:spPr>
          <a:xfrm>
            <a:off x="3696259" y="5022000"/>
            <a:ext cx="5900499" cy="184067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lnSpcReduction="10000"/>
          </a:bodyPr>
          <a:lstStyle/>
          <a:p>
            <a:r>
              <a:rPr lang="en-US" sz="996" kern="0" spc="219" dirty="0">
                <a:solidFill>
                  <a:srgbClr val="C99A1F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CO2</a:t>
            </a:r>
            <a:endParaRPr lang="en-US" sz="996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3696259" y="5256000"/>
            <a:ext cx="5900499" cy="325223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10000"/>
          </a:bodyPr>
          <a:lstStyle/>
          <a:p>
            <a:r>
              <a:rPr lang="en-US" sz="2116" dirty="0">
                <a:latin typeface="신세계 Regular" panose="02000300000000000000" pitchFamily="50" charset="-127"/>
                <a:ea typeface="신세계 Regular" panose="02000300000000000000" pitchFamily="50" charset="-127"/>
              </a:rPr>
              <a:t>Co2</a:t>
            </a:r>
          </a:p>
        </p:txBody>
      </p:sp>
      <p:sp>
        <p:nvSpPr>
          <p:cNvPr id="23" name="Text 20"/>
          <p:cNvSpPr/>
          <p:nvPr/>
        </p:nvSpPr>
        <p:spPr>
          <a:xfrm>
            <a:off x="3696259" y="5633999"/>
            <a:ext cx="5525013" cy="537485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Autofit/>
          </a:bodyPr>
          <a:lstStyle/>
          <a:p>
            <a:pPr>
              <a:lnSpc>
                <a:spcPct val="149333"/>
              </a:lnSpc>
            </a:pPr>
            <a:r>
              <a:rPr lang="zh-CN" sz="1200" dirty="0">
                <a:solidFill>
                  <a:srgbClr val="555555"/>
                </a:solidFill>
                <a:latin typeface="Noto Sans SC DemiLight"/>
                <a:ea typeface="Noto Sans SC DemiLight"/>
                <a:cs typeface="Sinsegye" pitchFamily="34" charset="-120"/>
              </a:rPr>
              <a:t>精细气化与切割病变组织的激光。常用于去除痣、粟丘疹（脂肪粒）、老年斑、扁平疣等多种表浅性皮肤病变，以及皮肤表层再生修复疗程。</a:t>
            </a:r>
            <a:endParaRPr lang="en-US" sz="120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3703417" y="6526800"/>
            <a:ext cx="793242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703417" y="6526800"/>
            <a:ext cx="793242" cy="2258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zh-CN" sz="900" dirty="0">
                <a:solidFill>
                  <a:srgbClr val="2498BD"/>
                </a:solidFill>
                <a:latin typeface="Noto Sans SC DemiLight"/>
                <a:ea typeface="Noto Sans SC DemiLight"/>
                <a:cs typeface="Sinsegye" pitchFamily="34" charset="-120"/>
              </a:rPr>
              <a:t xml:space="preserve">痣 · 脂肪粒 </a:t>
            </a:r>
            <a:endParaRPr lang="en-US" sz="90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4578955" y="6526800"/>
            <a:ext cx="793242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78955" y="6526800"/>
            <a:ext cx="793242" cy="2258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zh-CN" sz="900" dirty="0">
                <a:solidFill>
                  <a:srgbClr val="2498BD"/>
                </a:solidFill>
                <a:latin typeface="Noto Sans SC DemiLight"/>
                <a:ea typeface="Noto Sans SC DemiLight"/>
                <a:cs typeface="Sinsegye" pitchFamily="34" charset="-120"/>
              </a:rPr>
              <a:t>老年斑 · 疣</a:t>
            </a:r>
            <a:endParaRPr lang="en-US" sz="90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5454493" y="6526800"/>
            <a:ext cx="923544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454493" y="6526800"/>
            <a:ext cx="923544" cy="2258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zh-CN" sz="900" dirty="0">
                <a:solidFill>
                  <a:srgbClr val="2498BD"/>
                </a:solidFill>
                <a:latin typeface="Noto Sans SC DemiLight"/>
                <a:ea typeface="Noto Sans SC DemiLight"/>
                <a:cs typeface="Sinsegye" pitchFamily="34" charset="-120"/>
              </a:rPr>
              <a:t>去除皮肤病变</a:t>
            </a:r>
            <a:endParaRPr lang="en-US" sz="90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3692212" y="7163999"/>
            <a:ext cx="5900499" cy="184067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lnSpcReduction="10000"/>
          </a:bodyPr>
          <a:lstStyle/>
          <a:p>
            <a:r>
              <a:rPr lang="en-US" sz="996" kern="0" spc="219" dirty="0">
                <a:solidFill>
                  <a:srgbClr val="C99A1F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POTENZA</a:t>
            </a:r>
            <a:endParaRPr lang="en-US" sz="996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3692212" y="7397999"/>
            <a:ext cx="5900499" cy="325223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10000"/>
          </a:bodyPr>
          <a:lstStyle/>
          <a:p>
            <a:r>
              <a:rPr lang="zh-CN" sz="1869" b="1" dirty="0">
                <a:solidFill>
                  <a:srgbClr val="1A1A1A"/>
                </a:solidFill>
                <a:latin typeface="Noto Sans SC DemiLight"/>
                <a:ea typeface="Noto Sans SC DemiLight"/>
                <a:cs typeface="Sinsegye" pitchFamily="34" charset="-120"/>
              </a:rPr>
              <a:t>黄金微针</a:t>
            </a:r>
            <a:endParaRPr lang="en-US" sz="2116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3692212" y="7775999"/>
            <a:ext cx="5525013" cy="1332164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Autofit/>
          </a:bodyPr>
          <a:lstStyle/>
          <a:p>
            <a:pPr>
              <a:lnSpc>
                <a:spcPct val="149333"/>
              </a:lnSpc>
            </a:pPr>
            <a:r>
              <a:rPr lang="zh-CN" sz="1200" dirty="0">
                <a:solidFill>
                  <a:srgbClr val="555555"/>
                </a:solidFill>
                <a:latin typeface="Noto Sans SC DemiLight"/>
                <a:ea typeface="Noto Sans SC DemiLight"/>
                <a:cs typeface="Sinsegye" pitchFamily="34" charset="-120"/>
              </a:rPr>
              <a:t xml:space="preserve">微针穿透皮肤，向目标深度传递射频（RF）能量 </a:t>
            </a:r>
            <a:endParaRPr lang="en-US" altLang="ko-KR" sz="1200" dirty="0">
              <a:solidFill>
                <a:srgbClr val="555555"/>
              </a:solidFill>
              <a:latin typeface="신세계 Regular" panose="02000300000000000000" pitchFamily="50" charset="-127"/>
              <a:ea typeface="신세계 Regular" panose="02000300000000000000" pitchFamily="50" charset="-127"/>
              <a:cs typeface="Sinsegye" pitchFamily="34" charset="-120"/>
            </a:endParaRPr>
          </a:p>
          <a:p>
            <a:pPr>
              <a:lnSpc>
                <a:spcPct val="149333"/>
              </a:lnSpc>
            </a:pPr>
            <a:r>
              <a:rPr lang="zh-CN" sz="1200" dirty="0">
                <a:solidFill>
                  <a:srgbClr val="555555"/>
                </a:solidFill>
                <a:latin typeface="Noto Sans SC DemiLight"/>
                <a:ea typeface="Noto Sans SC DemiLight"/>
                <a:cs typeface="Sinsegye" pitchFamily="34" charset="-120"/>
              </a:rPr>
              <a:t>的仪器。可灵活运用多种探头与模式，有助于改善毛孔 · 疤痕 · 肤质 ·</a:t>
            </a:r>
          </a:p>
          <a:p>
            <a:pPr>
              <a:lnSpc>
                <a:spcPct val="149333"/>
              </a:lnSpc>
            </a:pPr>
            <a:r>
              <a:rPr lang="zh-CN" sz="1200" dirty="0">
                <a:solidFill>
                  <a:srgbClr val="555555"/>
                </a:solidFill>
                <a:latin typeface="Noto Sans SC DemiLight"/>
                <a:ea typeface="Noto Sans SC DemiLight"/>
                <a:cs typeface="Sinsegye" pitchFamily="34" charset="-120"/>
              </a:rPr>
              <a:t>弹性，并可搭配水光针疗程进行。</a:t>
            </a:r>
            <a:endParaRPr lang="en-US" sz="120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33" name="Shape 30"/>
          <p:cNvSpPr/>
          <p:nvPr/>
        </p:nvSpPr>
        <p:spPr>
          <a:xfrm>
            <a:off x="3692213" y="8668800"/>
            <a:ext cx="852495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692213" y="8668800"/>
            <a:ext cx="852495" cy="2258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zh-CN" sz="996" dirty="0">
                <a:solidFill>
                  <a:srgbClr val="2498BD"/>
                </a:solidFill>
                <a:latin typeface="Noto Sans SC DemiLight"/>
                <a:ea typeface="Noto Sans SC DemiLight"/>
                <a:cs typeface="Sinsegye" pitchFamily="34" charset="-120"/>
              </a:rPr>
              <a:t>毛孔 · 疤痕</a:t>
            </a:r>
            <a:endParaRPr lang="en-US" sz="996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35" name="Shape 32"/>
          <p:cNvSpPr/>
          <p:nvPr/>
        </p:nvSpPr>
        <p:spPr>
          <a:xfrm>
            <a:off x="4627004" y="8668800"/>
            <a:ext cx="793242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627004" y="8668800"/>
            <a:ext cx="793242" cy="2258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zh-CN" sz="900" dirty="0">
                <a:solidFill>
                  <a:srgbClr val="2498BD"/>
                </a:solidFill>
                <a:latin typeface="Noto Sans SC DemiLight"/>
                <a:ea typeface="Noto Sans SC DemiLight"/>
                <a:cs typeface="Sinsegye" pitchFamily="34" charset="-120"/>
              </a:rPr>
              <a:t>肤质 · 弹性</a:t>
            </a:r>
            <a:endParaRPr lang="en-US" sz="90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37" name="Shape 34"/>
          <p:cNvSpPr/>
          <p:nvPr/>
        </p:nvSpPr>
        <p:spPr>
          <a:xfrm>
            <a:off x="5502542" y="8668800"/>
            <a:ext cx="809244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502542" y="8668800"/>
            <a:ext cx="809244" cy="2258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zh-CN" sz="900" dirty="0">
                <a:solidFill>
                  <a:srgbClr val="2498BD"/>
                </a:solidFill>
                <a:latin typeface="Noto Sans SC DemiLight"/>
                <a:ea typeface="Noto Sans SC DemiLight"/>
                <a:cs typeface="Sinsegye" pitchFamily="34" charset="-120"/>
              </a:rPr>
              <a:t>水光针导入</a:t>
            </a:r>
            <a:endParaRPr lang="en-US" sz="90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42" name="Text 3">
            <a:extLst>
              <a:ext uri="{FF2B5EF4-FFF2-40B4-BE49-F238E27FC236}">
                <a16:creationId xmlns:a16="http://schemas.microsoft.com/office/drawing/2014/main" id="{400A6657-6F48-ADE3-DB13-1E62AC0C71C0}"/>
              </a:ext>
            </a:extLst>
          </p:cNvPr>
          <p:cNvSpPr/>
          <p:nvPr/>
        </p:nvSpPr>
        <p:spPr>
          <a:xfrm>
            <a:off x="-514350" y="870569"/>
            <a:ext cx="11315700" cy="2013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050" kern="0" spc="168" dirty="0">
                <a:solidFill>
                  <a:srgbClr val="C99A1F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LASER DEVICE</a:t>
            </a:r>
            <a:endParaRPr lang="en-US" sz="105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44" name="Text 4">
            <a:extLst>
              <a:ext uri="{FF2B5EF4-FFF2-40B4-BE49-F238E27FC236}">
                <a16:creationId xmlns:a16="http://schemas.microsoft.com/office/drawing/2014/main" id="{A663DAAC-9F0E-D76E-F04A-1CA202856152}"/>
              </a:ext>
            </a:extLst>
          </p:cNvPr>
          <p:cNvSpPr/>
          <p:nvPr/>
        </p:nvSpPr>
        <p:spPr>
          <a:xfrm>
            <a:off x="-514350" y="1071912"/>
            <a:ext cx="11315700" cy="4735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zh-CN" sz="3150" b="1" kern="0" spc="-63" dirty="0">
                <a:solidFill>
                  <a:srgbClr val="2498BD"/>
                </a:solidFill>
                <a:latin typeface="Noto Sans SC DemiLight"/>
                <a:ea typeface="Noto Sans SC DemiLight"/>
                <a:cs typeface="Sinsegye" pitchFamily="34" charset="-120"/>
              </a:rPr>
              <a:t>激光仪器</a:t>
            </a:r>
            <a:endParaRPr lang="en-US" sz="315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46" name="Text 5">
            <a:extLst>
              <a:ext uri="{FF2B5EF4-FFF2-40B4-BE49-F238E27FC236}">
                <a16:creationId xmlns:a16="http://schemas.microsoft.com/office/drawing/2014/main" id="{7E90CE31-A7BE-6A9D-AF73-C05029D04989}"/>
              </a:ext>
            </a:extLst>
          </p:cNvPr>
          <p:cNvSpPr/>
          <p:nvPr/>
        </p:nvSpPr>
        <p:spPr>
          <a:xfrm>
            <a:off x="-514350" y="1545398"/>
            <a:ext cx="113157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/>
            <a:r>
              <a:rPr lang="zh-CN" sz="1213" dirty="0">
                <a:solidFill>
                  <a:srgbClr val="6E6E6E"/>
                </a:solidFill>
                <a:latin typeface="Noto Sans SC DemiLight"/>
                <a:ea typeface="Noto Sans SC DemiLight"/>
                <a:cs typeface="Arial" pitchFamily="34" charset="-120"/>
              </a:rPr>
              <a:t>黄褐斑/色斑 · 泛红 · 毛孔/疤痕 · 脱毛</a:t>
            </a:r>
            <a:endParaRPr lang="en-US" altLang="ko-KR" sz="1275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4D2E024A-8258-FA04-99BC-D067A9E87B7D}"/>
              </a:ext>
            </a:extLst>
          </p:cNvPr>
          <p:cNvSpPr/>
          <p:nvPr/>
        </p:nvSpPr>
        <p:spPr>
          <a:xfrm>
            <a:off x="1016176" y="2700000"/>
            <a:ext cx="1908000" cy="1908000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9D500FF6-2B65-31BF-F85E-6A79A6A3FD6A}"/>
              </a:ext>
            </a:extLst>
          </p:cNvPr>
          <p:cNvSpPr/>
          <p:nvPr/>
        </p:nvSpPr>
        <p:spPr>
          <a:xfrm>
            <a:off x="1016176" y="6983999"/>
            <a:ext cx="1908000" cy="1908000"/>
          </a:xfrm>
          <a:prstGeom prst="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1" name="BBL Divider"/>
          <p:cNvSpPr/>
          <p:nvPr/>
        </p:nvSpPr>
        <p:spPr>
          <a:xfrm>
            <a:off x="959560" y="9010800"/>
            <a:ext cx="8367881" cy="7905"/>
          </a:xfrm>
          <a:prstGeom prst="rect">
            <a:avLst/>
          </a:prstGeom>
          <a:solidFill>
            <a:srgbClr val="555555">
              <a:alpha val="12000"/>
            </a:srgbClr>
          </a:solidFill>
          <a:ln/>
        </p:spPr>
      </p:sp>
      <p:sp>
        <p:nvSpPr>
          <p:cNvPr id="102" name="BBL Label"/>
          <p:cNvSpPr/>
          <p:nvPr/>
        </p:nvSpPr>
        <p:spPr>
          <a:xfrm>
            <a:off x="3696259" y="9306000"/>
            <a:ext cx="5900499" cy="184067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lnSpcReduction="10000"/>
          </a:bodyPr>
          <a:lstStyle/>
          <a:p>
            <a:r>
              <a:rPr lang="en-US" sz="996" kern="0" spc="219" dirty="0">
                <a:solidFill>
                  <a:srgbClr val="C99A1F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BROADBAND LIGHT</a:t>
            </a:r>
            <a:endParaRPr lang="en-US" sz="996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103" name="BBL Name"/>
          <p:cNvSpPr/>
          <p:nvPr/>
        </p:nvSpPr>
        <p:spPr>
          <a:xfrm>
            <a:off x="3696259" y="9540000"/>
            <a:ext cx="5900499" cy="325223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10000"/>
          </a:bodyPr>
          <a:lstStyle/>
          <a:p>
            <a:r>
              <a:rPr lang="en-US" sz="2116" b="1" dirty="0">
                <a:latin typeface="신세계 Regular" panose="02000300000000000000" pitchFamily="50" charset="-127"/>
                <a:ea typeface="신세계 Regular" panose="02000300000000000000" pitchFamily="50" charset="-127"/>
              </a:rPr>
              <a:t>BBL</a:t>
            </a:r>
          </a:p>
        </p:txBody>
      </p:sp>
      <p:sp>
        <p:nvSpPr>
          <p:cNvPr id="104" name="BBL Desc"/>
          <p:cNvSpPr/>
          <p:nvPr/>
        </p:nvSpPr>
        <p:spPr>
          <a:xfrm>
            <a:off x="3696259" y="9918000"/>
            <a:ext cx="5525013" cy="537485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Autofit/>
          </a:bodyPr>
          <a:lstStyle/>
          <a:p>
            <a:pPr>
              <a:lnSpc>
                <a:spcPct val="149333"/>
              </a:lnSpc>
            </a:pPr>
            <a:r>
              <a:rPr lang="zh-CN" sz="1200" dirty="0">
                <a:solidFill>
                  <a:srgbClr val="555555"/>
                </a:solidFill>
                <a:latin typeface="Noto Sans SC DemiLight"/>
                <a:ea typeface="Noto Sans SC DemiLight"/>
                <a:cs typeface="Sinsegye" pitchFamily="34" charset="-120"/>
              </a:rPr>
              <a:t>将宽光谱光（BroadBand Light）能量按皮肤深度传递的光疗设备。可同时改善黄褐斑、色斑等色素问题及泛红、血管性病变，令肤色与肤质清透均匀。</a:t>
            </a:r>
            <a:endParaRPr lang="en-US" sz="120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105" name="BBL Tag 1"/>
          <p:cNvSpPr/>
          <p:nvPr/>
        </p:nvSpPr>
        <p:spPr>
          <a:xfrm>
            <a:off x="3703417" y="10810800"/>
            <a:ext cx="907542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</p:sp>
      <p:sp>
        <p:nvSpPr>
          <p:cNvPr id="106" name="BBL TagText 1"/>
          <p:cNvSpPr/>
          <p:nvPr/>
        </p:nvSpPr>
        <p:spPr>
          <a:xfrm>
            <a:off x="3703417" y="10810800"/>
            <a:ext cx="907542" cy="2258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zh-CN" sz="900" dirty="0">
                <a:solidFill>
                  <a:srgbClr val="2498BD"/>
                </a:solidFill>
                <a:latin typeface="Noto Sans SC DemiLight"/>
                <a:ea typeface="Noto Sans SC DemiLight"/>
                <a:cs typeface="Sinsegye" pitchFamily="34" charset="-120"/>
              </a:rPr>
              <a:t>黄褐斑 · 色斑</a:t>
            </a:r>
            <a:endParaRPr lang="en-US" sz="90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107" name="BBL Tag 2"/>
          <p:cNvSpPr/>
          <p:nvPr/>
        </p:nvSpPr>
        <p:spPr>
          <a:xfrm>
            <a:off x="4693255" y="10810800"/>
            <a:ext cx="793242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</p:sp>
      <p:sp>
        <p:nvSpPr>
          <p:cNvPr id="108" name="BBL TagText 2"/>
          <p:cNvSpPr/>
          <p:nvPr/>
        </p:nvSpPr>
        <p:spPr>
          <a:xfrm>
            <a:off x="4693255" y="10810800"/>
            <a:ext cx="793242" cy="2258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zh-CN" sz="900" dirty="0">
                <a:solidFill>
                  <a:srgbClr val="2498BD"/>
                </a:solidFill>
                <a:latin typeface="Noto Sans SC DemiLight"/>
                <a:ea typeface="Noto Sans SC DemiLight"/>
                <a:cs typeface="Sinsegye" pitchFamily="34" charset="-120"/>
              </a:rPr>
              <a:t>泛红 · 血管</a:t>
            </a:r>
            <a:endParaRPr lang="en-US" sz="90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109" name="BBL Tag 3"/>
          <p:cNvSpPr/>
          <p:nvPr/>
        </p:nvSpPr>
        <p:spPr>
          <a:xfrm>
            <a:off x="5568793" y="10810800"/>
            <a:ext cx="694944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</p:sp>
      <p:sp>
        <p:nvSpPr>
          <p:cNvPr id="110" name="BBL TagText 3"/>
          <p:cNvSpPr/>
          <p:nvPr/>
        </p:nvSpPr>
        <p:spPr>
          <a:xfrm>
            <a:off x="5568793" y="10810800"/>
            <a:ext cx="694944" cy="2258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zh-CN" sz="900" dirty="0">
                <a:solidFill>
                  <a:srgbClr val="2498BD"/>
                </a:solidFill>
                <a:latin typeface="Noto Sans SC DemiLight"/>
                <a:ea typeface="Noto Sans SC DemiLight"/>
                <a:cs typeface="Sinsegye" pitchFamily="34" charset="-120"/>
              </a:rPr>
              <a:t>肤色改善</a:t>
            </a:r>
            <a:endParaRPr lang="en-US" sz="90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111" name="BBL 이미지"/>
          <p:cNvSpPr/>
          <p:nvPr/>
        </p:nvSpPr>
        <p:spPr>
          <a:xfrm>
            <a:off x="1016176" y="9126000"/>
            <a:ext cx="1908000" cy="1908000"/>
          </a:xfrm>
          <a:prstGeom prst="rect">
            <a:avLst/>
          </a:prstGeo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1" name="BBL Label"/>
          <p:cNvSpPr/>
          <p:nvPr/>
        </p:nvSpPr>
        <p:spPr>
          <a:xfrm>
            <a:off x="3696259" y="11448000"/>
            <a:ext cx="5900499" cy="184067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lnSpcReduction="10000"/>
          </a:bodyPr>
          <a:lstStyle/>
          <a:p>
            <a:r>
              <a:rPr lang="en-US" sz="996" kern="0" spc="219" dirty="0">
                <a:solidFill>
                  <a:srgbClr val="C99A1F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AVALANCHE</a:t>
            </a:r>
            <a:endParaRPr lang="en-US" sz="996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302" name="BBL Name"/>
          <p:cNvSpPr/>
          <p:nvPr/>
        </p:nvSpPr>
        <p:spPr>
          <a:xfrm>
            <a:off x="3696259" y="11682000"/>
            <a:ext cx="5900499" cy="325223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10000"/>
          </a:bodyPr>
          <a:lstStyle/>
          <a:p>
            <a:r>
              <a:rPr lang="zh-CN" sz="1523" b="1" dirty="0">
                <a:latin typeface="Noto Sans SC DemiLight"/>
                <a:ea typeface="Noto Sans SC DemiLight"/>
              </a:rPr>
              <a:t>Avalanche 脱毛激光</a:t>
            </a:r>
          </a:p>
        </p:txBody>
      </p:sp>
      <p:sp>
        <p:nvSpPr>
          <p:cNvPr id="303" name="BBL Desc"/>
          <p:cNvSpPr/>
          <p:nvPr/>
        </p:nvSpPr>
        <p:spPr>
          <a:xfrm>
            <a:off x="3696259" y="12060000"/>
            <a:ext cx="5525013" cy="537485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Autofit/>
          </a:bodyPr>
          <a:lstStyle/>
          <a:p>
            <a:pPr>
              <a:lnSpc>
                <a:spcPct val="149333"/>
              </a:lnSpc>
            </a:pPr>
            <a:r>
              <a:rPr lang="zh-CN" sz="1200" dirty="0">
                <a:solidFill>
                  <a:srgbClr val="555555"/>
                </a:solidFill>
                <a:latin typeface="Noto Sans SC DemiLight"/>
                <a:ea typeface="Noto Sans SC DemiLight"/>
                <a:cs typeface="Sinsegye" pitchFamily="34" charset="-120"/>
              </a:rPr>
              <a:t>根据毛质与肤质调节能量的激光脱毛设备。强效冷却减轻疼痛负担，从面部到身体，大面积快速、均匀脱毛。</a:t>
            </a:r>
            <a:endParaRPr lang="en-US" sz="120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304" name="BBL Tag 1"/>
          <p:cNvSpPr/>
          <p:nvPr/>
        </p:nvSpPr>
        <p:spPr>
          <a:xfrm>
            <a:off x="3703417" y="12952800"/>
            <a:ext cx="694944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</p:sp>
      <p:sp>
        <p:nvSpPr>
          <p:cNvPr id="305" name="BBL TagText 1"/>
          <p:cNvSpPr/>
          <p:nvPr/>
        </p:nvSpPr>
        <p:spPr>
          <a:xfrm>
            <a:off x="3703417" y="12952800"/>
            <a:ext cx="694944" cy="2258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zh-CN" sz="900" dirty="0">
                <a:solidFill>
                  <a:srgbClr val="2498BD"/>
                </a:solidFill>
                <a:latin typeface="Noto Sans SC DemiLight"/>
                <a:ea typeface="Noto Sans SC DemiLight"/>
                <a:cs typeface="Sinsegye" pitchFamily="34" charset="-120"/>
              </a:rPr>
              <a:t>女性脱毛</a:t>
            </a:r>
            <a:endParaRPr lang="en-US" sz="90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306" name="BBL Tag 2"/>
          <p:cNvSpPr/>
          <p:nvPr/>
        </p:nvSpPr>
        <p:spPr>
          <a:xfrm>
            <a:off x="4480657" y="12952800"/>
            <a:ext cx="694944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</p:sp>
      <p:sp>
        <p:nvSpPr>
          <p:cNvPr id="307" name="BBL TagText 2"/>
          <p:cNvSpPr/>
          <p:nvPr/>
        </p:nvSpPr>
        <p:spPr>
          <a:xfrm>
            <a:off x="4480657" y="12952800"/>
            <a:ext cx="694944" cy="2258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zh-CN" sz="900" dirty="0">
                <a:solidFill>
                  <a:srgbClr val="2498BD"/>
                </a:solidFill>
                <a:latin typeface="Noto Sans SC DemiLight"/>
                <a:ea typeface="Noto Sans SC DemiLight"/>
                <a:cs typeface="Sinsegye" pitchFamily="34" charset="-120"/>
              </a:rPr>
              <a:t>男性脱毛</a:t>
            </a:r>
            <a:endParaRPr lang="en-US" sz="90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308" name="BBL Tag 3"/>
          <p:cNvSpPr/>
          <p:nvPr/>
        </p:nvSpPr>
        <p:spPr>
          <a:xfrm>
            <a:off x="5257897" y="12952800"/>
            <a:ext cx="793242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</p:sp>
      <p:sp>
        <p:nvSpPr>
          <p:cNvPr id="309" name="BBL TagText 3"/>
          <p:cNvSpPr/>
          <p:nvPr/>
        </p:nvSpPr>
        <p:spPr>
          <a:xfrm>
            <a:off x="5257897" y="12952800"/>
            <a:ext cx="793242" cy="2258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zh-CN" sz="900" dirty="0">
                <a:solidFill>
                  <a:srgbClr val="2498BD"/>
                </a:solidFill>
                <a:latin typeface="Noto Sans SC DemiLight"/>
                <a:ea typeface="Noto Sans SC DemiLight"/>
                <a:cs typeface="Sinsegye" pitchFamily="34" charset="-120"/>
              </a:rPr>
              <a:t>面部 · 身体</a:t>
            </a:r>
            <a:endParaRPr lang="en-US" sz="90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310" name="BBL 이미지"/>
          <p:cNvSpPr/>
          <p:nvPr/>
        </p:nvSpPr>
        <p:spPr>
          <a:xfrm>
            <a:off x="1016176" y="11268000"/>
            <a:ext cx="1908000" cy="1908000"/>
          </a:xfrm>
          <a:prstGeom prst="rect">
            <a:avLst/>
          </a:prstGeom>
          <a:solidFill>
            <a:srgbClr val="EAF3F7"/>
          </a:solidFill>
          <a:ln w="9525">
            <a:solidFill>
              <a:srgbClr val="2498BD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1" name="AVALANCHE 이미지 자리"/>
          <p:cNvSpPr/>
          <p:nvPr/>
        </p:nvSpPr>
        <p:spPr>
          <a:xfrm>
            <a:off x="1015200" y="12114000"/>
            <a:ext cx="1908000" cy="216000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lnSpcReduction="10000"/>
          </a:bodyPr>
          <a:lstStyle/>
          <a:p>
            <a:pPr algn="ctr"/>
            <a:r>
              <a:rPr lang="zh-CN" sz="996" kern="0" spc="219" dirty="0">
                <a:solidFill>
                  <a:srgbClr val="C99A1F"/>
                </a:solidFill>
                <a:latin typeface="Noto Sans SC DemiLight"/>
                <a:ea typeface="Noto Sans SC DemiLight"/>
                <a:cs typeface="GC 16 Mono" pitchFamily="34" charset="-120"/>
              </a:rPr>
              <a:t>设备图片位置</a:t>
            </a:r>
            <a:endParaRPr lang="en-US" sz="996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/>
          <p:cNvSpPr/>
          <p:nvPr/>
        </p:nvSpPr>
        <p:spPr>
          <a:xfrm>
            <a:off x="-514350" y="870569"/>
            <a:ext cx="11315700" cy="2013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050" kern="0" spc="168" dirty="0">
                <a:solidFill>
                  <a:srgbClr val="C99A1F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LASER</a:t>
            </a:r>
            <a:endParaRPr lang="en-US" sz="105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7" name="Text 4"/>
          <p:cNvSpPr/>
          <p:nvPr/>
        </p:nvSpPr>
        <p:spPr>
          <a:xfrm>
            <a:off x="-514350" y="1071912"/>
            <a:ext cx="11315700" cy="4735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zh-CN" sz="3150" b="1" kern="0" spc="-63" dirty="0">
                <a:solidFill>
                  <a:srgbClr val="2498BD"/>
                </a:solidFill>
                <a:latin typeface="Noto Sans SC DemiLight"/>
                <a:ea typeface="Noto Sans SC DemiLight"/>
                <a:cs typeface="Sinsegye" pitchFamily="34" charset="-120"/>
              </a:rPr>
              <a:t>激光</a:t>
            </a:r>
            <a:endParaRPr lang="en-US" sz="315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8" name="Text 5"/>
          <p:cNvSpPr/>
          <p:nvPr/>
        </p:nvSpPr>
        <p:spPr>
          <a:xfrm>
            <a:off x="-514350" y="1545398"/>
            <a:ext cx="113157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/>
            <a:r>
              <a:rPr lang="zh-CN" sz="1214" dirty="0">
                <a:solidFill>
                  <a:srgbClr val="6E6E6E"/>
                </a:solidFill>
                <a:latin typeface="Noto Sans SC DemiLight"/>
                <a:ea typeface="Noto Sans SC DemiLight"/>
                <a:cs typeface="Arial" pitchFamily="34" charset="-120"/>
              </a:rPr>
              <a:t>黄褐斑/色斑 · 毛孔/疤痕</a:t>
            </a:r>
            <a:endParaRPr lang="en-US" sz="1275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12" name="Text 96">
            <a:extLst>
              <a:ext uri="{FF2B5EF4-FFF2-40B4-BE49-F238E27FC236}">
                <a16:creationId xmlns:a16="http://schemas.microsoft.com/office/drawing/2014/main" id="{C0714D43-A692-AD44-AEDA-33D81BEA5C8A}"/>
              </a:ext>
            </a:extLst>
          </p:cNvPr>
          <p:cNvSpPr/>
          <p:nvPr/>
        </p:nvSpPr>
        <p:spPr>
          <a:xfrm>
            <a:off x="529167" y="13503293"/>
            <a:ext cx="9237133" cy="187694"/>
          </a:xfrm>
          <a:prstGeom prst="rect">
            <a:avLst/>
          </a:prstGeom>
          <a:noFill/>
          <a:ln/>
        </p:spPr>
        <p:txBody>
          <a:bodyPr wrap="square" lIns="25400" tIns="25400" rIns="514800" bIns="25400" rtlCol="0" anchor="t">
            <a:normAutofit fontScale="92500" lnSpcReduction="10000"/>
          </a:bodyPr>
          <a:lstStyle/>
          <a:p>
            <a:pPr marL="0" indent="0" algn="r">
              <a:buNone/>
            </a:pPr>
            <a:r>
              <a:rPr lang="zh-CN" sz="882" dirty="0">
                <a:solidFill>
                  <a:srgbClr val="6E6E6E"/>
                </a:solidFill>
                <a:latin typeface="Noto Sans SC DemiLight"/>
                <a:ea typeface="Noto Sans SC DemiLight"/>
                <a:cs typeface="GC 16 Mono" pitchFamily="34" charset="-120"/>
              </a:rPr>
              <a:t>* 价格不含10%附加税</a:t>
            </a:r>
            <a:endParaRPr lang="en-US" sz="1013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120" name="Shape 7">
            <a:extLst>
              <a:ext uri="{FF2B5EF4-FFF2-40B4-BE49-F238E27FC236}">
                <a16:creationId xmlns:a16="http://schemas.microsoft.com/office/drawing/2014/main" id="{48A1CEE6-14AC-B9C9-5EC7-597AC750FDF3}"/>
              </a:ext>
            </a:extLst>
          </p:cNvPr>
          <p:cNvSpPr/>
          <p:nvPr/>
        </p:nvSpPr>
        <p:spPr>
          <a:xfrm>
            <a:off x="1041515" y="3434742"/>
            <a:ext cx="8205142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21" name="Shape 7">
            <a:extLst>
              <a:ext uri="{FF2B5EF4-FFF2-40B4-BE49-F238E27FC236}">
                <a16:creationId xmlns:a16="http://schemas.microsoft.com/office/drawing/2014/main" id="{DCB45975-FCBC-D014-55B1-EDC7513A0F29}"/>
              </a:ext>
            </a:extLst>
          </p:cNvPr>
          <p:cNvSpPr/>
          <p:nvPr/>
        </p:nvSpPr>
        <p:spPr>
          <a:xfrm>
            <a:off x="1041515" y="3046774"/>
            <a:ext cx="8205142" cy="13607"/>
          </a:xfrm>
          <a:prstGeom prst="rect">
            <a:avLst/>
          </a:prstGeom>
          <a:solidFill>
            <a:srgbClr val="2498BD"/>
          </a:solidFill>
          <a:ln/>
        </p:spPr>
      </p:sp>
      <p:sp>
        <p:nvSpPr>
          <p:cNvPr id="122" name="Shape 7">
            <a:extLst>
              <a:ext uri="{FF2B5EF4-FFF2-40B4-BE49-F238E27FC236}">
                <a16:creationId xmlns:a16="http://schemas.microsoft.com/office/drawing/2014/main" id="{7CC88596-5234-6439-6B70-132B8F0E27AA}"/>
              </a:ext>
            </a:extLst>
          </p:cNvPr>
          <p:cNvSpPr/>
          <p:nvPr/>
        </p:nvSpPr>
        <p:spPr>
          <a:xfrm>
            <a:off x="1041515" y="3860700"/>
            <a:ext cx="8205142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75" name="Shape 7">
            <a:extLst>
              <a:ext uri="{FF2B5EF4-FFF2-40B4-BE49-F238E27FC236}">
                <a16:creationId xmlns:a16="http://schemas.microsoft.com/office/drawing/2014/main" id="{434A2D39-D8E2-9632-7E24-953601533DD5}"/>
              </a:ext>
            </a:extLst>
          </p:cNvPr>
          <p:cNvSpPr/>
          <p:nvPr/>
        </p:nvSpPr>
        <p:spPr>
          <a:xfrm>
            <a:off x="1041515" y="4905500"/>
            <a:ext cx="8205142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70" name="Text 11">
            <a:extLst>
              <a:ext uri="{FF2B5EF4-FFF2-40B4-BE49-F238E27FC236}">
                <a16:creationId xmlns:a16="http://schemas.microsoft.com/office/drawing/2014/main" id="{A255D62F-E346-A893-A443-D0879DBD6D2A}"/>
              </a:ext>
            </a:extLst>
          </p:cNvPr>
          <p:cNvSpPr/>
          <p:nvPr/>
        </p:nvSpPr>
        <p:spPr>
          <a:xfrm>
            <a:off x="1044691" y="4285348"/>
            <a:ext cx="4586589" cy="620151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CN" sz="1400" dirty="0">
                <a:solidFill>
                  <a:srgbClr val="555555"/>
                </a:solidFill>
                <a:latin typeface="Noto Sans SC Medium"/>
                <a:ea typeface="Noto Sans SC Medium"/>
                <a:cs typeface="Arial" pitchFamily="34" charset="-120"/>
              </a:rPr>
              <a:t>Co2 二氧化碳激光 除痣</a:t>
            </a:r>
            <a:endParaRPr lang="en-US" altLang="ko-KR" sz="1400" dirty="0">
              <a:solidFill>
                <a:srgbClr val="555555"/>
              </a:solidFill>
              <a:latin typeface="신세계 Medium" panose="02000300000000000000" pitchFamily="50" charset="-127"/>
              <a:ea typeface="신세계 Medium" panose="02000300000000000000" pitchFamily="50" charset="-127"/>
              <a:cs typeface="Arial" pitchFamily="34" charset="-120"/>
            </a:endParaRPr>
          </a:p>
          <a:p>
            <a:pPr>
              <a:lnSpc>
                <a:spcPct val="150000"/>
              </a:lnSpc>
            </a:pPr>
            <a:r>
              <a:rPr lang="zh-CN" sz="1000" dirty="0">
                <a:solidFill>
                  <a:srgbClr val="555555"/>
                </a:solidFill>
                <a:latin typeface="Noto Sans SC DemiLight"/>
                <a:ea typeface="Noto Sans SC DemiLight"/>
                <a:cs typeface="Arial" pitchFamily="34" charset="-120"/>
              </a:rPr>
              <a:t>精细去除痣、粟丘疹（脂肪粒）、老年斑、扁平疣等病变 / 不含补打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B0880635-3B46-12E2-B95A-70CB15678C23}"/>
              </a:ext>
            </a:extLst>
          </p:cNvPr>
          <p:cNvSpPr txBox="1"/>
          <p:nvPr/>
        </p:nvSpPr>
        <p:spPr>
          <a:xfrm>
            <a:off x="930580" y="2720019"/>
            <a:ext cx="1479462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zh-CN" dirty="0">
                <a:latin typeface="Noto Sans SC SemiBold"/>
                <a:ea typeface="Noto Sans SC SemiBold"/>
                <a:cs typeface="Sinsegye" pitchFamily="34" charset="-120"/>
              </a:rPr>
              <a:t>黄褐斑/色斑</a:t>
            </a:r>
          </a:p>
        </p:txBody>
      </p:sp>
      <p:sp>
        <p:nvSpPr>
          <p:cNvPr id="108" name="Text 11">
            <a:extLst>
              <a:ext uri="{FF2B5EF4-FFF2-40B4-BE49-F238E27FC236}">
                <a16:creationId xmlns:a16="http://schemas.microsoft.com/office/drawing/2014/main" id="{3FCC0249-EDAD-9EAD-6B13-C7E10AFDCDC4}"/>
              </a:ext>
            </a:extLst>
          </p:cNvPr>
          <p:cNvSpPr/>
          <p:nvPr/>
        </p:nvSpPr>
        <p:spPr>
          <a:xfrm>
            <a:off x="1044691" y="3048648"/>
            <a:ext cx="4401069" cy="375481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CN" sz="1400" dirty="0">
                <a:solidFill>
                  <a:srgbClr val="555555"/>
                </a:solidFill>
                <a:latin typeface="Noto Sans SC Medium"/>
                <a:ea typeface="Noto Sans SC Medium"/>
                <a:cs typeface="Arial" pitchFamily="34" charset="-120"/>
              </a:rPr>
              <a:t>皮秒净肤</a:t>
            </a:r>
            <a:endParaRPr lang="ko-KR" altLang="en-US" sz="1400" dirty="0">
              <a:solidFill>
                <a:srgbClr val="555555"/>
              </a:solidFill>
              <a:latin typeface="신세계 Medium" panose="02000300000000000000" pitchFamily="50" charset="-127"/>
              <a:ea typeface="신세계 Medium" panose="02000300000000000000" pitchFamily="50" charset="-127"/>
              <a:cs typeface="Arial" pitchFamily="34" charset="-120"/>
            </a:endParaRPr>
          </a:p>
        </p:txBody>
      </p:sp>
      <p:sp>
        <p:nvSpPr>
          <p:cNvPr id="109" name="Text 11">
            <a:extLst>
              <a:ext uri="{FF2B5EF4-FFF2-40B4-BE49-F238E27FC236}">
                <a16:creationId xmlns:a16="http://schemas.microsoft.com/office/drawing/2014/main" id="{4FF4D6BF-9F83-9D3A-8D7F-0F0F3D618CCC}"/>
              </a:ext>
            </a:extLst>
          </p:cNvPr>
          <p:cNvSpPr/>
          <p:nvPr/>
        </p:nvSpPr>
        <p:spPr>
          <a:xfrm>
            <a:off x="1044691" y="3482277"/>
            <a:ext cx="4401069" cy="375481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CN" sz="1400" dirty="0">
                <a:solidFill>
                  <a:srgbClr val="555555"/>
                </a:solidFill>
                <a:latin typeface="Noto Sans SC Medium"/>
                <a:ea typeface="Noto Sans SC Medium"/>
                <a:cs typeface="Arial" pitchFamily="34" charset="-120"/>
              </a:rPr>
              <a:t>身体净肤</a:t>
            </a:r>
            <a:endParaRPr lang="ko-KR" altLang="en-US" sz="1400" dirty="0">
              <a:solidFill>
                <a:srgbClr val="555555"/>
              </a:solidFill>
              <a:latin typeface="신세계 Medium" panose="02000300000000000000" pitchFamily="50" charset="-127"/>
              <a:ea typeface="신세계 Medium" panose="02000300000000000000" pitchFamily="50" charset="-127"/>
              <a:cs typeface="Arial" pitchFamily="34" charset="-120"/>
            </a:endParaRPr>
          </a:p>
        </p:txBody>
      </p:sp>
      <p:sp>
        <p:nvSpPr>
          <p:cNvPr id="111" name="Text 15">
            <a:extLst>
              <a:ext uri="{FF2B5EF4-FFF2-40B4-BE49-F238E27FC236}">
                <a16:creationId xmlns:a16="http://schemas.microsoft.com/office/drawing/2014/main" id="{24188985-0B0B-0AE7-565D-4F827E38A0BE}"/>
              </a:ext>
            </a:extLst>
          </p:cNvPr>
          <p:cNvSpPr/>
          <p:nvPr/>
        </p:nvSpPr>
        <p:spPr>
          <a:xfrm>
            <a:off x="7808136" y="3128666"/>
            <a:ext cx="1438520" cy="215444"/>
          </a:xfrm>
          <a:prstGeom prst="rect">
            <a:avLst/>
          </a:prstGeom>
          <a:noFill/>
          <a:ln/>
        </p:spPr>
        <p:txBody>
          <a:bodyPr wrap="none" lIns="0" tIns="0" rIns="72000" bIns="0" rtlCol="0" anchor="ctr" anchorCtr="0">
            <a:spAutoFit/>
          </a:bodyPr>
          <a:lstStyle/>
          <a:p>
            <a:pPr algn="r"/>
            <a:r>
              <a:rPr lang="zh-CN" sz="1200" dirty="0">
                <a:solidFill>
                  <a:srgbClr val="2498BD"/>
                </a:solidFill>
                <a:latin typeface="Noto Sans SC DemiLight"/>
                <a:ea typeface="Noto Sans SC DemiLight"/>
                <a:cs typeface="GC 16 Mono" pitchFamily="34" charset="-120"/>
              </a:rPr>
              <a:t>10次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1,10</a:t>
            </a:r>
            <a:r>
              <a:rPr lang="en-US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0,000</a:t>
            </a:r>
          </a:p>
        </p:txBody>
      </p:sp>
      <p:sp>
        <p:nvSpPr>
          <p:cNvPr id="112" name="Text 15">
            <a:extLst>
              <a:ext uri="{FF2B5EF4-FFF2-40B4-BE49-F238E27FC236}">
                <a16:creationId xmlns:a16="http://schemas.microsoft.com/office/drawing/2014/main" id="{BC6B5B2C-26B7-A27A-D59C-F1217E84E0E2}"/>
              </a:ext>
            </a:extLst>
          </p:cNvPr>
          <p:cNvSpPr/>
          <p:nvPr/>
        </p:nvSpPr>
        <p:spPr>
          <a:xfrm>
            <a:off x="6560806" y="3128666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CN" sz="1200" dirty="0">
                <a:solidFill>
                  <a:srgbClr val="2498BD"/>
                </a:solidFill>
                <a:latin typeface="Noto Sans SC DemiLight"/>
                <a:ea typeface="Noto Sans SC DemiLight"/>
                <a:cs typeface="GC 16 Mono" pitchFamily="34" charset="-120"/>
              </a:rPr>
              <a:t>5次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65</a:t>
            </a:r>
            <a:r>
              <a:rPr lang="en-US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0,000</a:t>
            </a:r>
          </a:p>
        </p:txBody>
      </p:sp>
      <p:sp>
        <p:nvSpPr>
          <p:cNvPr id="113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5143500" y="3128666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CN" sz="1200" dirty="0">
                <a:solidFill>
                  <a:srgbClr val="2498BD"/>
                </a:solidFill>
                <a:latin typeface="Noto Sans SC DemiLight"/>
                <a:ea typeface="Noto Sans SC DemiLight"/>
                <a:cs typeface="GC 16 Mono" pitchFamily="34" charset="-120"/>
              </a:rPr>
              <a:t>1次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150</a:t>
            </a:r>
            <a:r>
              <a:rPr lang="en-US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,000</a:t>
            </a:r>
          </a:p>
        </p:txBody>
      </p:sp>
      <p:sp>
        <p:nvSpPr>
          <p:cNvPr id="114" name="Text 15">
            <a:extLst>
              <a:ext uri="{FF2B5EF4-FFF2-40B4-BE49-F238E27FC236}">
                <a16:creationId xmlns:a16="http://schemas.microsoft.com/office/drawing/2014/main" id="{1010B506-8E1D-F16B-AB1F-11227C0299A4}"/>
              </a:ext>
            </a:extLst>
          </p:cNvPr>
          <p:cNvSpPr/>
          <p:nvPr/>
        </p:nvSpPr>
        <p:spPr>
          <a:xfrm>
            <a:off x="7808136" y="3562295"/>
            <a:ext cx="1438520" cy="215444"/>
          </a:xfrm>
          <a:prstGeom prst="rect">
            <a:avLst/>
          </a:prstGeom>
          <a:noFill/>
          <a:ln/>
        </p:spPr>
        <p:txBody>
          <a:bodyPr wrap="none" lIns="0" tIns="0" rIns="72000" bIns="0" rtlCol="0" anchor="ctr" anchorCtr="0">
            <a:spAutoFit/>
          </a:bodyPr>
          <a:lstStyle/>
          <a:p>
            <a:pPr algn="r"/>
            <a:r>
              <a:rPr lang="zh-CN" sz="1200" dirty="0">
                <a:solidFill>
                  <a:srgbClr val="2498BD"/>
                </a:solidFill>
                <a:latin typeface="Noto Sans SC DemiLight"/>
                <a:ea typeface="Noto Sans SC DemiLight"/>
                <a:cs typeface="GC 16 Mono" pitchFamily="34" charset="-120"/>
              </a:rPr>
              <a:t>10次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1,30</a:t>
            </a:r>
            <a:r>
              <a:rPr lang="en-US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0,000</a:t>
            </a:r>
          </a:p>
        </p:txBody>
      </p:sp>
      <p:sp>
        <p:nvSpPr>
          <p:cNvPr id="115" name="Text 15">
            <a:extLst>
              <a:ext uri="{FF2B5EF4-FFF2-40B4-BE49-F238E27FC236}">
                <a16:creationId xmlns:a16="http://schemas.microsoft.com/office/drawing/2014/main" id="{AE1AB3D8-BB82-96AA-4F6F-EB25B431BF04}"/>
              </a:ext>
            </a:extLst>
          </p:cNvPr>
          <p:cNvSpPr/>
          <p:nvPr/>
        </p:nvSpPr>
        <p:spPr>
          <a:xfrm>
            <a:off x="6563730" y="3562295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CN" sz="1200" dirty="0">
                <a:solidFill>
                  <a:srgbClr val="2498BD"/>
                </a:solidFill>
                <a:latin typeface="Noto Sans SC DemiLight"/>
                <a:ea typeface="Noto Sans SC DemiLight"/>
                <a:cs typeface="GC 16 Mono" pitchFamily="34" charset="-120"/>
              </a:rPr>
              <a:t>5次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90</a:t>
            </a:r>
            <a:r>
              <a:rPr lang="en-US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0,000</a:t>
            </a:r>
          </a:p>
        </p:txBody>
      </p:sp>
      <p:sp>
        <p:nvSpPr>
          <p:cNvPr id="116" name="Text 15">
            <a:extLst>
              <a:ext uri="{FF2B5EF4-FFF2-40B4-BE49-F238E27FC236}">
                <a16:creationId xmlns:a16="http://schemas.microsoft.com/office/drawing/2014/main" id="{EFFAE2D2-484D-079B-17C5-1B0BAA23433D}"/>
              </a:ext>
            </a:extLst>
          </p:cNvPr>
          <p:cNvSpPr/>
          <p:nvPr/>
        </p:nvSpPr>
        <p:spPr>
          <a:xfrm>
            <a:off x="5143500" y="3562295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CN" sz="1200" dirty="0">
                <a:solidFill>
                  <a:srgbClr val="2498BD"/>
                </a:solidFill>
                <a:latin typeface="Noto Sans SC DemiLight"/>
                <a:ea typeface="Noto Sans SC DemiLight"/>
                <a:cs typeface="GC 16 Mono" pitchFamily="34" charset="-120"/>
              </a:rPr>
              <a:t>1次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200</a:t>
            </a:r>
            <a:r>
              <a:rPr lang="en-US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,000</a:t>
            </a:r>
          </a:p>
        </p:txBody>
      </p:sp>
      <p:sp>
        <p:nvSpPr>
          <p:cNvPr id="128" name="Text 9">
            <a:extLst>
              <a:ext uri="{FF2B5EF4-FFF2-40B4-BE49-F238E27FC236}">
                <a16:creationId xmlns:a16="http://schemas.microsoft.com/office/drawing/2014/main" id="{26DB72E4-AD56-5C19-545E-FE47FAFD42D8}"/>
              </a:ext>
            </a:extLst>
          </p:cNvPr>
          <p:cNvSpPr/>
          <p:nvPr/>
        </p:nvSpPr>
        <p:spPr>
          <a:xfrm>
            <a:off x="4421568" y="2780484"/>
            <a:ext cx="4825089" cy="248402"/>
          </a:xfrm>
          <a:prstGeom prst="rect">
            <a:avLst/>
          </a:prstGeom>
          <a:noFill/>
          <a:ln/>
        </p:spPr>
        <p:txBody>
          <a:bodyPr wrap="none" lIns="108000" tIns="46800" rIns="0" bIns="46800" rtlCol="0" anchor="ctr" anchorCtr="0">
            <a:spAutoFit/>
          </a:bodyPr>
          <a:lstStyle/>
          <a:p>
            <a:pPr marL="0" indent="0" algn="r">
              <a:buNone/>
            </a:pPr>
            <a:r>
              <a:rPr lang="zh-CN" sz="1000" dirty="0">
                <a:solidFill>
                  <a:srgbClr val="2498BD"/>
                </a:solidFill>
                <a:latin typeface="Noto Sans SC DemiLight"/>
                <a:ea typeface="Noto Sans SC DemiLight"/>
                <a:cs typeface="Arial" pitchFamily="34" charset="-120"/>
              </a:rPr>
              <a:t>皮秒激光 PicoLite Black — 以超短瞬间能量精准安全地改善色素 · 肤色</a:t>
            </a:r>
          </a:p>
        </p:txBody>
      </p:sp>
      <p:sp>
        <p:nvSpPr>
          <p:cNvPr id="177" name="Text 15">
            <a:extLst>
              <a:ext uri="{FF2B5EF4-FFF2-40B4-BE49-F238E27FC236}">
                <a16:creationId xmlns:a16="http://schemas.microsoft.com/office/drawing/2014/main" id="{9F2DA8B7-1898-FFF9-09DC-EB43E5000B61}"/>
              </a:ext>
            </a:extLst>
          </p:cNvPr>
          <p:cNvSpPr/>
          <p:nvPr/>
        </p:nvSpPr>
        <p:spPr>
          <a:xfrm>
            <a:off x="7306455" y="4395368"/>
            <a:ext cx="1940201" cy="400110"/>
          </a:xfrm>
          <a:prstGeom prst="rect">
            <a:avLst/>
          </a:prstGeom>
          <a:noFill/>
          <a:ln/>
        </p:spPr>
        <p:txBody>
          <a:bodyPr wrap="none" lIns="0" tIns="0" rIns="72000" bIns="0" rtlCol="0" anchor="ctr" anchorCtr="0">
            <a:spAutoFit/>
          </a:bodyPr>
          <a:lstStyle/>
          <a:p>
            <a:pPr algn="r"/>
            <a:r>
              <a:rPr lang="zh-CN" sz="1200" dirty="0">
                <a:solidFill>
                  <a:srgbClr val="2498BD"/>
                </a:solidFill>
                <a:latin typeface="Noto Sans SC DemiLight"/>
                <a:ea typeface="Noto Sans SC DemiLight"/>
                <a:cs typeface="GC 16 Mono" pitchFamily="34" charset="-120"/>
              </a:rPr>
              <a:t>全脸或全颈 (最多50个)</a:t>
            </a:r>
          </a:p>
          <a:p>
            <a:pPr algn="r"/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500,000</a:t>
            </a:r>
            <a:endParaRPr lang="en-US" altLang="ko-KR" sz="1400" dirty="0">
              <a:latin typeface="신세계 Bold" panose="02000300000000000000" pitchFamily="50" charset="-127"/>
              <a:ea typeface="신세계 Bold" panose="02000300000000000000" pitchFamily="50" charset="-127"/>
            </a:endParaRPr>
          </a:p>
        </p:txBody>
      </p:sp>
      <p:sp>
        <p:nvSpPr>
          <p:cNvPr id="179" name="Text 15">
            <a:extLst>
              <a:ext uri="{FF2B5EF4-FFF2-40B4-BE49-F238E27FC236}">
                <a16:creationId xmlns:a16="http://schemas.microsoft.com/office/drawing/2014/main" id="{800E28E7-4AED-1839-D4D0-C394CB94B31C}"/>
              </a:ext>
            </a:extLst>
          </p:cNvPr>
          <p:cNvSpPr/>
          <p:nvPr/>
        </p:nvSpPr>
        <p:spPr>
          <a:xfrm>
            <a:off x="5631280" y="4383817"/>
            <a:ext cx="1485984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CN" sz="1200" dirty="0">
                <a:solidFill>
                  <a:srgbClr val="2498BD"/>
                </a:solidFill>
                <a:latin typeface="Noto Sans SC DemiLight"/>
                <a:ea typeface="Noto Sans SC DemiLight"/>
                <a:cs typeface="GC 16 Mono" pitchFamily="34" charset="-120"/>
              </a:rPr>
              <a:t xml:space="preserve">小痣 (1个)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30,000</a:t>
            </a:r>
          </a:p>
        </p:txBody>
      </p:sp>
      <p:grpSp>
        <p:nvGrpSpPr>
          <p:cNvPr id="224" name="그룹 223">
            <a:extLst>
              <a:ext uri="{FF2B5EF4-FFF2-40B4-BE49-F238E27FC236}">
                <a16:creationId xmlns:a16="http://schemas.microsoft.com/office/drawing/2014/main" id="{45AF0B89-EF3F-5122-3502-E8174DC865D8}"/>
              </a:ext>
            </a:extLst>
          </p:cNvPr>
          <p:cNvGrpSpPr/>
          <p:nvPr/>
        </p:nvGrpSpPr>
        <p:grpSpPr>
          <a:xfrm>
            <a:off x="930580" y="6846510"/>
            <a:ext cx="8316077" cy="1600861"/>
            <a:chOff x="930580" y="4734845"/>
            <a:chExt cx="8316077" cy="1600861"/>
          </a:xfrm>
        </p:grpSpPr>
        <p:sp>
          <p:nvSpPr>
            <p:cNvPr id="201" name="Text 15">
              <a:extLst>
                <a:ext uri="{FF2B5EF4-FFF2-40B4-BE49-F238E27FC236}">
                  <a16:creationId xmlns:a16="http://schemas.microsoft.com/office/drawing/2014/main" id="{96E60DD6-114E-F68E-38EB-377A3E5872B2}"/>
                </a:ext>
              </a:extLst>
            </p:cNvPr>
            <p:cNvSpPr/>
            <p:nvPr/>
          </p:nvSpPr>
          <p:spPr>
            <a:xfrm>
              <a:off x="8097413" y="5904300"/>
              <a:ext cx="1144896" cy="215444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2498BD"/>
                  </a:solidFill>
                  <a:latin typeface="Noto Sans SC DemiLight"/>
                  <a:ea typeface="Noto Sans SC DemiLight"/>
                  <a:cs typeface="GC 16 Mono" pitchFamily="34" charset="-120"/>
                </a:rPr>
                <a:t>5次</a:t>
              </a:r>
              <a:r>
                <a:rPr lang="en-US" altLang="ko-KR" sz="11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99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  <p:sp>
          <p:nvSpPr>
            <p:cNvPr id="202" name="Text 15">
              <a:extLst>
                <a:ext uri="{FF2B5EF4-FFF2-40B4-BE49-F238E27FC236}">
                  <a16:creationId xmlns:a16="http://schemas.microsoft.com/office/drawing/2014/main" id="{1712E711-C01C-42CA-850C-C3A348A0874D}"/>
                </a:ext>
              </a:extLst>
            </p:cNvPr>
            <p:cNvSpPr/>
            <p:nvPr/>
          </p:nvSpPr>
          <p:spPr>
            <a:xfrm>
              <a:off x="6626190" y="5904300"/>
              <a:ext cx="1072896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r>
                <a:rPr lang="zh-CN" sz="1200" dirty="0">
                  <a:solidFill>
                    <a:srgbClr val="2498BD"/>
                  </a:solidFill>
                  <a:latin typeface="Noto Sans SC DemiLight"/>
                  <a:ea typeface="Noto Sans SC DemiLight"/>
                  <a:cs typeface="GC 16 Mono" pitchFamily="34" charset="-120"/>
                </a:rPr>
                <a:t>3次</a:t>
              </a:r>
              <a:r>
                <a:rPr lang="en-US" altLang="ko-KR" sz="11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69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  <p:sp>
          <p:nvSpPr>
            <p:cNvPr id="203" name="Text 15">
              <a:extLst>
                <a:ext uri="{FF2B5EF4-FFF2-40B4-BE49-F238E27FC236}">
                  <a16:creationId xmlns:a16="http://schemas.microsoft.com/office/drawing/2014/main" id="{660C8F3F-0096-CBC5-3B7D-3E34A9218A04}"/>
                </a:ext>
              </a:extLst>
            </p:cNvPr>
            <p:cNvSpPr/>
            <p:nvPr/>
          </p:nvSpPr>
          <p:spPr>
            <a:xfrm>
              <a:off x="5139153" y="5904300"/>
              <a:ext cx="1072896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r>
                <a:rPr lang="zh-CN" sz="1200" dirty="0">
                  <a:solidFill>
                    <a:srgbClr val="2498BD"/>
                  </a:solidFill>
                  <a:latin typeface="Noto Sans SC DemiLight"/>
                  <a:ea typeface="Noto Sans SC DemiLight"/>
                  <a:cs typeface="GC 16 Mono" pitchFamily="34" charset="-120"/>
                </a:rPr>
                <a:t>1次</a:t>
              </a:r>
              <a:r>
                <a:rPr lang="en-US" altLang="ko-KR" sz="11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250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,000</a:t>
              </a:r>
            </a:p>
          </p:txBody>
        </p:sp>
        <p:sp>
          <p:nvSpPr>
            <p:cNvPr id="206" name="TextBox 205">
              <a:extLst>
                <a:ext uri="{FF2B5EF4-FFF2-40B4-BE49-F238E27FC236}">
                  <a16:creationId xmlns:a16="http://schemas.microsoft.com/office/drawing/2014/main" id="{4181CC0E-2D76-B111-CB31-E44341B135AC}"/>
                </a:ext>
              </a:extLst>
            </p:cNvPr>
            <p:cNvSpPr txBox="1"/>
            <p:nvPr/>
          </p:nvSpPr>
          <p:spPr>
            <a:xfrm>
              <a:off x="930580" y="4734845"/>
              <a:ext cx="1376172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zh-CN" dirty="0">
                  <a:latin typeface="Noto Sans SC SemiBold"/>
                  <a:ea typeface="Noto Sans SC SemiBold"/>
                  <a:cs typeface="Sinsegye" pitchFamily="34" charset="-120"/>
                </a:rPr>
                <a:t>毛孔 / 疤痕</a:t>
              </a:r>
            </a:p>
          </p:txBody>
        </p:sp>
        <p:sp>
          <p:nvSpPr>
            <p:cNvPr id="218" name="Text 11">
              <a:extLst>
                <a:ext uri="{FF2B5EF4-FFF2-40B4-BE49-F238E27FC236}">
                  <a16:creationId xmlns:a16="http://schemas.microsoft.com/office/drawing/2014/main" id="{EEFADE4A-2DA9-BF6C-764F-BA44A3FF4806}"/>
                </a:ext>
              </a:extLst>
            </p:cNvPr>
            <p:cNvSpPr/>
            <p:nvPr/>
          </p:nvSpPr>
          <p:spPr>
            <a:xfrm>
              <a:off x="1044691" y="5072264"/>
              <a:ext cx="5660909" cy="62015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CN" sz="1400" dirty="0">
                  <a:solidFill>
                    <a:srgbClr val="555555"/>
                  </a:solidFill>
                  <a:latin typeface="Noto Sans SC Medium"/>
                  <a:ea typeface="Noto Sans SC Medium"/>
                  <a:cs typeface="Arial" pitchFamily="34" charset="-120"/>
                </a:rPr>
                <a:t>皮秒点阵激光</a:t>
              </a:r>
              <a:endParaRPr lang="en-US" altLang="ko-KR" sz="1400" dirty="0">
                <a:solidFill>
                  <a:srgbClr val="555555"/>
                </a:solidFill>
                <a:latin typeface="신세계 Medium" panose="02000300000000000000" pitchFamily="50" charset="-127"/>
                <a:ea typeface="신세계 Medium" panose="02000300000000000000" pitchFamily="50" charset="-127"/>
                <a:cs typeface="Arial" pitchFamily="34" charset="-120"/>
              </a:endParaRPr>
            </a:p>
            <a:p>
              <a:r>
                <a:rPr lang="zh-CN" sz="1000" dirty="0">
                  <a:solidFill>
                    <a:srgbClr val="555555"/>
                  </a:solidFill>
                  <a:latin typeface="Noto Sans SC DemiLight"/>
                  <a:ea typeface="Noto Sans SC DemiLight"/>
                  <a:cs typeface="Arial" pitchFamily="34" charset="-120"/>
                </a:rPr>
                <a:t>以微小点状形式照射，促进皮肤再生的点阵激光</a:t>
              </a:r>
              <a:endParaRPr lang="en-US" altLang="ko-KR" sz="1000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endParaRPr>
            </a:p>
          </p:txBody>
        </p:sp>
        <p:sp>
          <p:nvSpPr>
            <p:cNvPr id="220" name="Text 15">
              <a:extLst>
                <a:ext uri="{FF2B5EF4-FFF2-40B4-BE49-F238E27FC236}">
                  <a16:creationId xmlns:a16="http://schemas.microsoft.com/office/drawing/2014/main" id="{033D666A-695E-CD81-6826-ADD52CCB9BBB}"/>
                </a:ext>
              </a:extLst>
            </p:cNvPr>
            <p:cNvSpPr/>
            <p:nvPr/>
          </p:nvSpPr>
          <p:spPr>
            <a:xfrm>
              <a:off x="7651750" y="5073735"/>
              <a:ext cx="1594906" cy="617208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zh-CN" sz="1200" dirty="0">
                  <a:solidFill>
                    <a:srgbClr val="2498BD"/>
                  </a:solidFill>
                  <a:latin typeface="Noto Sans SC DemiLight"/>
                  <a:ea typeface="Noto Sans SC DemiLight"/>
                  <a:cs typeface="GC 16 Mono" pitchFamily="34" charset="-120"/>
                </a:rPr>
                <a:t xml:space="preserve">蝴蝶区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100,000</a:t>
              </a:r>
              <a:endParaRPr lang="en-US" altLang="ko-KR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  <a:p>
              <a:pPr algn="r"/>
              <a:r>
                <a:rPr lang="zh-CN" sz="1200" dirty="0">
                  <a:solidFill>
                    <a:srgbClr val="2498BD"/>
                  </a:solidFill>
                  <a:latin typeface="Noto Sans SC DemiLight"/>
                  <a:ea typeface="Noto Sans SC DemiLight"/>
                  <a:cs typeface="GC 16 Mono" pitchFamily="34" charset="-120"/>
                </a:rPr>
                <a:t>全脸</a:t>
              </a:r>
              <a:r>
                <a:rPr lang="en-US" altLang="ko-KR" sz="14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200,000</a:t>
              </a:r>
              <a:endParaRPr lang="en-US" altLang="ko-KR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</p:txBody>
        </p:sp>
        <p:sp>
          <p:nvSpPr>
            <p:cNvPr id="214" name="Text 11">
              <a:extLst>
                <a:ext uri="{FF2B5EF4-FFF2-40B4-BE49-F238E27FC236}">
                  <a16:creationId xmlns:a16="http://schemas.microsoft.com/office/drawing/2014/main" id="{7D5EEC23-89C0-F0BE-F166-4BC3E83395F5}"/>
                </a:ext>
              </a:extLst>
            </p:cNvPr>
            <p:cNvSpPr/>
            <p:nvPr/>
          </p:nvSpPr>
          <p:spPr>
            <a:xfrm>
              <a:off x="1044691" y="5701947"/>
              <a:ext cx="5660909" cy="62015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CN" sz="1400" dirty="0">
                  <a:solidFill>
                    <a:srgbClr val="555555"/>
                  </a:solidFill>
                  <a:latin typeface="Noto Sans SC Medium"/>
                  <a:ea typeface="Noto Sans SC Medium"/>
                  <a:cs typeface="Arial" pitchFamily="34" charset="-120"/>
                </a:rPr>
                <a:t xml:space="preserve">黄金微针 毛孔 · 疤痕 (全脸 / 个人专属探头) </a:t>
              </a:r>
            </a:p>
            <a:p>
              <a:r>
                <a:rPr lang="zh-CN" sz="1000" dirty="0">
                  <a:solidFill>
                    <a:srgbClr val="555555"/>
                  </a:solidFill>
                  <a:latin typeface="Noto Sans SC DemiLight"/>
                  <a:ea typeface="Noto Sans SC DemiLight"/>
                  <a:cs typeface="Arial" pitchFamily="34" charset="-120"/>
                </a:rPr>
                <a:t>通过微针热刺激促进皮肤再生 · 收缩毛孔</a:t>
              </a:r>
            </a:p>
          </p:txBody>
        </p:sp>
        <p:grpSp>
          <p:nvGrpSpPr>
            <p:cNvPr id="210" name="그룹 209">
              <a:extLst>
                <a:ext uri="{FF2B5EF4-FFF2-40B4-BE49-F238E27FC236}">
                  <a16:creationId xmlns:a16="http://schemas.microsoft.com/office/drawing/2014/main" id="{91953C7A-E82B-A479-2CD4-AE70097FC1F0}"/>
                </a:ext>
              </a:extLst>
            </p:cNvPr>
            <p:cNvGrpSpPr/>
            <p:nvPr/>
          </p:nvGrpSpPr>
          <p:grpSpPr>
            <a:xfrm>
              <a:off x="1041515" y="5061600"/>
              <a:ext cx="8205142" cy="1274106"/>
              <a:chOff x="1041515" y="4276772"/>
              <a:chExt cx="8205142" cy="1274106"/>
            </a:xfrm>
          </p:grpSpPr>
          <p:sp>
            <p:nvSpPr>
              <p:cNvPr id="211" name="Shape 7">
                <a:extLst>
                  <a:ext uri="{FF2B5EF4-FFF2-40B4-BE49-F238E27FC236}">
                    <a16:creationId xmlns:a16="http://schemas.microsoft.com/office/drawing/2014/main" id="{27632594-FB9D-D630-9253-A1A3611E0110}"/>
                  </a:ext>
                </a:extLst>
              </p:cNvPr>
              <p:cNvSpPr/>
              <p:nvPr/>
            </p:nvSpPr>
            <p:spPr>
              <a:xfrm>
                <a:off x="1041515" y="4276772"/>
                <a:ext cx="8205142" cy="13607"/>
              </a:xfrm>
              <a:prstGeom prst="rect">
                <a:avLst/>
              </a:prstGeom>
              <a:solidFill>
                <a:srgbClr val="2498BD"/>
              </a:solidFill>
              <a:ln/>
            </p:spPr>
          </p:sp>
          <p:sp>
            <p:nvSpPr>
              <p:cNvPr id="212" name="Shape 7">
                <a:extLst>
                  <a:ext uri="{FF2B5EF4-FFF2-40B4-BE49-F238E27FC236}">
                    <a16:creationId xmlns:a16="http://schemas.microsoft.com/office/drawing/2014/main" id="{A945E07C-A83C-4657-A145-C723D512F45B}"/>
                  </a:ext>
                </a:extLst>
              </p:cNvPr>
              <p:cNvSpPr/>
              <p:nvPr/>
            </p:nvSpPr>
            <p:spPr>
              <a:xfrm>
                <a:off x="1041515" y="4907588"/>
                <a:ext cx="8205142" cy="13607"/>
              </a:xfrm>
              <a:prstGeom prst="rect">
                <a:avLst/>
              </a:prstGeom>
              <a:solidFill>
                <a:srgbClr val="CCCCCC"/>
              </a:solidFill>
              <a:ln/>
            </p:spPr>
          </p:sp>
          <p:sp>
            <p:nvSpPr>
              <p:cNvPr id="213" name="Shape 7">
                <a:extLst>
                  <a:ext uri="{FF2B5EF4-FFF2-40B4-BE49-F238E27FC236}">
                    <a16:creationId xmlns:a16="http://schemas.microsoft.com/office/drawing/2014/main" id="{A09457E6-0897-05B0-FB10-1E5A6A2D455D}"/>
                  </a:ext>
                </a:extLst>
              </p:cNvPr>
              <p:cNvSpPr/>
              <p:nvPr/>
            </p:nvSpPr>
            <p:spPr>
              <a:xfrm>
                <a:off x="1041515" y="5537271"/>
                <a:ext cx="8205142" cy="13607"/>
              </a:xfrm>
              <a:prstGeom prst="rect">
                <a:avLst/>
              </a:prstGeom>
              <a:solidFill>
                <a:srgbClr val="CCCCCC"/>
              </a:solidFill>
              <a:ln/>
            </p:spPr>
          </p:sp>
        </p:grpSp>
      </p:grpSp>
      <p:sp>
        <p:nvSpPr>
          <p:cNvPr id="23" name="Shape 7">
            <a:extLst>
              <a:ext uri="{FF2B5EF4-FFF2-40B4-BE49-F238E27FC236}">
                <a16:creationId xmlns:a16="http://schemas.microsoft.com/office/drawing/2014/main" id="{EBD6F060-A580-FB11-C29A-2A02B22136CA}"/>
              </a:ext>
            </a:extLst>
          </p:cNvPr>
          <p:cNvSpPr/>
          <p:nvPr/>
        </p:nvSpPr>
        <p:spPr>
          <a:xfrm>
            <a:off x="1047868" y="4264664"/>
            <a:ext cx="8205142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4964A7EA-24F3-BAC1-DF4F-9502610E5C95}"/>
              </a:ext>
            </a:extLst>
          </p:cNvPr>
          <p:cNvSpPr/>
          <p:nvPr/>
        </p:nvSpPr>
        <p:spPr>
          <a:xfrm>
            <a:off x="1051044" y="3886241"/>
            <a:ext cx="4401069" cy="375481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CN" sz="1400" dirty="0">
                <a:solidFill>
                  <a:srgbClr val="555555"/>
                </a:solidFill>
                <a:latin typeface="Noto Sans SC Medium"/>
                <a:ea typeface="Noto Sans SC Medium"/>
                <a:cs typeface="Arial" pitchFamily="34" charset="-120"/>
              </a:rPr>
              <a:t>纹身去除</a:t>
            </a:r>
          </a:p>
        </p:txBody>
      </p:sp>
      <p:sp>
        <p:nvSpPr>
          <p:cNvPr id="27" name="Text 15">
            <a:extLst>
              <a:ext uri="{FF2B5EF4-FFF2-40B4-BE49-F238E27FC236}">
                <a16:creationId xmlns:a16="http://schemas.microsoft.com/office/drawing/2014/main" id="{430BA8D6-2EC3-7273-231E-CADE7F1909EE}"/>
              </a:ext>
            </a:extLst>
          </p:cNvPr>
          <p:cNvSpPr/>
          <p:nvPr/>
        </p:nvSpPr>
        <p:spPr>
          <a:xfrm>
            <a:off x="7333413" y="3966259"/>
            <a:ext cx="1919596" cy="215444"/>
          </a:xfrm>
          <a:prstGeom prst="rect">
            <a:avLst/>
          </a:prstGeom>
          <a:noFill/>
          <a:ln/>
        </p:spPr>
        <p:txBody>
          <a:bodyPr wrap="none" lIns="0" tIns="0" rIns="72000" bIns="0" rtlCol="0" anchor="ctr" anchorCtr="0">
            <a:spAutoFit/>
          </a:bodyPr>
          <a:lstStyle/>
          <a:p>
            <a:pPr algn="r"/>
            <a:r>
              <a:rPr lang="zh-CN" sz="1200" dirty="0">
                <a:solidFill>
                  <a:srgbClr val="2498BD"/>
                </a:solidFill>
                <a:latin typeface="Noto Sans SC DemiLight"/>
                <a:ea typeface="Noto Sans SC DemiLight"/>
                <a:cs typeface="GC 16 Mono" pitchFamily="34" charset="-120"/>
              </a:rPr>
              <a:t xml:space="preserve">1次 / 名片大小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25</a:t>
            </a:r>
            <a:r>
              <a:rPr lang="en-US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0,000</a:t>
            </a:r>
          </a:p>
        </p:txBody>
      </p:sp>
      <p:sp>
        <p:nvSpPr>
          <p:cNvPr id="29" name="Text 15">
            <a:extLst>
              <a:ext uri="{FF2B5EF4-FFF2-40B4-BE49-F238E27FC236}">
                <a16:creationId xmlns:a16="http://schemas.microsoft.com/office/drawing/2014/main" id="{C952C8B0-EF22-60B7-EE52-9C257CAAED86}"/>
              </a:ext>
            </a:extLst>
          </p:cNvPr>
          <p:cNvSpPr/>
          <p:nvPr/>
        </p:nvSpPr>
        <p:spPr>
          <a:xfrm>
            <a:off x="5146676" y="3966259"/>
            <a:ext cx="1945132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CN" sz="1200" dirty="0">
                <a:solidFill>
                  <a:srgbClr val="2498BD"/>
                </a:solidFill>
                <a:latin typeface="Noto Sans SC DemiLight"/>
                <a:ea typeface="Noto Sans SC DemiLight"/>
                <a:cs typeface="GC 16 Mono" pitchFamily="34" charset="-120"/>
              </a:rPr>
              <a:t xml:space="preserve">1次 / 1x10 字母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20</a:t>
            </a:r>
            <a:r>
              <a:rPr lang="en-US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0,000</a:t>
            </a:r>
          </a:p>
        </p:txBody>
      </p:sp>
      <p:sp>
        <p:nvSpPr>
          <p:cNvPr id="226" name="Text 11"/>
          <p:cNvSpPr txBox="1"/>
          <p:nvPr/>
        </p:nvSpPr>
        <p:spPr>
          <a:xfrm>
            <a:off x="1044692" y="4905500"/>
            <a:ext cx="5200000" cy="620151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ko-KR" altLang="en-US" sz="1400" dirty="0">
                <a:solidFill>
                  <a:srgbClr val="555555"/>
                </a:solidFill>
                <a:latin typeface="신세계 Medium" panose="02000300000000000000" pitchFamily="50" charset="-127"/>
                <a:ea typeface="신세계 Medium" panose="02000300000000000000" pitchFamily="50" charset="-127"/>
                <a:cs typeface="Arial" pitchFamily="34" charset="-120"/>
              </a:rPr>
              <a:t>BBL HERO (FACE)</a:t>
            </a:r>
          </a:p>
          <a:p>
            <a:pPr>
              <a:lnSpc>
                <a:spcPct val="150000"/>
              </a:lnSpc>
            </a:pPr>
            <a:r>
              <a:rPr lang="zh-CN" sz="1000" dirty="0">
                <a:solidFill>
                  <a:srgbClr val="555555"/>
                </a:solidFill>
                <a:latin typeface="Noto Sans SC DemiLight"/>
                <a:ea typeface="Noto Sans SC DemiLight"/>
                <a:cs typeface="Arial" pitchFamily="34" charset="-120"/>
              </a:rPr>
              <a:t>顶级高端光疗 · 1次</a:t>
            </a:r>
          </a:p>
        </p:txBody>
      </p:sp>
      <p:sp>
        <p:nvSpPr>
          <p:cNvPr id="227" name="Text 15"/>
          <p:cNvSpPr txBox="1"/>
          <p:nvPr/>
        </p:nvSpPr>
        <p:spPr>
          <a:xfrm>
            <a:off x="4129532" y="4905500"/>
            <a:ext cx="1823212" cy="620151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normAutofit/>
          </a:bodyPr>
          <a:lstStyle/>
          <a:p>
            <a:r>
              <a:rPr lang="zh-CN" sz="1200" dirty="0">
                <a:solidFill>
                  <a:srgbClr val="2498BD"/>
                </a:solidFill>
                <a:latin typeface="Noto Sans SC DemiLight"/>
                <a:ea typeface="Noto Sans SC DemiLight"/>
                <a:cs typeface="Arial" pitchFamily="34" charset="-120"/>
              </a:rPr>
              <a:t xml:space="preserve">Forever Young </a:t>
            </a:r>
            <a:r>
              <a:rPr lang="ko-KR" altLang="en-US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550,000</a:t>
            </a:r>
          </a:p>
        </p:txBody>
      </p:sp>
      <p:sp>
        <p:nvSpPr>
          <p:cNvPr id="228" name="Text 15"/>
          <p:cNvSpPr txBox="1"/>
          <p:nvPr/>
        </p:nvSpPr>
        <p:spPr>
          <a:xfrm>
            <a:off x="6053328" y="4905500"/>
            <a:ext cx="1750000" cy="620151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normAutofit/>
          </a:bodyPr>
          <a:lstStyle/>
          <a:p>
            <a:r>
              <a:rPr lang="zh-CN" sz="1200" dirty="0">
                <a:solidFill>
                  <a:srgbClr val="2498BD"/>
                </a:solidFill>
                <a:latin typeface="Noto Sans SC DemiLight"/>
                <a:ea typeface="Noto Sans SC DemiLight"/>
                <a:cs typeface="Arial" pitchFamily="34" charset="-120"/>
              </a:rPr>
              <a:t xml:space="preserve">SkinTyte </a:t>
            </a:r>
            <a:r>
              <a:rPr lang="ko-KR" altLang="en-US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550,000</a:t>
            </a:r>
          </a:p>
        </p:txBody>
      </p:sp>
      <p:sp>
        <p:nvSpPr>
          <p:cNvPr id="229" name="Text 15"/>
          <p:cNvSpPr txBox="1"/>
          <p:nvPr/>
        </p:nvSpPr>
        <p:spPr>
          <a:xfrm>
            <a:off x="7918704" y="4905500"/>
            <a:ext cx="1750000" cy="620151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normAutofit/>
          </a:bodyPr>
          <a:lstStyle/>
          <a:p>
            <a:r>
              <a:rPr lang="zh-CN" sz="1200" dirty="0">
                <a:solidFill>
                  <a:srgbClr val="2498BD"/>
                </a:solidFill>
                <a:latin typeface="Noto Sans SC DemiLight"/>
                <a:ea typeface="Noto Sans SC DemiLight"/>
                <a:cs typeface="Arial" pitchFamily="34" charset="-120"/>
              </a:rPr>
              <a:t xml:space="preserve">Clear </a:t>
            </a:r>
            <a:r>
              <a:rPr lang="ko-KR" altLang="en-US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550,000</a:t>
            </a:r>
          </a:p>
        </p:txBody>
      </p:sp>
      <p:sp>
        <p:nvSpPr>
          <p:cNvPr id="230" name="Shape 7"/>
          <p:cNvSpPr/>
          <p:nvPr/>
        </p:nvSpPr>
        <p:spPr>
          <a:xfrm>
            <a:off x="1041515" y="5525651"/>
            <a:ext cx="8205142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31" name="Text 11"/>
          <p:cNvSpPr txBox="1"/>
          <p:nvPr/>
        </p:nvSpPr>
        <p:spPr>
          <a:xfrm>
            <a:off x="1044692" y="5525651"/>
            <a:ext cx="5200000" cy="620151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ko-KR" altLang="en-US" sz="1400" dirty="0">
                <a:solidFill>
                  <a:srgbClr val="555555"/>
                </a:solidFill>
                <a:latin typeface="신세계 Medium" panose="02000300000000000000" pitchFamily="50" charset="-127"/>
                <a:ea typeface="신세계 Medium" panose="02000300000000000000" pitchFamily="50" charset="-127"/>
                <a:cs typeface="Arial" pitchFamily="34" charset="-120"/>
              </a:rPr>
              <a:t>BBL HERO (BODY)</a:t>
            </a:r>
          </a:p>
          <a:p>
            <a:pPr>
              <a:lnSpc>
                <a:spcPct val="150000"/>
              </a:lnSpc>
            </a:pPr>
            <a:r>
              <a:rPr lang="zh-CN" sz="1000" dirty="0">
                <a:solidFill>
                  <a:srgbClr val="555555"/>
                </a:solidFill>
                <a:latin typeface="Noto Sans SC DemiLight"/>
                <a:ea typeface="Noto Sans SC DemiLight"/>
                <a:cs typeface="Arial" pitchFamily="34" charset="-120"/>
              </a:rPr>
              <a:t>长 · 宽 15cm 或按部位 · 1次</a:t>
            </a:r>
          </a:p>
        </p:txBody>
      </p:sp>
      <p:sp>
        <p:nvSpPr>
          <p:cNvPr id="232" name="Text 15"/>
          <p:cNvSpPr txBox="1"/>
          <p:nvPr/>
        </p:nvSpPr>
        <p:spPr>
          <a:xfrm>
            <a:off x="4129532" y="5525651"/>
            <a:ext cx="1823212" cy="620151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normAutofit/>
          </a:bodyPr>
          <a:lstStyle/>
          <a:p>
            <a:r>
              <a:rPr lang="zh-CN" sz="1200" dirty="0">
                <a:solidFill>
                  <a:srgbClr val="2498BD"/>
                </a:solidFill>
                <a:latin typeface="Noto Sans SC DemiLight"/>
                <a:ea typeface="Noto Sans SC DemiLight"/>
                <a:cs typeface="Arial" pitchFamily="34" charset="-120"/>
              </a:rPr>
              <a:t xml:space="preserve">Forever Young </a:t>
            </a:r>
            <a:r>
              <a:rPr lang="ko-KR" altLang="en-US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800,000</a:t>
            </a:r>
          </a:p>
        </p:txBody>
      </p:sp>
      <p:sp>
        <p:nvSpPr>
          <p:cNvPr id="233" name="Text 15"/>
          <p:cNvSpPr txBox="1"/>
          <p:nvPr/>
        </p:nvSpPr>
        <p:spPr>
          <a:xfrm>
            <a:off x="6053328" y="5525651"/>
            <a:ext cx="1750000" cy="620151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normAutofit/>
          </a:bodyPr>
          <a:lstStyle/>
          <a:p>
            <a:r>
              <a:rPr lang="zh-CN" sz="1200" dirty="0">
                <a:solidFill>
                  <a:srgbClr val="2498BD"/>
                </a:solidFill>
                <a:latin typeface="Noto Sans SC DemiLight"/>
                <a:ea typeface="Noto Sans SC DemiLight"/>
                <a:cs typeface="Arial" pitchFamily="34" charset="-120"/>
              </a:rPr>
              <a:t xml:space="preserve">SkinTyte </a:t>
            </a:r>
            <a:r>
              <a:rPr lang="ko-KR" altLang="en-US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800,000</a:t>
            </a:r>
          </a:p>
        </p:txBody>
      </p:sp>
      <p:sp>
        <p:nvSpPr>
          <p:cNvPr id="234" name="Text 15"/>
          <p:cNvSpPr txBox="1"/>
          <p:nvPr/>
        </p:nvSpPr>
        <p:spPr>
          <a:xfrm>
            <a:off x="7918704" y="5525651"/>
            <a:ext cx="1750000" cy="620151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normAutofit/>
          </a:bodyPr>
          <a:lstStyle/>
          <a:p>
            <a:r>
              <a:rPr lang="zh-CN" sz="1200" dirty="0">
                <a:solidFill>
                  <a:srgbClr val="2498BD"/>
                </a:solidFill>
                <a:latin typeface="Noto Sans SC DemiLight"/>
                <a:ea typeface="Noto Sans SC DemiLight"/>
                <a:cs typeface="Arial" pitchFamily="34" charset="-120"/>
              </a:rPr>
              <a:t xml:space="preserve">Clear </a:t>
            </a:r>
            <a:r>
              <a:rPr lang="ko-KR" altLang="en-US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800,000</a:t>
            </a:r>
          </a:p>
        </p:txBody>
      </p:sp>
      <p:sp>
        <p:nvSpPr>
          <p:cNvPr id="235" name="Shape 7"/>
          <p:cNvSpPr/>
          <p:nvPr/>
        </p:nvSpPr>
        <p:spPr>
          <a:xfrm>
            <a:off x="1041515" y="6145802"/>
            <a:ext cx="8205142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36" name="Text 9"/>
          <p:cNvSpPr txBox="1"/>
          <p:nvPr/>
        </p:nvSpPr>
        <p:spPr>
          <a:xfrm>
            <a:off x="1044692" y="6205802"/>
            <a:ext cx="8200000" cy="2300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CN" sz="1000" dirty="0">
                <a:solidFill>
                  <a:srgbClr val="555555"/>
                </a:solidFill>
                <a:latin typeface="Noto Sans SC DemiLight"/>
                <a:ea typeface="Noto Sans SC DemiLight"/>
                <a:cs typeface="Arial" pitchFamily="34" charset="-120"/>
              </a:rPr>
              <a:t>* Forever Young：肤质 · 肤色（BODY为DNA年轻化），   SkinTyte：毛孔 · 细纹 · 提拉，   Clear：痘痘肌</a:t>
            </a:r>
          </a:p>
        </p:txBody>
      </p:sp>
      <p:sp>
        <p:nvSpPr>
          <p:cNvPr id="237" name="Text 11"/>
          <p:cNvSpPr txBox="1"/>
          <p:nvPr/>
        </p:nvSpPr>
        <p:spPr>
          <a:xfrm>
            <a:off x="1044692" y="8433764"/>
            <a:ext cx="5200000" cy="620151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CN" sz="1400" dirty="0">
                <a:solidFill>
                  <a:srgbClr val="555555"/>
                </a:solidFill>
                <a:latin typeface="Noto Sans SC Medium"/>
                <a:ea typeface="Noto Sans SC Medium"/>
                <a:cs typeface="Arial" pitchFamily="34" charset="-120"/>
              </a:rPr>
              <a:t>选项）皮下分离术 1个部位（以手掌大小为准）</a:t>
            </a:r>
          </a:p>
          <a:p>
            <a:pPr>
              <a:lnSpc>
                <a:spcPct val="150000"/>
              </a:lnSpc>
            </a:pPr>
            <a:r>
              <a:rPr lang="zh-CN" sz="1000" dirty="0">
                <a:solidFill>
                  <a:srgbClr val="555555"/>
                </a:solidFill>
                <a:latin typeface="Noto Sans SC DemiLight"/>
                <a:ea typeface="Noto Sans SC DemiLight"/>
                <a:cs typeface="Arial" pitchFamily="34" charset="-120"/>
              </a:rPr>
              <a:t>切断凹陷痘疤下方的纤维化组织，使疤痕逐渐填平的疗程</a:t>
            </a:r>
          </a:p>
        </p:txBody>
      </p:sp>
      <p:sp>
        <p:nvSpPr>
          <p:cNvPr id="238" name="Text 15"/>
          <p:cNvSpPr txBox="1"/>
          <p:nvPr/>
        </p:nvSpPr>
        <p:spPr>
          <a:xfrm>
            <a:off x="5946656" y="8433764"/>
            <a:ext cx="3219115" cy="620151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2498BD"/>
                </a:solidFill>
                <a:latin typeface="Noto Sans SC DemiLight"/>
                <a:ea typeface="Noto Sans SC DemiLight"/>
                <a:cs typeface="Arial" pitchFamily="34" charset="-120"/>
              </a:rPr>
              <a:t xml:space="preserve">1次 </a:t>
            </a:r>
            <a:r>
              <a:rPr lang="ko-KR" altLang="en-US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150,000</a:t>
            </a:r>
          </a:p>
        </p:txBody>
      </p:sp>
      <p:sp>
        <p:nvSpPr>
          <p:cNvPr id="239" name="Shape 7"/>
          <p:cNvSpPr/>
          <p:nvPr/>
        </p:nvSpPr>
        <p:spPr>
          <a:xfrm>
            <a:off x="1041515" y="9053915"/>
            <a:ext cx="8205142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707DF2-1D3B-B489-EDAB-49E3B0CC6AAB}"/>
              </a:ext>
            </a:extLst>
          </p:cNvPr>
          <p:cNvSpPr txBox="1"/>
          <p:nvPr/>
        </p:nvSpPr>
        <p:spPr>
          <a:xfrm>
            <a:off x="5351005" y="4561296"/>
            <a:ext cx="184904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zh-CN" sz="1200" dirty="0">
                <a:solidFill>
                  <a:srgbClr val="2498BD"/>
                </a:solidFill>
                <a:latin typeface="Noto Sans SC DemiLight"/>
                <a:ea typeface="Noto Sans SC DemiLight"/>
                <a:cs typeface="GC 16 Mono" pitchFamily="34" charset="-120"/>
              </a:rPr>
              <a:t xml:space="preserve">大痣 (1个)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50,000</a:t>
            </a:r>
            <a:endParaRPr lang="en-US" altLang="ko-KR" sz="1400" dirty="0">
              <a:latin typeface="신세계 Bold" panose="02000300000000000000" pitchFamily="50" charset="-127"/>
              <a:ea typeface="신세계 Bold" panose="02000300000000000000" pitchFamily="50" charset="-127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3">
            <a:extLst>
              <a:ext uri="{FF2B5EF4-FFF2-40B4-BE49-F238E27FC236}">
                <a16:creationId xmlns:a16="http://schemas.microsoft.com/office/drawing/2014/main" id="{07D082F0-96DE-92BB-5CED-DD202590AC4A}"/>
              </a:ext>
            </a:extLst>
          </p:cNvPr>
          <p:cNvSpPr/>
          <p:nvPr/>
        </p:nvSpPr>
        <p:spPr>
          <a:xfrm>
            <a:off x="-514350" y="856844"/>
            <a:ext cx="11315700" cy="2013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050" kern="0" spc="168" dirty="0">
                <a:solidFill>
                  <a:srgbClr val="C99A1F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LASER HAIR REMOVAL</a:t>
            </a:r>
            <a:endParaRPr lang="en-US" sz="105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102" name="Text 4">
            <a:extLst>
              <a:ext uri="{FF2B5EF4-FFF2-40B4-BE49-F238E27FC236}">
                <a16:creationId xmlns:a16="http://schemas.microsoft.com/office/drawing/2014/main" id="{0A1EE3F0-805B-61D7-B34E-9ACD158894FB}"/>
              </a:ext>
            </a:extLst>
          </p:cNvPr>
          <p:cNvSpPr/>
          <p:nvPr/>
        </p:nvSpPr>
        <p:spPr>
          <a:xfrm>
            <a:off x="-514350" y="1058187"/>
            <a:ext cx="11315700" cy="4735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zh-CN" sz="3150" b="1" kern="0" spc="-63" dirty="0">
                <a:solidFill>
                  <a:srgbClr val="2498BD"/>
                </a:solidFill>
                <a:latin typeface="Noto Sans SC DemiLight"/>
                <a:ea typeface="Noto Sans SC DemiLight"/>
                <a:cs typeface="Sinsegye" pitchFamily="34" charset="-120"/>
              </a:rPr>
              <a:t>激光脱毛</a:t>
            </a:r>
            <a:endParaRPr lang="en-US" sz="315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103" name="Text 5">
            <a:extLst>
              <a:ext uri="{FF2B5EF4-FFF2-40B4-BE49-F238E27FC236}">
                <a16:creationId xmlns:a16="http://schemas.microsoft.com/office/drawing/2014/main" id="{0CD7E084-7678-E826-00CF-B3CE4F6288A5}"/>
              </a:ext>
            </a:extLst>
          </p:cNvPr>
          <p:cNvSpPr/>
          <p:nvPr/>
        </p:nvSpPr>
        <p:spPr>
          <a:xfrm>
            <a:off x="-514350" y="1531673"/>
            <a:ext cx="113157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zh-CN" sz="1275" dirty="0">
                <a:solidFill>
                  <a:srgbClr val="6E6E6E"/>
                </a:solidFill>
                <a:latin typeface="Noto Sans SC DemiLight"/>
                <a:ea typeface="Noto Sans SC DemiLight"/>
                <a:cs typeface="Arial" pitchFamily="34" charset="-120"/>
              </a:rPr>
              <a:t>Avalanche — 女性 · 男性脱毛</a:t>
            </a:r>
            <a:endParaRPr lang="en-US" sz="1275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104" name="Text 96">
            <a:extLst>
              <a:ext uri="{FF2B5EF4-FFF2-40B4-BE49-F238E27FC236}">
                <a16:creationId xmlns:a16="http://schemas.microsoft.com/office/drawing/2014/main" id="{1213A560-35D6-A4E7-B37C-B4B2473A1C73}"/>
              </a:ext>
            </a:extLst>
          </p:cNvPr>
          <p:cNvSpPr/>
          <p:nvPr/>
        </p:nvSpPr>
        <p:spPr>
          <a:xfrm>
            <a:off x="529167" y="13503293"/>
            <a:ext cx="9237133" cy="187694"/>
          </a:xfrm>
          <a:prstGeom prst="rect">
            <a:avLst/>
          </a:prstGeom>
          <a:noFill/>
          <a:ln/>
        </p:spPr>
        <p:txBody>
          <a:bodyPr wrap="square" lIns="25400" tIns="25400" rIns="514800" bIns="25400" rtlCol="0" anchor="t">
            <a:normAutofit fontScale="92500" lnSpcReduction="10000"/>
          </a:bodyPr>
          <a:lstStyle/>
          <a:p>
            <a:pPr marL="0" indent="0" algn="r">
              <a:buNone/>
            </a:pPr>
            <a:r>
              <a:rPr lang="zh-CN" sz="882" dirty="0">
                <a:solidFill>
                  <a:srgbClr val="6E6E6E"/>
                </a:solidFill>
                <a:latin typeface="Noto Sans SC DemiLight"/>
                <a:ea typeface="Noto Sans SC DemiLight"/>
                <a:cs typeface="GC 16 Mono" pitchFamily="34" charset="-120"/>
              </a:rPr>
              <a:t>* 价格不含10%附加税</a:t>
            </a:r>
            <a:endParaRPr lang="en-US" sz="1013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105" name="TextBox 251">
            <a:extLst>
              <a:ext uri="{FF2B5EF4-FFF2-40B4-BE49-F238E27FC236}">
                <a16:creationId xmlns:a16="http://schemas.microsoft.com/office/drawing/2014/main" id="{8DA01E9F-A1B4-868E-FBDF-592F835229C2}"/>
              </a:ext>
            </a:extLst>
          </p:cNvPr>
          <p:cNvSpPr txBox="1"/>
          <p:nvPr/>
        </p:nvSpPr>
        <p:spPr>
          <a:xfrm>
            <a:off x="928800" y="2721600"/>
            <a:ext cx="2253996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zh-CN" dirty="0">
                <a:latin typeface="Noto Sans SC SemiBold"/>
                <a:ea typeface="Noto Sans SC SemiBold"/>
                <a:cs typeface="Sinsegye" pitchFamily="34" charset="-120"/>
              </a:rPr>
              <a:t>Avalanche 女性脱毛</a:t>
            </a:r>
            <a:endParaRPr lang="ko-KR" altLang="en-US" dirty="0">
              <a:latin typeface="신세계 SemiBold" panose="02000300000000000000" pitchFamily="50" charset="-127"/>
              <a:ea typeface="신세계 SemiBold" panose="02000300000000000000" pitchFamily="50" charset="-127"/>
              <a:cs typeface="Sinsegye" pitchFamily="34" charset="-120"/>
            </a:endParaRPr>
          </a:p>
        </p:txBody>
      </p:sp>
      <p:sp>
        <p:nvSpPr>
          <p:cNvPr id="106" name="Shape 7">
            <a:extLst>
              <a:ext uri="{FF2B5EF4-FFF2-40B4-BE49-F238E27FC236}">
                <a16:creationId xmlns:a16="http://schemas.microsoft.com/office/drawing/2014/main" id="{EDF12578-D341-D8EB-43DD-F6BCDBA41D68}"/>
              </a:ext>
            </a:extLst>
          </p:cNvPr>
          <p:cNvSpPr/>
          <p:nvPr/>
        </p:nvSpPr>
        <p:spPr>
          <a:xfrm>
            <a:off x="1040400" y="3045599"/>
            <a:ext cx="8204400" cy="13607"/>
          </a:xfrm>
          <a:prstGeom prst="rect">
            <a:avLst/>
          </a:prstGeom>
          <a:solidFill>
            <a:srgbClr val="2498BD"/>
          </a:solidFill>
          <a:ln/>
        </p:spPr>
      </p:sp>
      <p:sp>
        <p:nvSpPr>
          <p:cNvPr id="107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3056399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CN" sz="1400" dirty="0">
                <a:solidFill>
                  <a:srgbClr val="555555"/>
                </a:solidFill>
                <a:latin typeface="Noto Sans SC Medium"/>
                <a:ea typeface="Noto Sans SC Medium"/>
                <a:cs typeface="Arial" pitchFamily="34" charset="-120"/>
              </a:rPr>
              <a:t>腋下 或 唇上 或 鬓角</a:t>
            </a:r>
            <a:endParaRPr lang="ko-KR" altLang="en-US" sz="1400" dirty="0">
              <a:solidFill>
                <a:srgbClr val="555555"/>
              </a:solidFill>
              <a:latin typeface="신세계 Medium" panose="02000300000000000000" pitchFamily="50" charset="-127"/>
              <a:ea typeface="신세계 Medium" panose="02000300000000000000" pitchFamily="50" charset="-127"/>
              <a:cs typeface="Arial" pitchFamily="34" charset="-120"/>
            </a:endParaRPr>
          </a:p>
        </p:txBody>
      </p:sp>
      <p:sp>
        <p:nvSpPr>
          <p:cNvPr id="108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692400" y="3113999"/>
            <a:ext cx="962660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CN" sz="1200" dirty="0">
                <a:solidFill>
                  <a:srgbClr val="2498BD"/>
                </a:solidFill>
                <a:latin typeface="Noto Sans SC DemiLight"/>
                <a:ea typeface="Noto Sans SC DemiLight"/>
                <a:cs typeface="GC 16 Mono" pitchFamily="34" charset="-120"/>
              </a:rPr>
              <a:t>1次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50,000</a:t>
            </a:r>
          </a:p>
        </p:txBody>
      </p:sp>
      <p:sp>
        <p:nvSpPr>
          <p:cNvPr id="109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8226552" y="3113999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CN" sz="1200" dirty="0">
                <a:solidFill>
                  <a:srgbClr val="2498BD"/>
                </a:solidFill>
                <a:latin typeface="Noto Sans SC DemiLight"/>
                <a:ea typeface="Noto Sans SC DemiLight"/>
                <a:cs typeface="GC 16 Mono" pitchFamily="34" charset="-120"/>
              </a:rPr>
              <a:t>5次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150,000</a:t>
            </a:r>
          </a:p>
        </p:txBody>
      </p:sp>
      <p:sp>
        <p:nvSpPr>
          <p:cNvPr id="110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33984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11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3409199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CN" sz="1400" dirty="0">
                <a:solidFill>
                  <a:srgbClr val="555555"/>
                </a:solidFill>
                <a:latin typeface="Noto Sans SC Medium"/>
                <a:ea typeface="Noto Sans SC Medium"/>
                <a:cs typeface="Arial" pitchFamily="34" charset="-120"/>
              </a:rPr>
              <a:t>腋下 + 唇上</a:t>
            </a:r>
            <a:endParaRPr lang="ko-KR" altLang="en-US" sz="1400" dirty="0">
              <a:solidFill>
                <a:srgbClr val="555555"/>
              </a:solidFill>
              <a:latin typeface="신세계 Medium" panose="02000300000000000000" pitchFamily="50" charset="-127"/>
              <a:ea typeface="신세계 Medium" panose="02000300000000000000" pitchFamily="50" charset="-127"/>
              <a:cs typeface="Arial" pitchFamily="34" charset="-120"/>
            </a:endParaRPr>
          </a:p>
        </p:txBody>
      </p:sp>
      <p:sp>
        <p:nvSpPr>
          <p:cNvPr id="112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692400" y="3466799"/>
            <a:ext cx="962660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CN" sz="1200" dirty="0">
                <a:solidFill>
                  <a:srgbClr val="2498BD"/>
                </a:solidFill>
                <a:latin typeface="Noto Sans SC DemiLight"/>
                <a:ea typeface="Noto Sans SC DemiLight"/>
                <a:cs typeface="GC 16 Mono" pitchFamily="34" charset="-120"/>
              </a:rPr>
              <a:t>1次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80,000</a:t>
            </a:r>
          </a:p>
        </p:txBody>
      </p:sp>
      <p:sp>
        <p:nvSpPr>
          <p:cNvPr id="113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8226552" y="3466799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CN" sz="1200" dirty="0">
                <a:solidFill>
                  <a:srgbClr val="2498BD"/>
                </a:solidFill>
                <a:latin typeface="Noto Sans SC DemiLight"/>
                <a:ea typeface="Noto Sans SC DemiLight"/>
                <a:cs typeface="GC 16 Mono" pitchFamily="34" charset="-120"/>
              </a:rPr>
              <a:t>5次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250,000</a:t>
            </a:r>
          </a:p>
        </p:txBody>
      </p:sp>
      <p:sp>
        <p:nvSpPr>
          <p:cNvPr id="114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37512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15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3761999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CN" sz="1400" dirty="0">
                <a:solidFill>
                  <a:srgbClr val="555555"/>
                </a:solidFill>
                <a:latin typeface="Noto Sans SC Medium"/>
                <a:ea typeface="Noto Sans SC Medium"/>
                <a:cs typeface="Arial" pitchFamily="34" charset="-120"/>
              </a:rPr>
              <a:t>额头 (含发际线) 或 后颈</a:t>
            </a:r>
            <a:endParaRPr lang="ko-KR" altLang="en-US" sz="1400" dirty="0">
              <a:solidFill>
                <a:srgbClr val="555555"/>
              </a:solidFill>
              <a:latin typeface="신세계 Medium" panose="02000300000000000000" pitchFamily="50" charset="-127"/>
              <a:ea typeface="신세계 Medium" panose="02000300000000000000" pitchFamily="50" charset="-127"/>
              <a:cs typeface="Arial" pitchFamily="34" charset="-120"/>
            </a:endParaRPr>
          </a:p>
        </p:txBody>
      </p:sp>
      <p:sp>
        <p:nvSpPr>
          <p:cNvPr id="116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692400" y="3819600"/>
            <a:ext cx="962660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CN" sz="1200" dirty="0">
                <a:solidFill>
                  <a:srgbClr val="2498BD"/>
                </a:solidFill>
                <a:latin typeface="Noto Sans SC DemiLight"/>
                <a:ea typeface="Noto Sans SC DemiLight"/>
                <a:cs typeface="GC 16 Mono" pitchFamily="34" charset="-120"/>
              </a:rPr>
              <a:t>1次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90,000</a:t>
            </a:r>
          </a:p>
        </p:txBody>
      </p:sp>
      <p:sp>
        <p:nvSpPr>
          <p:cNvPr id="117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8226552" y="38196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CN" sz="1200" dirty="0">
                <a:solidFill>
                  <a:srgbClr val="2498BD"/>
                </a:solidFill>
                <a:latin typeface="Noto Sans SC DemiLight"/>
                <a:ea typeface="Noto Sans SC DemiLight"/>
                <a:cs typeface="GC 16 Mono" pitchFamily="34" charset="-120"/>
              </a:rPr>
              <a:t>5次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300,000</a:t>
            </a:r>
          </a:p>
        </p:txBody>
      </p:sp>
      <p:sp>
        <p:nvSpPr>
          <p:cNvPr id="118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41040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19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41148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CN" sz="1400" dirty="0">
                <a:solidFill>
                  <a:srgbClr val="555555"/>
                </a:solidFill>
                <a:latin typeface="Noto Sans SC Medium"/>
                <a:ea typeface="Noto Sans SC Medium"/>
                <a:cs typeface="Arial" pitchFamily="34" charset="-120"/>
              </a:rPr>
              <a:t>全脸 (含额头 · 眉间)</a:t>
            </a:r>
            <a:endParaRPr lang="ko-KR" altLang="en-US" sz="1400" dirty="0">
              <a:solidFill>
                <a:srgbClr val="555555"/>
              </a:solidFill>
              <a:latin typeface="신세계 Medium" panose="02000300000000000000" pitchFamily="50" charset="-127"/>
              <a:ea typeface="신세계 Medium" panose="02000300000000000000" pitchFamily="50" charset="-127"/>
              <a:cs typeface="Arial" pitchFamily="34" charset="-120"/>
            </a:endParaRPr>
          </a:p>
        </p:txBody>
      </p:sp>
      <p:sp>
        <p:nvSpPr>
          <p:cNvPr id="120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600599" y="41724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CN" sz="1200" dirty="0">
                <a:solidFill>
                  <a:srgbClr val="2498BD"/>
                </a:solidFill>
                <a:latin typeface="Noto Sans SC DemiLight"/>
                <a:ea typeface="Noto Sans SC DemiLight"/>
                <a:cs typeface="GC 16 Mono" pitchFamily="34" charset="-120"/>
              </a:rPr>
              <a:t>1次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120,000</a:t>
            </a:r>
          </a:p>
        </p:txBody>
      </p:sp>
      <p:sp>
        <p:nvSpPr>
          <p:cNvPr id="121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8226552" y="41724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CN" sz="1200" dirty="0">
                <a:solidFill>
                  <a:srgbClr val="2498BD"/>
                </a:solidFill>
                <a:latin typeface="Noto Sans SC DemiLight"/>
                <a:ea typeface="Noto Sans SC DemiLight"/>
                <a:cs typeface="GC 16 Mono" pitchFamily="34" charset="-120"/>
              </a:rPr>
              <a:t>5次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390,000</a:t>
            </a:r>
          </a:p>
        </p:txBody>
      </p:sp>
      <p:sp>
        <p:nvSpPr>
          <p:cNvPr id="122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44568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23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44676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CN" sz="1400" dirty="0">
                <a:solidFill>
                  <a:srgbClr val="555555"/>
                </a:solidFill>
                <a:latin typeface="Noto Sans SC Medium"/>
                <a:ea typeface="Noto Sans SC Medium"/>
                <a:cs typeface="Arial" pitchFamily="34" charset="-120"/>
              </a:rPr>
              <a:t>手指 + 手背 或 脚趾 + 脚背</a:t>
            </a:r>
            <a:endParaRPr lang="ko-KR" altLang="en-US" sz="1400" dirty="0">
              <a:solidFill>
                <a:srgbClr val="555555"/>
              </a:solidFill>
              <a:latin typeface="신세계 Medium" panose="02000300000000000000" pitchFamily="50" charset="-127"/>
              <a:ea typeface="신세계 Medium" panose="02000300000000000000" pitchFamily="50" charset="-127"/>
              <a:cs typeface="Arial" pitchFamily="34" charset="-120"/>
            </a:endParaRPr>
          </a:p>
        </p:txBody>
      </p:sp>
      <p:sp>
        <p:nvSpPr>
          <p:cNvPr id="124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692400" y="4525200"/>
            <a:ext cx="962660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CN" sz="1200" dirty="0">
                <a:solidFill>
                  <a:srgbClr val="2498BD"/>
                </a:solidFill>
                <a:latin typeface="Noto Sans SC DemiLight"/>
                <a:ea typeface="Noto Sans SC DemiLight"/>
                <a:cs typeface="GC 16 Mono" pitchFamily="34" charset="-120"/>
              </a:rPr>
              <a:t>1次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70,000</a:t>
            </a:r>
          </a:p>
        </p:txBody>
      </p:sp>
      <p:sp>
        <p:nvSpPr>
          <p:cNvPr id="125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8226552" y="45252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CN" sz="1200" dirty="0">
                <a:solidFill>
                  <a:srgbClr val="2498BD"/>
                </a:solidFill>
                <a:latin typeface="Noto Sans SC DemiLight"/>
                <a:ea typeface="Noto Sans SC DemiLight"/>
                <a:cs typeface="GC 16 Mono" pitchFamily="34" charset="-120"/>
              </a:rPr>
              <a:t>5次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200,000</a:t>
            </a:r>
          </a:p>
        </p:txBody>
      </p:sp>
      <p:sp>
        <p:nvSpPr>
          <p:cNvPr id="126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48096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27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48204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CN" sz="1400" dirty="0">
                <a:solidFill>
                  <a:srgbClr val="555555"/>
                </a:solidFill>
                <a:latin typeface="Noto Sans SC Medium"/>
                <a:ea typeface="Noto Sans SC Medium"/>
                <a:cs typeface="Arial" pitchFamily="34" charset="-120"/>
              </a:rPr>
              <a:t>小臂 或 上臂 (含手肘)</a:t>
            </a:r>
            <a:endParaRPr lang="ko-KR" altLang="en-US" sz="1400" dirty="0">
              <a:solidFill>
                <a:srgbClr val="555555"/>
              </a:solidFill>
              <a:latin typeface="신세계 Medium" panose="02000300000000000000" pitchFamily="50" charset="-127"/>
              <a:ea typeface="신세계 Medium" panose="02000300000000000000" pitchFamily="50" charset="-127"/>
              <a:cs typeface="Arial" pitchFamily="34" charset="-120"/>
            </a:endParaRPr>
          </a:p>
        </p:txBody>
      </p:sp>
      <p:sp>
        <p:nvSpPr>
          <p:cNvPr id="128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600599" y="48780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CN" sz="1200" dirty="0">
                <a:solidFill>
                  <a:srgbClr val="2498BD"/>
                </a:solidFill>
                <a:latin typeface="Noto Sans SC DemiLight"/>
                <a:ea typeface="Noto Sans SC DemiLight"/>
                <a:cs typeface="GC 16 Mono" pitchFamily="34" charset="-120"/>
              </a:rPr>
              <a:t>1次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120,000</a:t>
            </a:r>
          </a:p>
        </p:txBody>
      </p:sp>
      <p:sp>
        <p:nvSpPr>
          <p:cNvPr id="129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8226552" y="48780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CN" sz="1200" dirty="0">
                <a:solidFill>
                  <a:srgbClr val="2498BD"/>
                </a:solidFill>
                <a:latin typeface="Noto Sans SC DemiLight"/>
                <a:ea typeface="Noto Sans SC DemiLight"/>
                <a:cs typeface="GC 16 Mono" pitchFamily="34" charset="-120"/>
              </a:rPr>
              <a:t>5次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390,000</a:t>
            </a:r>
          </a:p>
        </p:txBody>
      </p:sp>
      <p:sp>
        <p:nvSpPr>
          <p:cNvPr id="130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51624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31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51732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CN" sz="1400" dirty="0">
                <a:solidFill>
                  <a:srgbClr val="555555"/>
                </a:solidFill>
                <a:latin typeface="Noto Sans SC Medium"/>
                <a:ea typeface="Noto Sans SC Medium"/>
                <a:cs typeface="Arial" pitchFamily="34" charset="-120"/>
              </a:rPr>
              <a:t>全臂 (至手腕)</a:t>
            </a:r>
            <a:endParaRPr lang="ko-KR" altLang="en-US" sz="1400" dirty="0">
              <a:solidFill>
                <a:srgbClr val="555555"/>
              </a:solidFill>
              <a:latin typeface="신세계 Medium" panose="02000300000000000000" pitchFamily="50" charset="-127"/>
              <a:ea typeface="신세계 Medium" panose="02000300000000000000" pitchFamily="50" charset="-127"/>
              <a:cs typeface="Arial" pitchFamily="34" charset="-120"/>
            </a:endParaRPr>
          </a:p>
        </p:txBody>
      </p:sp>
      <p:sp>
        <p:nvSpPr>
          <p:cNvPr id="132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600599" y="52308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CN" sz="1200" dirty="0">
                <a:solidFill>
                  <a:srgbClr val="2498BD"/>
                </a:solidFill>
                <a:latin typeface="Noto Sans SC DemiLight"/>
                <a:ea typeface="Noto Sans SC DemiLight"/>
                <a:cs typeface="GC 16 Mono" pitchFamily="34" charset="-120"/>
              </a:rPr>
              <a:t>1次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200,000</a:t>
            </a:r>
          </a:p>
        </p:txBody>
      </p:sp>
      <p:sp>
        <p:nvSpPr>
          <p:cNvPr id="133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8226552" y="52308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CN" sz="1200" dirty="0">
                <a:solidFill>
                  <a:srgbClr val="2498BD"/>
                </a:solidFill>
                <a:latin typeface="Noto Sans SC DemiLight"/>
                <a:ea typeface="Noto Sans SC DemiLight"/>
                <a:cs typeface="GC 16 Mono" pitchFamily="34" charset="-120"/>
              </a:rPr>
              <a:t>5次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600,000</a:t>
            </a:r>
          </a:p>
        </p:txBody>
      </p:sp>
      <p:sp>
        <p:nvSpPr>
          <p:cNvPr id="134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55152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35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55260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CN" sz="1400" dirty="0">
                <a:solidFill>
                  <a:srgbClr val="555555"/>
                </a:solidFill>
                <a:latin typeface="Noto Sans SC Medium"/>
                <a:ea typeface="Noto Sans SC Medium"/>
                <a:cs typeface="Arial" pitchFamily="34" charset="-120"/>
              </a:rPr>
              <a:t>小腿 (含膝盖)</a:t>
            </a:r>
            <a:endParaRPr lang="ko-KR" altLang="en-US" sz="1400" dirty="0">
              <a:solidFill>
                <a:srgbClr val="555555"/>
              </a:solidFill>
              <a:latin typeface="신세계 Medium" panose="02000300000000000000" pitchFamily="50" charset="-127"/>
              <a:ea typeface="신세계 Medium" panose="02000300000000000000" pitchFamily="50" charset="-127"/>
              <a:cs typeface="Arial" pitchFamily="34" charset="-120"/>
            </a:endParaRPr>
          </a:p>
        </p:txBody>
      </p:sp>
      <p:sp>
        <p:nvSpPr>
          <p:cNvPr id="136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600599" y="55836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CN" sz="1200" dirty="0">
                <a:solidFill>
                  <a:srgbClr val="2498BD"/>
                </a:solidFill>
                <a:latin typeface="Noto Sans SC DemiLight"/>
                <a:ea typeface="Noto Sans SC DemiLight"/>
                <a:cs typeface="GC 16 Mono" pitchFamily="34" charset="-120"/>
              </a:rPr>
              <a:t>1次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120,000</a:t>
            </a:r>
          </a:p>
        </p:txBody>
      </p:sp>
      <p:sp>
        <p:nvSpPr>
          <p:cNvPr id="137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8226552" y="55836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CN" sz="1200" dirty="0">
                <a:solidFill>
                  <a:srgbClr val="2498BD"/>
                </a:solidFill>
                <a:latin typeface="Noto Sans SC DemiLight"/>
                <a:ea typeface="Noto Sans SC DemiLight"/>
                <a:cs typeface="GC 16 Mono" pitchFamily="34" charset="-120"/>
              </a:rPr>
              <a:t>5次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390,000</a:t>
            </a:r>
          </a:p>
        </p:txBody>
      </p:sp>
      <p:sp>
        <p:nvSpPr>
          <p:cNvPr id="138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58680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39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58788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CN" sz="1400" dirty="0">
                <a:solidFill>
                  <a:srgbClr val="555555"/>
                </a:solidFill>
                <a:latin typeface="Noto Sans SC Medium"/>
                <a:ea typeface="Noto Sans SC Medium"/>
                <a:cs typeface="Arial" pitchFamily="34" charset="-120"/>
              </a:rPr>
              <a:t>大腿 (含膝盖)</a:t>
            </a:r>
            <a:endParaRPr lang="ko-KR" altLang="en-US" sz="1400" dirty="0">
              <a:solidFill>
                <a:srgbClr val="555555"/>
              </a:solidFill>
              <a:latin typeface="신세계 Medium" panose="02000300000000000000" pitchFamily="50" charset="-127"/>
              <a:ea typeface="신세계 Medium" panose="02000300000000000000" pitchFamily="50" charset="-127"/>
              <a:cs typeface="Arial" pitchFamily="34" charset="-120"/>
            </a:endParaRPr>
          </a:p>
        </p:txBody>
      </p:sp>
      <p:sp>
        <p:nvSpPr>
          <p:cNvPr id="140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600599" y="59364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CN" sz="1200" dirty="0">
                <a:solidFill>
                  <a:srgbClr val="2498BD"/>
                </a:solidFill>
                <a:latin typeface="Noto Sans SC DemiLight"/>
                <a:ea typeface="Noto Sans SC DemiLight"/>
                <a:cs typeface="GC 16 Mono" pitchFamily="34" charset="-120"/>
              </a:rPr>
              <a:t>1次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160,000</a:t>
            </a:r>
          </a:p>
        </p:txBody>
      </p:sp>
      <p:sp>
        <p:nvSpPr>
          <p:cNvPr id="141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8226552" y="59364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CN" sz="1200" dirty="0">
                <a:solidFill>
                  <a:srgbClr val="2498BD"/>
                </a:solidFill>
                <a:latin typeface="Noto Sans SC DemiLight"/>
                <a:ea typeface="Noto Sans SC DemiLight"/>
                <a:cs typeface="GC 16 Mono" pitchFamily="34" charset="-120"/>
              </a:rPr>
              <a:t>5次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500,000</a:t>
            </a:r>
          </a:p>
        </p:txBody>
      </p:sp>
      <p:sp>
        <p:nvSpPr>
          <p:cNvPr id="142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62208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43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62316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CN" sz="1400" dirty="0">
                <a:solidFill>
                  <a:srgbClr val="555555"/>
                </a:solidFill>
                <a:latin typeface="Noto Sans SC Medium"/>
                <a:ea typeface="Noto Sans SC Medium"/>
                <a:cs typeface="Arial" pitchFamily="34" charset="-120"/>
              </a:rPr>
              <a:t>全腿 (至脚踝)</a:t>
            </a:r>
            <a:endParaRPr lang="ko-KR" altLang="en-US" sz="1400" dirty="0">
              <a:solidFill>
                <a:srgbClr val="555555"/>
              </a:solidFill>
              <a:latin typeface="신세계 Medium" panose="02000300000000000000" pitchFamily="50" charset="-127"/>
              <a:ea typeface="신세계 Medium" panose="02000300000000000000" pitchFamily="50" charset="-127"/>
              <a:cs typeface="Arial" pitchFamily="34" charset="-120"/>
            </a:endParaRPr>
          </a:p>
        </p:txBody>
      </p:sp>
      <p:sp>
        <p:nvSpPr>
          <p:cNvPr id="144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600599" y="62892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CN" sz="1200" dirty="0">
                <a:solidFill>
                  <a:srgbClr val="2498BD"/>
                </a:solidFill>
                <a:latin typeface="Noto Sans SC DemiLight"/>
                <a:ea typeface="Noto Sans SC DemiLight"/>
                <a:cs typeface="GC 16 Mono" pitchFamily="34" charset="-120"/>
              </a:rPr>
              <a:t>1次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230,000</a:t>
            </a:r>
          </a:p>
        </p:txBody>
      </p:sp>
      <p:sp>
        <p:nvSpPr>
          <p:cNvPr id="145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8226552" y="62892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CN" sz="1200" dirty="0">
                <a:solidFill>
                  <a:srgbClr val="2498BD"/>
                </a:solidFill>
                <a:latin typeface="Noto Sans SC DemiLight"/>
                <a:ea typeface="Noto Sans SC DemiLight"/>
                <a:cs typeface="GC 16 Mono" pitchFamily="34" charset="-120"/>
              </a:rPr>
              <a:t>5次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700,000</a:t>
            </a:r>
          </a:p>
        </p:txBody>
      </p:sp>
      <p:sp>
        <p:nvSpPr>
          <p:cNvPr id="146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65736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47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65844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CN" sz="1400" dirty="0">
                <a:solidFill>
                  <a:srgbClr val="555555"/>
                </a:solidFill>
                <a:latin typeface="Noto Sans SC Medium"/>
                <a:ea typeface="Noto Sans SC Medium"/>
                <a:cs typeface="Arial" pitchFamily="34" charset="-120"/>
              </a:rPr>
              <a:t>腹部 (含肚脐下毛发线)</a:t>
            </a:r>
            <a:endParaRPr lang="ko-KR" altLang="en-US" sz="1400" dirty="0">
              <a:solidFill>
                <a:srgbClr val="555555"/>
              </a:solidFill>
              <a:latin typeface="신세계 Medium" panose="02000300000000000000" pitchFamily="50" charset="-127"/>
              <a:ea typeface="신세계 Medium" panose="02000300000000000000" pitchFamily="50" charset="-127"/>
              <a:cs typeface="Arial" pitchFamily="34" charset="-120"/>
            </a:endParaRPr>
          </a:p>
        </p:txBody>
      </p:sp>
      <p:sp>
        <p:nvSpPr>
          <p:cNvPr id="148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600599" y="66420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CN" sz="1200" dirty="0">
                <a:solidFill>
                  <a:srgbClr val="2498BD"/>
                </a:solidFill>
                <a:latin typeface="Noto Sans SC DemiLight"/>
                <a:ea typeface="Noto Sans SC DemiLight"/>
                <a:cs typeface="GC 16 Mono" pitchFamily="34" charset="-120"/>
              </a:rPr>
              <a:t>1次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120,000</a:t>
            </a:r>
          </a:p>
        </p:txBody>
      </p:sp>
      <p:sp>
        <p:nvSpPr>
          <p:cNvPr id="149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8226552" y="66420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CN" sz="1200" dirty="0">
                <a:solidFill>
                  <a:srgbClr val="2498BD"/>
                </a:solidFill>
                <a:latin typeface="Noto Sans SC DemiLight"/>
                <a:ea typeface="Noto Sans SC DemiLight"/>
                <a:cs typeface="GC 16 Mono" pitchFamily="34" charset="-120"/>
              </a:rPr>
              <a:t>5次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390,000</a:t>
            </a:r>
          </a:p>
        </p:txBody>
      </p:sp>
      <p:sp>
        <p:nvSpPr>
          <p:cNvPr id="150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69264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51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69372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CN" sz="1400" dirty="0">
                <a:solidFill>
                  <a:srgbClr val="555555"/>
                </a:solidFill>
                <a:latin typeface="Noto Sans SC Medium"/>
                <a:ea typeface="Noto Sans SC Medium"/>
                <a:cs typeface="Arial" pitchFamily="34" charset="-120"/>
              </a:rPr>
              <a:t>全背</a:t>
            </a:r>
            <a:endParaRPr lang="ko-KR" altLang="en-US" sz="1400" dirty="0">
              <a:solidFill>
                <a:srgbClr val="555555"/>
              </a:solidFill>
              <a:latin typeface="신세계 Medium" panose="02000300000000000000" pitchFamily="50" charset="-127"/>
              <a:ea typeface="신세계 Medium" panose="02000300000000000000" pitchFamily="50" charset="-127"/>
              <a:cs typeface="Arial" pitchFamily="34" charset="-120"/>
            </a:endParaRPr>
          </a:p>
        </p:txBody>
      </p:sp>
      <p:sp>
        <p:nvSpPr>
          <p:cNvPr id="152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600599" y="69948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CN" sz="1200" dirty="0">
                <a:solidFill>
                  <a:srgbClr val="2498BD"/>
                </a:solidFill>
                <a:latin typeface="Noto Sans SC DemiLight"/>
                <a:ea typeface="Noto Sans SC DemiLight"/>
                <a:cs typeface="GC 16 Mono" pitchFamily="34" charset="-120"/>
              </a:rPr>
              <a:t>1次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200,000</a:t>
            </a:r>
          </a:p>
        </p:txBody>
      </p:sp>
      <p:sp>
        <p:nvSpPr>
          <p:cNvPr id="153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8226552" y="69948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CN" sz="1200" dirty="0">
                <a:solidFill>
                  <a:srgbClr val="2498BD"/>
                </a:solidFill>
                <a:latin typeface="Noto Sans SC DemiLight"/>
                <a:ea typeface="Noto Sans SC DemiLight"/>
                <a:cs typeface="GC 16 Mono" pitchFamily="34" charset="-120"/>
              </a:rPr>
              <a:t>5次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600,000</a:t>
            </a:r>
          </a:p>
        </p:txBody>
      </p:sp>
      <p:sp>
        <p:nvSpPr>
          <p:cNvPr id="154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72792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55" name="TextBox 251">
            <a:extLst>
              <a:ext uri="{FF2B5EF4-FFF2-40B4-BE49-F238E27FC236}">
                <a16:creationId xmlns:a16="http://schemas.microsoft.com/office/drawing/2014/main" id="{8DA01E9F-A1B4-868E-FBDF-592F835229C2}"/>
              </a:ext>
            </a:extLst>
          </p:cNvPr>
          <p:cNvSpPr txBox="1"/>
          <p:nvPr/>
        </p:nvSpPr>
        <p:spPr>
          <a:xfrm>
            <a:off x="928800" y="7556400"/>
            <a:ext cx="2253996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zh-CN" dirty="0">
                <a:latin typeface="Noto Sans SC SemiBold"/>
                <a:ea typeface="Noto Sans SC SemiBold"/>
                <a:cs typeface="Sinsegye" pitchFamily="34" charset="-120"/>
              </a:rPr>
              <a:t>Avalanche 男性脱毛</a:t>
            </a:r>
            <a:endParaRPr lang="ko-KR" altLang="en-US" dirty="0">
              <a:latin typeface="신세계 SemiBold" panose="02000300000000000000" pitchFamily="50" charset="-127"/>
              <a:ea typeface="신세계 SemiBold" panose="02000300000000000000" pitchFamily="50" charset="-127"/>
              <a:cs typeface="Sinsegye" pitchFamily="34" charset="-120"/>
            </a:endParaRPr>
          </a:p>
        </p:txBody>
      </p:sp>
      <p:sp>
        <p:nvSpPr>
          <p:cNvPr id="156" name="Shape 7">
            <a:extLst>
              <a:ext uri="{FF2B5EF4-FFF2-40B4-BE49-F238E27FC236}">
                <a16:creationId xmlns:a16="http://schemas.microsoft.com/office/drawing/2014/main" id="{EDF12578-D341-D8EB-43DD-F6BCDBA41D68}"/>
              </a:ext>
            </a:extLst>
          </p:cNvPr>
          <p:cNvSpPr/>
          <p:nvPr/>
        </p:nvSpPr>
        <p:spPr>
          <a:xfrm>
            <a:off x="1040400" y="7880400"/>
            <a:ext cx="8204400" cy="13607"/>
          </a:xfrm>
          <a:prstGeom prst="rect">
            <a:avLst/>
          </a:prstGeom>
          <a:solidFill>
            <a:srgbClr val="2498BD"/>
          </a:solidFill>
          <a:ln/>
        </p:spPr>
      </p:sp>
      <p:sp>
        <p:nvSpPr>
          <p:cNvPr id="157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78912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CN" sz="1400" dirty="0">
                <a:solidFill>
                  <a:srgbClr val="555555"/>
                </a:solidFill>
                <a:latin typeface="Noto Sans SC Medium"/>
                <a:ea typeface="Noto Sans SC Medium"/>
                <a:cs typeface="Arial" pitchFamily="34" charset="-120"/>
              </a:rPr>
              <a:t>唇上 + 下巴尖 + 下巴下方</a:t>
            </a:r>
            <a:endParaRPr lang="ko-KR" altLang="en-US" sz="1400" dirty="0">
              <a:solidFill>
                <a:srgbClr val="555555"/>
              </a:solidFill>
              <a:latin typeface="신세계 Medium" panose="02000300000000000000" pitchFamily="50" charset="-127"/>
              <a:ea typeface="신세계 Medium" panose="02000300000000000000" pitchFamily="50" charset="-127"/>
              <a:cs typeface="Arial" pitchFamily="34" charset="-120"/>
            </a:endParaRPr>
          </a:p>
        </p:txBody>
      </p:sp>
      <p:sp>
        <p:nvSpPr>
          <p:cNvPr id="158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692400" y="7948800"/>
            <a:ext cx="962660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CN" sz="1200" dirty="0">
                <a:solidFill>
                  <a:srgbClr val="2498BD"/>
                </a:solidFill>
                <a:latin typeface="Noto Sans SC DemiLight"/>
                <a:ea typeface="Noto Sans SC DemiLight"/>
                <a:cs typeface="GC 16 Mono" pitchFamily="34" charset="-120"/>
              </a:rPr>
              <a:t>1次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80,000</a:t>
            </a:r>
          </a:p>
        </p:txBody>
      </p:sp>
      <p:sp>
        <p:nvSpPr>
          <p:cNvPr id="159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8226552" y="79488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CN" sz="1200" dirty="0">
                <a:solidFill>
                  <a:srgbClr val="2498BD"/>
                </a:solidFill>
                <a:latin typeface="Noto Sans SC DemiLight"/>
                <a:ea typeface="Noto Sans SC DemiLight"/>
                <a:cs typeface="GC 16 Mono" pitchFamily="34" charset="-120"/>
              </a:rPr>
              <a:t>5次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300,000</a:t>
            </a:r>
          </a:p>
        </p:txBody>
      </p:sp>
      <p:sp>
        <p:nvSpPr>
          <p:cNvPr id="160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82332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61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82440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CN" sz="1400" dirty="0">
                <a:solidFill>
                  <a:srgbClr val="555555"/>
                </a:solidFill>
                <a:latin typeface="Noto Sans SC Medium"/>
                <a:ea typeface="Noto Sans SC Medium"/>
                <a:cs typeface="Arial" pitchFamily="34" charset="-120"/>
              </a:rPr>
              <a:t>下半脸全部（唇上·下巴尖·下颌线·鬓角·脸颊·下巴下方）</a:t>
            </a:r>
            <a:endParaRPr lang="ko-KR" altLang="en-US" sz="1400" dirty="0">
              <a:solidFill>
                <a:srgbClr val="555555"/>
              </a:solidFill>
              <a:latin typeface="신세계 Medium" panose="02000300000000000000" pitchFamily="50" charset="-127"/>
              <a:ea typeface="신세계 Medium" panose="02000300000000000000" pitchFamily="50" charset="-127"/>
              <a:cs typeface="Arial" pitchFamily="34" charset="-120"/>
            </a:endParaRPr>
          </a:p>
        </p:txBody>
      </p:sp>
      <p:sp>
        <p:nvSpPr>
          <p:cNvPr id="162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600599" y="83016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CN" sz="1200" dirty="0">
                <a:solidFill>
                  <a:srgbClr val="2498BD"/>
                </a:solidFill>
                <a:latin typeface="Noto Sans SC DemiLight"/>
                <a:ea typeface="Noto Sans SC DemiLight"/>
                <a:cs typeface="GC 16 Mono" pitchFamily="34" charset="-120"/>
              </a:rPr>
              <a:t>1次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120,000</a:t>
            </a:r>
          </a:p>
        </p:txBody>
      </p:sp>
      <p:sp>
        <p:nvSpPr>
          <p:cNvPr id="163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8226552" y="83016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CN" sz="1200" dirty="0">
                <a:solidFill>
                  <a:srgbClr val="2498BD"/>
                </a:solidFill>
                <a:latin typeface="Noto Sans SC DemiLight"/>
                <a:ea typeface="Noto Sans SC DemiLight"/>
                <a:cs typeface="GC 16 Mono" pitchFamily="34" charset="-120"/>
              </a:rPr>
              <a:t>5次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450,000</a:t>
            </a:r>
          </a:p>
        </p:txBody>
      </p:sp>
      <p:sp>
        <p:nvSpPr>
          <p:cNvPr id="164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85860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65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85968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CN" sz="1400" dirty="0">
                <a:solidFill>
                  <a:srgbClr val="555555"/>
                </a:solidFill>
                <a:latin typeface="Noto Sans SC Medium"/>
                <a:ea typeface="Noto Sans SC Medium"/>
                <a:cs typeface="Arial" pitchFamily="34" charset="-120"/>
              </a:rPr>
              <a:t>全脸 (含额头 · 发际线 · 眉间 · 下巴下方)</a:t>
            </a:r>
            <a:endParaRPr lang="ko-KR" altLang="en-US" sz="1400" dirty="0">
              <a:solidFill>
                <a:srgbClr val="555555"/>
              </a:solidFill>
              <a:latin typeface="신세계 Medium" panose="02000300000000000000" pitchFamily="50" charset="-127"/>
              <a:ea typeface="신세계 Medium" panose="02000300000000000000" pitchFamily="50" charset="-127"/>
              <a:cs typeface="Arial" pitchFamily="34" charset="-120"/>
            </a:endParaRPr>
          </a:p>
        </p:txBody>
      </p:sp>
      <p:sp>
        <p:nvSpPr>
          <p:cNvPr id="166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600599" y="86544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CN" sz="1200" dirty="0">
                <a:solidFill>
                  <a:srgbClr val="2498BD"/>
                </a:solidFill>
                <a:latin typeface="Noto Sans SC DemiLight"/>
                <a:ea typeface="Noto Sans SC DemiLight"/>
                <a:cs typeface="GC 16 Mono" pitchFamily="34" charset="-120"/>
              </a:rPr>
              <a:t>1次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170,000</a:t>
            </a:r>
          </a:p>
        </p:txBody>
      </p:sp>
      <p:sp>
        <p:nvSpPr>
          <p:cNvPr id="167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8226552" y="86544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CN" sz="1200" dirty="0">
                <a:solidFill>
                  <a:srgbClr val="2498BD"/>
                </a:solidFill>
                <a:latin typeface="Noto Sans SC DemiLight"/>
                <a:ea typeface="Noto Sans SC DemiLight"/>
                <a:cs typeface="GC 16 Mono" pitchFamily="34" charset="-120"/>
              </a:rPr>
              <a:t>5次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650,000</a:t>
            </a:r>
          </a:p>
        </p:txBody>
      </p:sp>
      <p:sp>
        <p:nvSpPr>
          <p:cNvPr id="168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89388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69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89496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CN" sz="1400" dirty="0">
                <a:solidFill>
                  <a:srgbClr val="555555"/>
                </a:solidFill>
                <a:latin typeface="Noto Sans SC Medium"/>
                <a:ea typeface="Noto Sans SC Medium"/>
                <a:cs typeface="Arial" pitchFamily="34" charset="-120"/>
              </a:rPr>
              <a:t>选项）追加颈部</a:t>
            </a:r>
            <a:endParaRPr lang="ko-KR" altLang="en-US" sz="1400" dirty="0">
              <a:solidFill>
                <a:srgbClr val="555555"/>
              </a:solidFill>
              <a:latin typeface="신세계 Medium" panose="02000300000000000000" pitchFamily="50" charset="-127"/>
              <a:ea typeface="신세계 Medium" panose="02000300000000000000" pitchFamily="50" charset="-127"/>
              <a:cs typeface="Arial" pitchFamily="34" charset="-120"/>
            </a:endParaRPr>
          </a:p>
        </p:txBody>
      </p:sp>
      <p:sp>
        <p:nvSpPr>
          <p:cNvPr id="170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692400" y="9007200"/>
            <a:ext cx="962660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CN" sz="1200" dirty="0">
                <a:solidFill>
                  <a:srgbClr val="2498BD"/>
                </a:solidFill>
                <a:latin typeface="Noto Sans SC DemiLight"/>
                <a:ea typeface="Noto Sans SC DemiLight"/>
                <a:cs typeface="GC 16 Mono" pitchFamily="34" charset="-120"/>
              </a:rPr>
              <a:t>1次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70,000</a:t>
            </a:r>
          </a:p>
        </p:txBody>
      </p:sp>
      <p:sp>
        <p:nvSpPr>
          <p:cNvPr id="171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8226552" y="90072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CN" sz="1200" dirty="0">
                <a:solidFill>
                  <a:srgbClr val="2498BD"/>
                </a:solidFill>
                <a:latin typeface="Noto Sans SC DemiLight"/>
                <a:ea typeface="Noto Sans SC DemiLight"/>
                <a:cs typeface="GC 16 Mono" pitchFamily="34" charset="-120"/>
              </a:rPr>
              <a:t>5次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250,000</a:t>
            </a:r>
          </a:p>
        </p:txBody>
      </p:sp>
      <p:sp>
        <p:nvSpPr>
          <p:cNvPr id="172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92916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73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93024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CN" sz="1400" dirty="0">
                <a:solidFill>
                  <a:srgbClr val="555555"/>
                </a:solidFill>
                <a:latin typeface="Noto Sans SC Medium"/>
                <a:ea typeface="Noto Sans SC Medium"/>
                <a:cs typeface="Arial" pitchFamily="34" charset="-120"/>
              </a:rPr>
              <a:t>额头 (含发际线)</a:t>
            </a:r>
            <a:endParaRPr lang="ko-KR" altLang="en-US" sz="1400" dirty="0">
              <a:solidFill>
                <a:srgbClr val="555555"/>
              </a:solidFill>
              <a:latin typeface="신세계 Medium" panose="02000300000000000000" pitchFamily="50" charset="-127"/>
              <a:ea typeface="신세계 Medium" panose="02000300000000000000" pitchFamily="50" charset="-127"/>
              <a:cs typeface="Arial" pitchFamily="34" charset="-120"/>
            </a:endParaRPr>
          </a:p>
        </p:txBody>
      </p:sp>
      <p:sp>
        <p:nvSpPr>
          <p:cNvPr id="174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692400" y="9360000"/>
            <a:ext cx="962660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CN" sz="1200" dirty="0">
                <a:solidFill>
                  <a:srgbClr val="2498BD"/>
                </a:solidFill>
                <a:latin typeface="Noto Sans SC DemiLight"/>
                <a:ea typeface="Noto Sans SC DemiLight"/>
                <a:cs typeface="GC 16 Mono" pitchFamily="34" charset="-120"/>
              </a:rPr>
              <a:t>1次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70,000</a:t>
            </a:r>
          </a:p>
        </p:txBody>
      </p:sp>
      <p:sp>
        <p:nvSpPr>
          <p:cNvPr id="175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8226552" y="93600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CN" sz="1200" dirty="0">
                <a:solidFill>
                  <a:srgbClr val="2498BD"/>
                </a:solidFill>
                <a:latin typeface="Noto Sans SC DemiLight"/>
                <a:ea typeface="Noto Sans SC DemiLight"/>
                <a:cs typeface="GC 16 Mono" pitchFamily="34" charset="-120"/>
              </a:rPr>
              <a:t>5次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250,000</a:t>
            </a:r>
          </a:p>
        </p:txBody>
      </p:sp>
      <p:sp>
        <p:nvSpPr>
          <p:cNvPr id="176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96444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77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96552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CN" sz="1400" dirty="0">
                <a:solidFill>
                  <a:srgbClr val="555555"/>
                </a:solidFill>
                <a:latin typeface="Noto Sans SC Medium"/>
                <a:ea typeface="Noto Sans SC Medium"/>
                <a:cs typeface="Arial" pitchFamily="34" charset="-120"/>
              </a:rPr>
              <a:t>后颈</a:t>
            </a:r>
            <a:endParaRPr lang="ko-KR" altLang="en-US" sz="1400" dirty="0">
              <a:solidFill>
                <a:srgbClr val="555555"/>
              </a:solidFill>
              <a:latin typeface="신세계 Medium" panose="02000300000000000000" pitchFamily="50" charset="-127"/>
              <a:ea typeface="신세계 Medium" panose="02000300000000000000" pitchFamily="50" charset="-127"/>
              <a:cs typeface="Arial" pitchFamily="34" charset="-120"/>
            </a:endParaRPr>
          </a:p>
        </p:txBody>
      </p:sp>
      <p:sp>
        <p:nvSpPr>
          <p:cNvPr id="178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600599" y="97128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CN" sz="1200" dirty="0">
                <a:solidFill>
                  <a:srgbClr val="2498BD"/>
                </a:solidFill>
                <a:latin typeface="Noto Sans SC DemiLight"/>
                <a:ea typeface="Noto Sans SC DemiLight"/>
                <a:cs typeface="GC 16 Mono" pitchFamily="34" charset="-120"/>
              </a:rPr>
              <a:t>1次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120,000</a:t>
            </a:r>
          </a:p>
        </p:txBody>
      </p:sp>
      <p:sp>
        <p:nvSpPr>
          <p:cNvPr id="179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8226552" y="97128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CN" sz="1200" dirty="0">
                <a:solidFill>
                  <a:srgbClr val="2498BD"/>
                </a:solidFill>
                <a:latin typeface="Noto Sans SC DemiLight"/>
                <a:ea typeface="Noto Sans SC DemiLight"/>
                <a:cs typeface="GC 16 Mono" pitchFamily="34" charset="-120"/>
              </a:rPr>
              <a:t>5次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390,000</a:t>
            </a:r>
          </a:p>
        </p:txBody>
      </p:sp>
      <p:sp>
        <p:nvSpPr>
          <p:cNvPr id="180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99972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81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100080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CN" sz="1400" dirty="0">
                <a:solidFill>
                  <a:srgbClr val="555555"/>
                </a:solidFill>
                <a:latin typeface="Noto Sans SC Medium"/>
                <a:ea typeface="Noto Sans SC Medium"/>
                <a:cs typeface="Arial" pitchFamily="34" charset="-120"/>
              </a:rPr>
              <a:t>腋下</a:t>
            </a:r>
            <a:endParaRPr lang="ko-KR" altLang="en-US" sz="1400" dirty="0">
              <a:solidFill>
                <a:srgbClr val="555555"/>
              </a:solidFill>
              <a:latin typeface="신세계 Medium" panose="02000300000000000000" pitchFamily="50" charset="-127"/>
              <a:ea typeface="신세계 Medium" panose="02000300000000000000" pitchFamily="50" charset="-127"/>
              <a:cs typeface="Arial" pitchFamily="34" charset="-120"/>
            </a:endParaRPr>
          </a:p>
        </p:txBody>
      </p:sp>
      <p:sp>
        <p:nvSpPr>
          <p:cNvPr id="182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692400" y="10065600"/>
            <a:ext cx="962660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CN" sz="1200" dirty="0">
                <a:solidFill>
                  <a:srgbClr val="2498BD"/>
                </a:solidFill>
                <a:latin typeface="Noto Sans SC DemiLight"/>
                <a:ea typeface="Noto Sans SC DemiLight"/>
                <a:cs typeface="GC 16 Mono" pitchFamily="34" charset="-120"/>
              </a:rPr>
              <a:t>1次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70,000</a:t>
            </a:r>
          </a:p>
        </p:txBody>
      </p:sp>
      <p:sp>
        <p:nvSpPr>
          <p:cNvPr id="183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8226552" y="100656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CN" sz="1200" dirty="0">
                <a:solidFill>
                  <a:srgbClr val="2498BD"/>
                </a:solidFill>
                <a:latin typeface="Noto Sans SC DemiLight"/>
                <a:ea typeface="Noto Sans SC DemiLight"/>
                <a:cs typeface="GC 16 Mono" pitchFamily="34" charset="-120"/>
              </a:rPr>
              <a:t>5次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200,000</a:t>
            </a:r>
          </a:p>
        </p:txBody>
      </p:sp>
      <p:sp>
        <p:nvSpPr>
          <p:cNvPr id="184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103500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85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103608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CN" sz="1400" dirty="0">
                <a:solidFill>
                  <a:srgbClr val="555555"/>
                </a:solidFill>
                <a:latin typeface="Noto Sans SC Medium"/>
                <a:ea typeface="Noto Sans SC Medium"/>
                <a:cs typeface="Arial" pitchFamily="34" charset="-120"/>
              </a:rPr>
              <a:t>手指 + 手背 或 脚趾 + 脚背</a:t>
            </a:r>
            <a:endParaRPr lang="ko-KR" altLang="en-US" sz="1400" dirty="0">
              <a:solidFill>
                <a:srgbClr val="555555"/>
              </a:solidFill>
              <a:latin typeface="신세계 Medium" panose="02000300000000000000" pitchFamily="50" charset="-127"/>
              <a:ea typeface="신세계 Medium" panose="02000300000000000000" pitchFamily="50" charset="-127"/>
              <a:cs typeface="Arial" pitchFamily="34" charset="-120"/>
            </a:endParaRPr>
          </a:p>
        </p:txBody>
      </p:sp>
      <p:sp>
        <p:nvSpPr>
          <p:cNvPr id="186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692400" y="10418400"/>
            <a:ext cx="962660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CN" sz="1200" dirty="0">
                <a:solidFill>
                  <a:srgbClr val="2498BD"/>
                </a:solidFill>
                <a:latin typeface="Noto Sans SC DemiLight"/>
                <a:ea typeface="Noto Sans SC DemiLight"/>
                <a:cs typeface="GC 16 Mono" pitchFamily="34" charset="-120"/>
              </a:rPr>
              <a:t>1次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70,000</a:t>
            </a:r>
          </a:p>
        </p:txBody>
      </p:sp>
      <p:sp>
        <p:nvSpPr>
          <p:cNvPr id="187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8226552" y="104184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CN" sz="1200" dirty="0">
                <a:solidFill>
                  <a:srgbClr val="2498BD"/>
                </a:solidFill>
                <a:latin typeface="Noto Sans SC DemiLight"/>
                <a:ea typeface="Noto Sans SC DemiLight"/>
                <a:cs typeface="GC 16 Mono" pitchFamily="34" charset="-120"/>
              </a:rPr>
              <a:t>5次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200,000</a:t>
            </a:r>
          </a:p>
        </p:txBody>
      </p:sp>
      <p:sp>
        <p:nvSpPr>
          <p:cNvPr id="188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107028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89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107136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CN" sz="1400" dirty="0">
                <a:solidFill>
                  <a:srgbClr val="555555"/>
                </a:solidFill>
                <a:latin typeface="Noto Sans SC Medium"/>
                <a:ea typeface="Noto Sans SC Medium"/>
                <a:cs typeface="Arial" pitchFamily="34" charset="-120"/>
              </a:rPr>
              <a:t>小臂 或 上臂 (含手肘)</a:t>
            </a:r>
            <a:endParaRPr lang="ko-KR" altLang="en-US" sz="1400" dirty="0">
              <a:solidFill>
                <a:srgbClr val="555555"/>
              </a:solidFill>
              <a:latin typeface="신세계 Medium" panose="02000300000000000000" pitchFamily="50" charset="-127"/>
              <a:ea typeface="신세계 Medium" panose="02000300000000000000" pitchFamily="50" charset="-127"/>
              <a:cs typeface="Arial" pitchFamily="34" charset="-120"/>
            </a:endParaRPr>
          </a:p>
        </p:txBody>
      </p:sp>
      <p:sp>
        <p:nvSpPr>
          <p:cNvPr id="190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600599" y="107712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CN" sz="1200" dirty="0">
                <a:solidFill>
                  <a:srgbClr val="2498BD"/>
                </a:solidFill>
                <a:latin typeface="Noto Sans SC DemiLight"/>
                <a:ea typeface="Noto Sans SC DemiLight"/>
                <a:cs typeface="GC 16 Mono" pitchFamily="34" charset="-120"/>
              </a:rPr>
              <a:t>1次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150,000</a:t>
            </a:r>
          </a:p>
        </p:txBody>
      </p:sp>
      <p:sp>
        <p:nvSpPr>
          <p:cNvPr id="191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8226552" y="107712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CN" sz="1200" dirty="0">
                <a:solidFill>
                  <a:srgbClr val="2498BD"/>
                </a:solidFill>
                <a:latin typeface="Noto Sans SC DemiLight"/>
                <a:ea typeface="Noto Sans SC DemiLight"/>
                <a:cs typeface="GC 16 Mono" pitchFamily="34" charset="-120"/>
              </a:rPr>
              <a:t>5次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450,000</a:t>
            </a:r>
          </a:p>
        </p:txBody>
      </p:sp>
      <p:sp>
        <p:nvSpPr>
          <p:cNvPr id="192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110556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93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110664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CN" sz="1400" dirty="0">
                <a:solidFill>
                  <a:srgbClr val="555555"/>
                </a:solidFill>
                <a:latin typeface="Noto Sans SC Medium"/>
                <a:ea typeface="Noto Sans SC Medium"/>
                <a:cs typeface="Arial" pitchFamily="34" charset="-120"/>
              </a:rPr>
              <a:t>全臂 (至手腕)</a:t>
            </a:r>
            <a:endParaRPr lang="ko-KR" altLang="en-US" sz="1400" dirty="0">
              <a:solidFill>
                <a:srgbClr val="555555"/>
              </a:solidFill>
              <a:latin typeface="신세계 Medium" panose="02000300000000000000" pitchFamily="50" charset="-127"/>
              <a:ea typeface="신세계 Medium" panose="02000300000000000000" pitchFamily="50" charset="-127"/>
              <a:cs typeface="Arial" pitchFamily="34" charset="-120"/>
            </a:endParaRPr>
          </a:p>
        </p:txBody>
      </p:sp>
      <p:sp>
        <p:nvSpPr>
          <p:cNvPr id="194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600599" y="111240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CN" sz="1200" dirty="0">
                <a:solidFill>
                  <a:srgbClr val="2498BD"/>
                </a:solidFill>
                <a:latin typeface="Noto Sans SC DemiLight"/>
                <a:ea typeface="Noto Sans SC DemiLight"/>
                <a:cs typeface="GC 16 Mono" pitchFamily="34" charset="-120"/>
              </a:rPr>
              <a:t>1次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230,000</a:t>
            </a:r>
          </a:p>
        </p:txBody>
      </p:sp>
      <p:sp>
        <p:nvSpPr>
          <p:cNvPr id="195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8226552" y="111240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CN" sz="1200" dirty="0">
                <a:solidFill>
                  <a:srgbClr val="2498BD"/>
                </a:solidFill>
                <a:latin typeface="Noto Sans SC DemiLight"/>
                <a:ea typeface="Noto Sans SC DemiLight"/>
                <a:cs typeface="GC 16 Mono" pitchFamily="34" charset="-120"/>
              </a:rPr>
              <a:t>5次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700,000</a:t>
            </a:r>
          </a:p>
        </p:txBody>
      </p:sp>
      <p:sp>
        <p:nvSpPr>
          <p:cNvPr id="196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114084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97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114192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CN" sz="1400" dirty="0">
                <a:solidFill>
                  <a:srgbClr val="555555"/>
                </a:solidFill>
                <a:latin typeface="Noto Sans SC Medium"/>
                <a:ea typeface="Noto Sans SC Medium"/>
                <a:cs typeface="Arial" pitchFamily="34" charset="-120"/>
              </a:rPr>
              <a:t>小腿 (含膝盖)</a:t>
            </a:r>
            <a:endParaRPr lang="ko-KR" altLang="en-US" sz="1400" dirty="0">
              <a:solidFill>
                <a:srgbClr val="555555"/>
              </a:solidFill>
              <a:latin typeface="신세계 Medium" panose="02000300000000000000" pitchFamily="50" charset="-127"/>
              <a:ea typeface="신세계 Medium" panose="02000300000000000000" pitchFamily="50" charset="-127"/>
              <a:cs typeface="Arial" pitchFamily="34" charset="-120"/>
            </a:endParaRPr>
          </a:p>
        </p:txBody>
      </p:sp>
      <p:sp>
        <p:nvSpPr>
          <p:cNvPr id="198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600599" y="114768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CN" sz="1200" dirty="0">
                <a:solidFill>
                  <a:srgbClr val="2498BD"/>
                </a:solidFill>
                <a:latin typeface="Noto Sans SC DemiLight"/>
                <a:ea typeface="Noto Sans SC DemiLight"/>
                <a:cs typeface="GC 16 Mono" pitchFamily="34" charset="-120"/>
              </a:rPr>
              <a:t>1次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150,000</a:t>
            </a:r>
          </a:p>
        </p:txBody>
      </p:sp>
      <p:sp>
        <p:nvSpPr>
          <p:cNvPr id="199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8226552" y="114768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CN" sz="1200" dirty="0">
                <a:solidFill>
                  <a:srgbClr val="2498BD"/>
                </a:solidFill>
                <a:latin typeface="Noto Sans SC DemiLight"/>
                <a:ea typeface="Noto Sans SC DemiLight"/>
                <a:cs typeface="GC 16 Mono" pitchFamily="34" charset="-120"/>
              </a:rPr>
              <a:t>5次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450,000</a:t>
            </a:r>
          </a:p>
        </p:txBody>
      </p:sp>
      <p:sp>
        <p:nvSpPr>
          <p:cNvPr id="200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117612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01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117720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CN" sz="1400" dirty="0">
                <a:solidFill>
                  <a:srgbClr val="555555"/>
                </a:solidFill>
                <a:latin typeface="Noto Sans SC Medium"/>
                <a:ea typeface="Noto Sans SC Medium"/>
                <a:cs typeface="Arial" pitchFamily="34" charset="-120"/>
              </a:rPr>
              <a:t>大腿 (含膝盖)</a:t>
            </a:r>
            <a:endParaRPr lang="ko-KR" altLang="en-US" sz="1400" dirty="0">
              <a:solidFill>
                <a:srgbClr val="555555"/>
              </a:solidFill>
              <a:latin typeface="신세계 Medium" panose="02000300000000000000" pitchFamily="50" charset="-127"/>
              <a:ea typeface="신세계 Medium" panose="02000300000000000000" pitchFamily="50" charset="-127"/>
              <a:cs typeface="Arial" pitchFamily="34" charset="-120"/>
            </a:endParaRPr>
          </a:p>
        </p:txBody>
      </p:sp>
      <p:sp>
        <p:nvSpPr>
          <p:cNvPr id="202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600599" y="118296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CN" sz="1200" dirty="0">
                <a:solidFill>
                  <a:srgbClr val="2498BD"/>
                </a:solidFill>
                <a:latin typeface="Noto Sans SC DemiLight"/>
                <a:ea typeface="Noto Sans SC DemiLight"/>
                <a:cs typeface="GC 16 Mono" pitchFamily="34" charset="-120"/>
              </a:rPr>
              <a:t>1次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200,000</a:t>
            </a:r>
          </a:p>
        </p:txBody>
      </p:sp>
      <p:sp>
        <p:nvSpPr>
          <p:cNvPr id="203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8226552" y="11829600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CN" sz="1200" dirty="0">
                <a:solidFill>
                  <a:srgbClr val="2498BD"/>
                </a:solidFill>
                <a:latin typeface="Noto Sans SC DemiLight"/>
                <a:ea typeface="Noto Sans SC DemiLight"/>
                <a:cs typeface="GC 16 Mono" pitchFamily="34" charset="-120"/>
              </a:rPr>
              <a:t>5次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600,000</a:t>
            </a:r>
          </a:p>
        </p:txBody>
      </p:sp>
      <p:sp>
        <p:nvSpPr>
          <p:cNvPr id="204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121140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05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121248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CN" sz="1400" dirty="0">
                <a:solidFill>
                  <a:srgbClr val="555555"/>
                </a:solidFill>
                <a:latin typeface="Noto Sans SC Medium"/>
                <a:ea typeface="Noto Sans SC Medium"/>
                <a:cs typeface="Arial" pitchFamily="34" charset="-120"/>
              </a:rPr>
              <a:t>全腿 (至脚踝)</a:t>
            </a:r>
            <a:endParaRPr lang="ko-KR" altLang="en-US" sz="1400" dirty="0">
              <a:solidFill>
                <a:srgbClr val="555555"/>
              </a:solidFill>
              <a:latin typeface="신세계 Medium" panose="02000300000000000000" pitchFamily="50" charset="-127"/>
              <a:ea typeface="신세계 Medium" panose="02000300000000000000" pitchFamily="50" charset="-127"/>
              <a:cs typeface="Arial" pitchFamily="34" charset="-120"/>
            </a:endParaRPr>
          </a:p>
        </p:txBody>
      </p:sp>
      <p:sp>
        <p:nvSpPr>
          <p:cNvPr id="206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600599" y="12182399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CN" sz="1200" dirty="0">
                <a:solidFill>
                  <a:srgbClr val="2498BD"/>
                </a:solidFill>
                <a:latin typeface="Noto Sans SC DemiLight"/>
                <a:ea typeface="Noto Sans SC DemiLight"/>
                <a:cs typeface="GC 16 Mono" pitchFamily="34" charset="-120"/>
              </a:rPr>
              <a:t>1次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250,000</a:t>
            </a:r>
          </a:p>
        </p:txBody>
      </p:sp>
      <p:sp>
        <p:nvSpPr>
          <p:cNvPr id="207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8226552" y="12182399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CN" sz="1200" dirty="0">
                <a:solidFill>
                  <a:srgbClr val="2498BD"/>
                </a:solidFill>
                <a:latin typeface="Noto Sans SC DemiLight"/>
                <a:ea typeface="Noto Sans SC DemiLight"/>
                <a:cs typeface="GC 16 Mono" pitchFamily="34" charset="-120"/>
              </a:rPr>
              <a:t>5次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750,000</a:t>
            </a:r>
          </a:p>
        </p:txBody>
      </p:sp>
      <p:sp>
        <p:nvSpPr>
          <p:cNvPr id="208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12466799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09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12477599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CN" sz="1400" dirty="0">
                <a:solidFill>
                  <a:srgbClr val="555555"/>
                </a:solidFill>
                <a:latin typeface="Noto Sans SC Medium"/>
                <a:ea typeface="Noto Sans SC Medium"/>
                <a:cs typeface="Arial" pitchFamily="34" charset="-120"/>
              </a:rPr>
              <a:t>胸部 (含乳晕) 或 腹部 (含肚脐下毛发线) *以心窝为界</a:t>
            </a:r>
            <a:endParaRPr lang="ko-KR" altLang="en-US" sz="1400" dirty="0">
              <a:solidFill>
                <a:srgbClr val="555555"/>
              </a:solidFill>
              <a:latin typeface="신세계 Medium" panose="02000300000000000000" pitchFamily="50" charset="-127"/>
              <a:ea typeface="신세계 Medium" panose="02000300000000000000" pitchFamily="50" charset="-127"/>
              <a:cs typeface="Arial" pitchFamily="34" charset="-120"/>
            </a:endParaRPr>
          </a:p>
        </p:txBody>
      </p:sp>
      <p:sp>
        <p:nvSpPr>
          <p:cNvPr id="210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600599" y="12535199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CN" sz="1200" dirty="0">
                <a:solidFill>
                  <a:srgbClr val="2498BD"/>
                </a:solidFill>
                <a:latin typeface="Noto Sans SC DemiLight"/>
                <a:ea typeface="Noto Sans SC DemiLight"/>
                <a:cs typeface="GC 16 Mono" pitchFamily="34" charset="-120"/>
              </a:rPr>
              <a:t>1次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160,000</a:t>
            </a:r>
          </a:p>
        </p:txBody>
      </p:sp>
      <p:sp>
        <p:nvSpPr>
          <p:cNvPr id="211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8226552" y="12535199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CN" sz="1200" dirty="0">
                <a:solidFill>
                  <a:srgbClr val="2498BD"/>
                </a:solidFill>
                <a:latin typeface="Noto Sans SC DemiLight"/>
                <a:ea typeface="Noto Sans SC DemiLight"/>
                <a:cs typeface="GC 16 Mono" pitchFamily="34" charset="-120"/>
              </a:rPr>
              <a:t>5次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500,000</a:t>
            </a:r>
          </a:p>
        </p:txBody>
      </p:sp>
      <p:sp>
        <p:nvSpPr>
          <p:cNvPr id="212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12819599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13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12830399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CN" sz="1400" dirty="0">
                <a:solidFill>
                  <a:srgbClr val="555555"/>
                </a:solidFill>
                <a:latin typeface="Noto Sans SC Medium"/>
                <a:ea typeface="Noto Sans SC Medium"/>
                <a:cs typeface="Arial" pitchFamily="34" charset="-120"/>
              </a:rPr>
              <a:t>全背</a:t>
            </a:r>
            <a:endParaRPr lang="ko-KR" altLang="en-US" sz="1400" dirty="0">
              <a:solidFill>
                <a:srgbClr val="555555"/>
              </a:solidFill>
              <a:latin typeface="신세계 Medium" panose="02000300000000000000" pitchFamily="50" charset="-127"/>
              <a:ea typeface="신세계 Medium" panose="02000300000000000000" pitchFamily="50" charset="-127"/>
              <a:cs typeface="Arial" pitchFamily="34" charset="-120"/>
            </a:endParaRPr>
          </a:p>
        </p:txBody>
      </p:sp>
      <p:sp>
        <p:nvSpPr>
          <p:cNvPr id="214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600599" y="12887999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CN" sz="1200" dirty="0">
                <a:solidFill>
                  <a:srgbClr val="2498BD"/>
                </a:solidFill>
                <a:latin typeface="Noto Sans SC DemiLight"/>
                <a:ea typeface="Noto Sans SC DemiLight"/>
                <a:cs typeface="GC 16 Mono" pitchFamily="34" charset="-120"/>
              </a:rPr>
              <a:t>1次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250,000</a:t>
            </a:r>
          </a:p>
        </p:txBody>
      </p:sp>
      <p:sp>
        <p:nvSpPr>
          <p:cNvPr id="215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8226552" y="12887999"/>
            <a:ext cx="107289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CN" sz="1200" dirty="0">
                <a:solidFill>
                  <a:srgbClr val="2498BD"/>
                </a:solidFill>
                <a:latin typeface="Noto Sans SC DemiLight"/>
                <a:ea typeface="Noto Sans SC DemiLight"/>
                <a:cs typeface="GC 16 Mono" pitchFamily="34" charset="-120"/>
              </a:rPr>
              <a:t>5次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750,000</a:t>
            </a:r>
          </a:p>
        </p:txBody>
      </p:sp>
      <p:sp>
        <p:nvSpPr>
          <p:cNvPr id="216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13172399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그림 35">
            <a:extLst>
              <a:ext uri="{FF2B5EF4-FFF2-40B4-BE49-F238E27FC236}">
                <a16:creationId xmlns:a16="http://schemas.microsoft.com/office/drawing/2014/main" id="{F374F5D5-A62C-4439-C792-C9D88D3047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3268" y="5174312"/>
            <a:ext cx="1830633" cy="1044119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</p:pic>
      <p:sp>
        <p:nvSpPr>
          <p:cNvPr id="54" name="Text 3">
            <a:extLst>
              <a:ext uri="{FF2B5EF4-FFF2-40B4-BE49-F238E27FC236}">
                <a16:creationId xmlns:a16="http://schemas.microsoft.com/office/drawing/2014/main" id="{70B1DE5D-40DB-EE22-ECCD-C0972A197244}"/>
              </a:ext>
            </a:extLst>
          </p:cNvPr>
          <p:cNvSpPr/>
          <p:nvPr/>
        </p:nvSpPr>
        <p:spPr>
          <a:xfrm>
            <a:off x="-514350" y="868094"/>
            <a:ext cx="11315700" cy="2013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050" kern="0" spc="168" dirty="0">
                <a:solidFill>
                  <a:srgbClr val="C99A1F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SKIN BOOSTER</a:t>
            </a:r>
            <a:endParaRPr lang="en-US" sz="105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56" name="Text 4">
            <a:extLst>
              <a:ext uri="{FF2B5EF4-FFF2-40B4-BE49-F238E27FC236}">
                <a16:creationId xmlns:a16="http://schemas.microsoft.com/office/drawing/2014/main" id="{2A98A99F-80A2-D258-DB15-5DF5F5E994F0}"/>
              </a:ext>
            </a:extLst>
          </p:cNvPr>
          <p:cNvSpPr/>
          <p:nvPr/>
        </p:nvSpPr>
        <p:spPr>
          <a:xfrm>
            <a:off x="-514350" y="1069437"/>
            <a:ext cx="11315700" cy="4735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zh-CN" sz="3150" b="1" kern="0" spc="-63" dirty="0">
                <a:solidFill>
                  <a:srgbClr val="2498BD"/>
                </a:solidFill>
                <a:latin typeface="Noto Sans SC DemiLight"/>
                <a:ea typeface="Noto Sans SC DemiLight"/>
                <a:cs typeface="Sinsegye" pitchFamily="34" charset="-120"/>
              </a:rPr>
              <a:t>水光针</a:t>
            </a:r>
            <a:endParaRPr lang="en-US" sz="315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58" name="Text 5">
            <a:extLst>
              <a:ext uri="{FF2B5EF4-FFF2-40B4-BE49-F238E27FC236}">
                <a16:creationId xmlns:a16="http://schemas.microsoft.com/office/drawing/2014/main" id="{3F9F0950-79CD-71D1-D16C-D4F9BB36487D}"/>
              </a:ext>
            </a:extLst>
          </p:cNvPr>
          <p:cNvSpPr/>
          <p:nvPr/>
        </p:nvSpPr>
        <p:spPr>
          <a:xfrm>
            <a:off x="-514350" y="1542923"/>
            <a:ext cx="113157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/>
            <a:r>
              <a:rPr lang="zh-CN" sz="1069" dirty="0">
                <a:solidFill>
                  <a:srgbClr val="6E6E6E"/>
                </a:solidFill>
                <a:latin typeface="Noto Sans SC DemiLight"/>
                <a:ea typeface="Noto Sans SC DemiLight"/>
                <a:cs typeface="Arial" pitchFamily="34" charset="-120"/>
              </a:rPr>
              <a:t>修复再生 · 胶原蛋白/填充丰盈 · ECM · 紧致弹性/补水</a:t>
            </a:r>
            <a:endParaRPr lang="en-US" sz="1275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pic>
        <p:nvPicPr>
          <p:cNvPr id="183" name="그림 182">
            <a:extLst>
              <a:ext uri="{FF2B5EF4-FFF2-40B4-BE49-F238E27FC236}">
                <a16:creationId xmlns:a16="http://schemas.microsoft.com/office/drawing/2014/main" id="{05C60A78-E929-024F-11CE-12017848EF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9520" y="11470631"/>
            <a:ext cx="1837632" cy="1048111"/>
          </a:xfrm>
          <a:prstGeom prst="rect">
            <a:avLst/>
          </a:prstGeom>
          <a:ln w="12700">
            <a:solidFill>
              <a:schemeClr val="bg1">
                <a:lumMod val="95000"/>
              </a:schemeClr>
            </a:solidFill>
          </a:ln>
        </p:spPr>
      </p:pic>
      <p:sp>
        <p:nvSpPr>
          <p:cNvPr id="11" name="Text 8"/>
          <p:cNvSpPr/>
          <p:nvPr/>
        </p:nvSpPr>
        <p:spPr>
          <a:xfrm>
            <a:off x="927339" y="2959124"/>
            <a:ext cx="9275470" cy="242333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10000"/>
          </a:bodyPr>
          <a:lstStyle/>
          <a:p>
            <a:r>
              <a:rPr lang="zh-CN" sz="1122" b="1" dirty="0">
                <a:solidFill>
                  <a:srgbClr val="1A1A1A"/>
                </a:solidFill>
                <a:latin typeface="Noto Sans SC DemiLight"/>
                <a:ea typeface="Noto Sans SC DemiLight"/>
                <a:cs typeface="Sinsegye" pitchFamily="34" charset="-120"/>
              </a:rPr>
              <a:t>修复再生</a:t>
            </a:r>
            <a:endParaRPr lang="en-US" altLang="ko-KR" sz="1556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32AB248D-F131-E8F2-0733-C64244F22B3D}"/>
              </a:ext>
            </a:extLst>
          </p:cNvPr>
          <p:cNvGrpSpPr/>
          <p:nvPr/>
        </p:nvGrpSpPr>
        <p:grpSpPr>
          <a:xfrm>
            <a:off x="927338" y="3369812"/>
            <a:ext cx="2175436" cy="1554999"/>
            <a:chOff x="927338" y="3292929"/>
            <a:chExt cx="2175436" cy="1554999"/>
          </a:xfrm>
        </p:grpSpPr>
        <p:sp>
          <p:nvSpPr>
            <p:cNvPr id="12" name="Text 9"/>
            <p:cNvSpPr/>
            <p:nvPr/>
          </p:nvSpPr>
          <p:spPr>
            <a:xfrm>
              <a:off x="927338" y="4422876"/>
              <a:ext cx="2175436" cy="192223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 fontScale="92500" lnSpcReduction="20000"/>
            </a:bodyPr>
            <a:lstStyle/>
            <a:p>
              <a:r>
                <a:rPr lang="zh-CN" sz="1183" b="1" dirty="0">
                  <a:solidFill>
                    <a:srgbClr val="1A1A1A"/>
                  </a:solidFill>
                  <a:latin typeface="Noto Sans SC DemiLight"/>
                  <a:ea typeface="Noto Sans SC DemiLight"/>
                  <a:cs typeface="Sinsegye" pitchFamily="34" charset="-120"/>
                </a:rPr>
                <a:t>丽珠兰 黑盒</a:t>
              </a:r>
              <a:endParaRPr lang="en-US" sz="1183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13" name="Text 10"/>
            <p:cNvSpPr/>
            <p:nvPr/>
          </p:nvSpPr>
          <p:spPr>
            <a:xfrm>
              <a:off x="927338" y="4638766"/>
              <a:ext cx="2175436" cy="209162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 fontScale="92500" lnSpcReduction="10000"/>
            </a:bodyPr>
            <a:lstStyle/>
            <a:p>
              <a:pPr>
                <a:lnSpc>
                  <a:spcPct val="131104"/>
                </a:lnSpc>
              </a:pPr>
              <a:r>
                <a:rPr lang="zh-CN" sz="965" dirty="0">
                  <a:solidFill>
                    <a:srgbClr val="555555"/>
                  </a:solidFill>
                  <a:latin typeface="Noto Sans SC DemiLight"/>
                  <a:ea typeface="Noto Sans SC DemiLight"/>
                  <a:cs typeface="Sinsegye" pitchFamily="34" charset="-120"/>
                </a:rPr>
                <a:t>三文鱼提取 PN — 强化皮肤屏障</a:t>
              </a:r>
              <a:endParaRPr lang="en-US" sz="965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A5BF1024-D103-4CF7-087A-3BC9F0A918A1}"/>
                </a:ext>
              </a:extLst>
            </p:cNvPr>
            <p:cNvSpPr/>
            <p:nvPr/>
          </p:nvSpPr>
          <p:spPr>
            <a:xfrm>
              <a:off x="927339" y="3292929"/>
              <a:ext cx="1837632" cy="1040862"/>
            </a:xfrm>
            <a:prstGeom prst="rect">
              <a:avLst/>
            </a:prstGeom>
            <a:blipFill dpi="0"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0629E457-9CAC-078C-E409-E48937729BBD}"/>
              </a:ext>
            </a:extLst>
          </p:cNvPr>
          <p:cNvGrpSpPr/>
          <p:nvPr/>
        </p:nvGrpSpPr>
        <p:grpSpPr>
          <a:xfrm>
            <a:off x="927338" y="5174312"/>
            <a:ext cx="2193623" cy="1554999"/>
            <a:chOff x="5212202" y="3292929"/>
            <a:chExt cx="2193623" cy="1554999"/>
          </a:xfrm>
        </p:grpSpPr>
        <p:sp>
          <p:nvSpPr>
            <p:cNvPr id="16" name="Text 13"/>
            <p:cNvSpPr/>
            <p:nvPr/>
          </p:nvSpPr>
          <p:spPr>
            <a:xfrm>
              <a:off x="5230389" y="4422876"/>
              <a:ext cx="2175436" cy="192223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 fontScale="92500" lnSpcReduction="20000"/>
            </a:bodyPr>
            <a:lstStyle/>
            <a:p>
              <a:r>
                <a:rPr lang="zh-CN" sz="1183" b="1" dirty="0">
                  <a:solidFill>
                    <a:srgbClr val="1A1A1A"/>
                  </a:solidFill>
                  <a:latin typeface="Noto Sans SC DemiLight"/>
                  <a:ea typeface="Noto Sans SC DemiLight"/>
                  <a:cs typeface="Sinsegye" pitchFamily="34" charset="-120"/>
                </a:rPr>
                <a:t>丽珠兰 白盒</a:t>
              </a:r>
              <a:endParaRPr lang="en-US" sz="1183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17" name="Text 14"/>
            <p:cNvSpPr/>
            <p:nvPr/>
          </p:nvSpPr>
          <p:spPr>
            <a:xfrm>
              <a:off x="5230389" y="4638766"/>
              <a:ext cx="2175436" cy="209162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 fontScale="92500" lnSpcReduction="10000"/>
            </a:bodyPr>
            <a:lstStyle/>
            <a:p>
              <a:pPr>
                <a:lnSpc>
                  <a:spcPct val="131104"/>
                </a:lnSpc>
              </a:pPr>
              <a:r>
                <a:rPr lang="zh-CN" sz="916" dirty="0">
                  <a:solidFill>
                    <a:srgbClr val="555555"/>
                  </a:solidFill>
                  <a:latin typeface="Noto Sans SC DemiLight"/>
                  <a:ea typeface="Noto Sans SC DemiLight"/>
                  <a:cs typeface="Sinsegye" pitchFamily="34" charset="-120"/>
                </a:rPr>
                <a:t>眼部专用 · 淡化眼周细纹</a:t>
              </a:r>
              <a:endParaRPr lang="en-US" sz="965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91A01021-BD47-EBD4-6847-95ED29822700}"/>
                </a:ext>
              </a:extLst>
            </p:cNvPr>
            <p:cNvSpPr/>
            <p:nvPr/>
          </p:nvSpPr>
          <p:spPr>
            <a:xfrm>
              <a:off x="5212202" y="3292929"/>
              <a:ext cx="1837632" cy="1040862"/>
            </a:xfrm>
            <a:prstGeom prst="rect">
              <a:avLst/>
            </a:prstGeom>
            <a:blipFill dpi="0" rotWithShape="1"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0E6322D0-35FD-9B7B-82C4-C23F485DD1F6}"/>
              </a:ext>
            </a:extLst>
          </p:cNvPr>
          <p:cNvGrpSpPr/>
          <p:nvPr/>
        </p:nvGrpSpPr>
        <p:grpSpPr>
          <a:xfrm>
            <a:off x="3069771" y="3369812"/>
            <a:ext cx="2184529" cy="1732541"/>
            <a:chOff x="3069771" y="3292929"/>
            <a:chExt cx="2184529" cy="1732541"/>
          </a:xfrm>
        </p:grpSpPr>
        <p:sp>
          <p:nvSpPr>
            <p:cNvPr id="14" name="Text 11"/>
            <p:cNvSpPr/>
            <p:nvPr/>
          </p:nvSpPr>
          <p:spPr>
            <a:xfrm>
              <a:off x="3078864" y="4422876"/>
              <a:ext cx="2175436" cy="192223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 fontScale="92500" lnSpcReduction="20000"/>
            </a:bodyPr>
            <a:lstStyle/>
            <a:p>
              <a:r>
                <a:rPr lang="zh-CN" sz="1183" b="1" dirty="0">
                  <a:solidFill>
                    <a:srgbClr val="1A1A1A"/>
                  </a:solidFill>
                  <a:latin typeface="Noto Sans SC DemiLight"/>
                  <a:ea typeface="Noto Sans SC DemiLight"/>
                  <a:cs typeface="Sinsegye" pitchFamily="34" charset="-120"/>
                </a:rPr>
                <a:t>丽珠兰 红盒</a:t>
              </a:r>
              <a:endParaRPr lang="en-US" sz="1183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15" name="Text 12"/>
            <p:cNvSpPr/>
            <p:nvPr/>
          </p:nvSpPr>
          <p:spPr>
            <a:xfrm>
              <a:off x="3078864" y="4638766"/>
              <a:ext cx="2040907" cy="386704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 fontScale="92500"/>
            </a:bodyPr>
            <a:lstStyle/>
            <a:p>
              <a:pPr>
                <a:lnSpc>
                  <a:spcPct val="131104"/>
                </a:lnSpc>
              </a:pPr>
              <a:r>
                <a:rPr lang="zh-CN" sz="965" dirty="0">
                  <a:solidFill>
                    <a:srgbClr val="555555"/>
                  </a:solidFill>
                  <a:latin typeface="Noto Sans SC DemiLight"/>
                  <a:ea typeface="Noto Sans SC DemiLight"/>
                  <a:cs typeface="Sinsegye" pitchFamily="34" charset="-120"/>
                </a:rPr>
                <a:t>低痛感 · 含透明质酸兼顾保湿</a:t>
              </a:r>
              <a:endParaRPr lang="en-US" sz="965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5F669CEB-1944-DA80-6059-C5088AE6DDA2}"/>
                </a:ext>
              </a:extLst>
            </p:cNvPr>
            <p:cNvSpPr/>
            <p:nvPr/>
          </p:nvSpPr>
          <p:spPr>
            <a:xfrm>
              <a:off x="3069771" y="3292929"/>
              <a:ext cx="1837632" cy="1040862"/>
            </a:xfrm>
            <a:prstGeom prst="rect">
              <a:avLst/>
            </a:prstGeom>
            <a:blipFill dpi="0" rotWithShape="1"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2896F72D-9F51-4BEA-799D-655D1545DD4F}"/>
              </a:ext>
            </a:extLst>
          </p:cNvPr>
          <p:cNvGrpSpPr/>
          <p:nvPr/>
        </p:nvGrpSpPr>
        <p:grpSpPr>
          <a:xfrm>
            <a:off x="927338" y="9675648"/>
            <a:ext cx="2202716" cy="1685006"/>
            <a:chOff x="7354635" y="3300108"/>
            <a:chExt cx="2202716" cy="1685006"/>
          </a:xfrm>
        </p:grpSpPr>
        <p:sp>
          <p:nvSpPr>
            <p:cNvPr id="22" name="Text 19"/>
            <p:cNvSpPr/>
            <p:nvPr/>
          </p:nvSpPr>
          <p:spPr>
            <a:xfrm>
              <a:off x="7381915" y="4422876"/>
              <a:ext cx="2175436" cy="192223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 fontScale="92500" lnSpcReduction="20000"/>
            </a:bodyPr>
            <a:lstStyle/>
            <a:p>
              <a:r>
                <a:rPr lang="zh-CN" sz="1183" b="1">
                  <a:solidFill>
                    <a:srgbClr val="1A1A1A"/>
                  </a:solidFill>
                  <a:latin typeface="Noto Sans SC DemiLight"/>
                  <a:ea typeface="Noto Sans SC DemiLight"/>
                  <a:cs typeface="Sinsegye" pitchFamily="34" charset="-120"/>
                </a:rPr>
                <a:t xml:space="preserve">Olidia </a:t>
              </a:r>
              <a:r>
                <a:rPr lang="en-US" sz="934">
                  <a:solidFill>
                    <a:srgbClr val="6E6E6E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Sinsegye" pitchFamily="34" charset="-120"/>
                </a:rPr>
                <a:t>120 · 365</a:t>
              </a:r>
              <a:endParaRPr lang="en-US" sz="1183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23" name="Text 20"/>
            <p:cNvSpPr/>
            <p:nvPr/>
          </p:nvSpPr>
          <p:spPr>
            <a:xfrm>
              <a:off x="7381915" y="4598410"/>
              <a:ext cx="2040907" cy="386704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 fontScale="92500" lnSpcReduction="10000"/>
            </a:bodyPr>
            <a:lstStyle/>
            <a:p>
              <a:pPr>
                <a:lnSpc>
                  <a:spcPct val="131104"/>
                </a:lnSpc>
              </a:pPr>
              <a:r>
                <a:rPr lang="zh-CN" sz="828">
                  <a:solidFill>
                    <a:srgbClr val="555555"/>
                  </a:solidFill>
                  <a:latin typeface="Noto Sans SC DemiLight"/>
                  <a:ea typeface="Noto Sans SC DemiLight"/>
                  <a:cs typeface="Sinsegye" pitchFamily="34" charset="-120"/>
                </a:rPr>
                <a:t xml:space="preserve">PLLA（左旋聚乳酸）— 刺激成纤维细胞， </a:t>
              </a:r>
            </a:p>
            <a:p>
              <a:pPr>
                <a:lnSpc>
                  <a:spcPct val="131104"/>
                </a:lnSpc>
              </a:pPr>
              <a:r>
                <a:rPr lang="zh-CN" sz="828">
                  <a:solidFill>
                    <a:srgbClr val="555555"/>
                  </a:solidFill>
                  <a:latin typeface="Noto Sans SC DemiLight"/>
                  <a:ea typeface="Noto Sans SC DemiLight"/>
                  <a:cs typeface="Sinsegye" pitchFamily="34" charset="-120"/>
                </a:rPr>
                <a:t>诱导胶原蛋白生成</a:t>
              </a:r>
              <a:endParaRPr lang="en-US" sz="965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65" name="직사각형 64">
              <a:extLst>
                <a:ext uri="{FF2B5EF4-FFF2-40B4-BE49-F238E27FC236}">
                  <a16:creationId xmlns:a16="http://schemas.microsoft.com/office/drawing/2014/main" id="{DFCC2E1F-378F-2FA4-C71B-961B07F06797}"/>
                </a:ext>
              </a:extLst>
            </p:cNvPr>
            <p:cNvSpPr/>
            <p:nvPr/>
          </p:nvSpPr>
          <p:spPr>
            <a:xfrm>
              <a:off x="7354635" y="3300108"/>
              <a:ext cx="1837632" cy="1040862"/>
            </a:xfrm>
            <a:prstGeom prst="rect">
              <a:avLst/>
            </a:prstGeom>
            <a:blipFill dpi="0" rotWithShape="1"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50A7581D-D363-162D-470A-28A79D76B2D1}"/>
              </a:ext>
            </a:extLst>
          </p:cNvPr>
          <p:cNvGrpSpPr/>
          <p:nvPr/>
        </p:nvGrpSpPr>
        <p:grpSpPr>
          <a:xfrm>
            <a:off x="3078864" y="9675648"/>
            <a:ext cx="2193623" cy="1733009"/>
            <a:chOff x="5212202" y="5104272"/>
            <a:chExt cx="2193623" cy="1733009"/>
          </a:xfrm>
        </p:grpSpPr>
        <p:sp>
          <p:nvSpPr>
            <p:cNvPr id="24" name="Text 21"/>
            <p:cNvSpPr/>
            <p:nvPr/>
          </p:nvSpPr>
          <p:spPr>
            <a:xfrm>
              <a:off x="5230389" y="6234687"/>
              <a:ext cx="2175436" cy="192223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 fontScale="92500" lnSpcReduction="20000"/>
            </a:bodyPr>
            <a:lstStyle/>
            <a:p>
              <a:r>
                <a:rPr lang="zh-CN" sz="887" b="1">
                  <a:solidFill>
                    <a:srgbClr val="1A1A1A"/>
                  </a:solidFill>
                  <a:latin typeface="Noto Sans SC DemiLight"/>
                  <a:ea typeface="Noto Sans SC DemiLight"/>
                  <a:cs typeface="Sinsegye" pitchFamily="34" charset="-120"/>
                </a:rPr>
                <a:t>瑞得喜 Radiesse</a:t>
              </a:r>
              <a:endParaRPr lang="en-US" sz="1183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25" name="Text 22"/>
            <p:cNvSpPr/>
            <p:nvPr/>
          </p:nvSpPr>
          <p:spPr>
            <a:xfrm>
              <a:off x="5230390" y="6450577"/>
              <a:ext cx="2040907" cy="386704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 fontScale="92500" lnSpcReduction="10000"/>
            </a:bodyPr>
            <a:lstStyle/>
            <a:p>
              <a:pPr>
                <a:lnSpc>
                  <a:spcPct val="131104"/>
                </a:lnSpc>
              </a:pPr>
              <a:r>
                <a:rPr lang="zh-CN" sz="894">
                  <a:solidFill>
                    <a:srgbClr val="555555"/>
                  </a:solidFill>
                  <a:latin typeface="Noto Sans SC DemiLight"/>
                  <a:ea typeface="Noto Sans SC DemiLight"/>
                  <a:cs typeface="Sinsegye" pitchFamily="34" charset="-120"/>
                </a:rPr>
                <a:t xml:space="preserve">CaHA（羟基磷灰石钙）— 即刻丰盈与 </a:t>
              </a:r>
            </a:p>
            <a:p>
              <a:pPr>
                <a:lnSpc>
                  <a:spcPct val="131104"/>
                </a:lnSpc>
              </a:pPr>
              <a:r>
                <a:rPr lang="zh-CN" sz="894">
                  <a:solidFill>
                    <a:srgbClr val="555555"/>
                  </a:solidFill>
                  <a:latin typeface="Noto Sans SC DemiLight"/>
                  <a:ea typeface="Noto Sans SC DemiLight"/>
                  <a:cs typeface="Sinsegye" pitchFamily="34" charset="-120"/>
                </a:rPr>
                <a:t>持久弹性</a:t>
              </a:r>
              <a:endParaRPr lang="en-US" sz="965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71" name="직사각형 70">
              <a:extLst>
                <a:ext uri="{FF2B5EF4-FFF2-40B4-BE49-F238E27FC236}">
                  <a16:creationId xmlns:a16="http://schemas.microsoft.com/office/drawing/2014/main" id="{F25357A3-24F0-10F9-3F57-01C1A0F34EAE}"/>
                </a:ext>
              </a:extLst>
            </p:cNvPr>
            <p:cNvSpPr/>
            <p:nvPr/>
          </p:nvSpPr>
          <p:spPr>
            <a:xfrm>
              <a:off x="5212202" y="5104272"/>
              <a:ext cx="1837632" cy="1040862"/>
            </a:xfrm>
            <a:prstGeom prst="rect">
              <a:avLst/>
            </a:prstGeom>
            <a:blipFill dpi="0" rotWithShape="1"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54C190F9-BDA6-D466-EC6D-0E6D9D573C8B}"/>
              </a:ext>
            </a:extLst>
          </p:cNvPr>
          <p:cNvGrpSpPr/>
          <p:nvPr/>
        </p:nvGrpSpPr>
        <p:grpSpPr>
          <a:xfrm>
            <a:off x="927338" y="7871484"/>
            <a:ext cx="2175437" cy="1562646"/>
            <a:chOff x="927338" y="5097093"/>
            <a:chExt cx="2175437" cy="1562646"/>
          </a:xfrm>
        </p:grpSpPr>
        <p:sp>
          <p:nvSpPr>
            <p:cNvPr id="50" name="Text 15">
              <a:extLst>
                <a:ext uri="{FF2B5EF4-FFF2-40B4-BE49-F238E27FC236}">
                  <a16:creationId xmlns:a16="http://schemas.microsoft.com/office/drawing/2014/main" id="{B267F8B4-B4A0-BF67-6F01-F232C05EFE80}"/>
                </a:ext>
              </a:extLst>
            </p:cNvPr>
            <p:cNvSpPr/>
            <p:nvPr/>
          </p:nvSpPr>
          <p:spPr>
            <a:xfrm>
              <a:off x="927339" y="6234687"/>
              <a:ext cx="2175436" cy="192223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 fontScale="92500" lnSpcReduction="20000"/>
            </a:bodyPr>
            <a:lstStyle/>
            <a:p>
              <a:r>
                <a:rPr lang="zh-CN" sz="1027" b="1">
                  <a:solidFill>
                    <a:srgbClr val="1A1A1A"/>
                  </a:solidFill>
                  <a:latin typeface="Noto Sans SC DemiLight"/>
                  <a:ea typeface="Noto Sans SC DemiLight"/>
                  <a:cs typeface="Sinsegye" pitchFamily="34" charset="-120"/>
                </a:rPr>
                <a:t>乔雅露 蓝瓶水光</a:t>
              </a:r>
              <a:endParaRPr lang="en-US" sz="1183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51" name="Text 16">
              <a:extLst>
                <a:ext uri="{FF2B5EF4-FFF2-40B4-BE49-F238E27FC236}">
                  <a16:creationId xmlns:a16="http://schemas.microsoft.com/office/drawing/2014/main" id="{1B32C0F2-7B72-51EC-8E75-6BE570894F8E}"/>
                </a:ext>
              </a:extLst>
            </p:cNvPr>
            <p:cNvSpPr/>
            <p:nvPr/>
          </p:nvSpPr>
          <p:spPr>
            <a:xfrm>
              <a:off x="927339" y="6450577"/>
              <a:ext cx="2175436" cy="209162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 fontScale="92500" lnSpcReduction="10000"/>
            </a:bodyPr>
            <a:lstStyle/>
            <a:p>
              <a:pPr>
                <a:lnSpc>
                  <a:spcPct val="131104"/>
                </a:lnSpc>
              </a:pPr>
              <a:r>
                <a:rPr lang="zh-CN" sz="826">
                  <a:solidFill>
                    <a:srgbClr val="555555"/>
                  </a:solidFill>
                  <a:latin typeface="Noto Sans SC DemiLight"/>
                  <a:ea typeface="Noto Sans SC DemiLight"/>
                  <a:cs typeface="Sinsegye" pitchFamily="34" charset="-120"/>
                </a:rPr>
                <a:t>PDLLA（聚双旋乳酸）— 改善肤质 · 收缩毛孔</a:t>
              </a:r>
              <a:endParaRPr lang="en-US" sz="965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0730483F-ED13-E0B0-94A9-17B6EBC20138}"/>
                </a:ext>
              </a:extLst>
            </p:cNvPr>
            <p:cNvSpPr/>
            <p:nvPr/>
          </p:nvSpPr>
          <p:spPr>
            <a:xfrm>
              <a:off x="927338" y="5097093"/>
              <a:ext cx="1837632" cy="1040862"/>
            </a:xfrm>
            <a:prstGeom prst="rect">
              <a:avLst/>
            </a:prstGeom>
            <a:blipFill dpi="0"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50AAF7C7-7E88-959E-4B8F-1097235CB6AD}"/>
              </a:ext>
            </a:extLst>
          </p:cNvPr>
          <p:cNvGrpSpPr/>
          <p:nvPr/>
        </p:nvGrpSpPr>
        <p:grpSpPr>
          <a:xfrm>
            <a:off x="3069770" y="7871484"/>
            <a:ext cx="2184529" cy="1740188"/>
            <a:chOff x="3069770" y="5097093"/>
            <a:chExt cx="2184529" cy="1740188"/>
          </a:xfrm>
        </p:grpSpPr>
        <p:sp>
          <p:nvSpPr>
            <p:cNvPr id="55" name="Text 17">
              <a:extLst>
                <a:ext uri="{FF2B5EF4-FFF2-40B4-BE49-F238E27FC236}">
                  <a16:creationId xmlns:a16="http://schemas.microsoft.com/office/drawing/2014/main" id="{B0BECB8D-00BB-52AA-0DCE-4B70AE925F25}"/>
                </a:ext>
              </a:extLst>
            </p:cNvPr>
            <p:cNvSpPr/>
            <p:nvPr/>
          </p:nvSpPr>
          <p:spPr>
            <a:xfrm>
              <a:off x="3078863" y="6234687"/>
              <a:ext cx="2175436" cy="192223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 fontScale="92500" lnSpcReduction="20000"/>
            </a:bodyPr>
            <a:lstStyle/>
            <a:p>
              <a:r>
                <a:rPr lang="zh-CN" sz="1027" b="1">
                  <a:solidFill>
                    <a:srgbClr val="1A1A1A"/>
                  </a:solidFill>
                  <a:latin typeface="Noto Sans SC DemiLight"/>
                  <a:ea typeface="Noto Sans SC DemiLight"/>
                  <a:cs typeface="Sinsegye" pitchFamily="34" charset="-120"/>
                </a:rPr>
                <a:t>乔雅露 黑瓶丰盈</a:t>
              </a:r>
              <a:endParaRPr lang="en-US" sz="1183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57" name="Text 18">
              <a:extLst>
                <a:ext uri="{FF2B5EF4-FFF2-40B4-BE49-F238E27FC236}">
                  <a16:creationId xmlns:a16="http://schemas.microsoft.com/office/drawing/2014/main" id="{37C54209-7E29-29E8-2B1C-C7DFCD7E6D68}"/>
                </a:ext>
              </a:extLst>
            </p:cNvPr>
            <p:cNvSpPr/>
            <p:nvPr/>
          </p:nvSpPr>
          <p:spPr>
            <a:xfrm>
              <a:off x="3078863" y="6450577"/>
              <a:ext cx="2040907" cy="386704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 fontScale="92500" lnSpcReduction="10000"/>
            </a:bodyPr>
            <a:lstStyle/>
            <a:p>
              <a:pPr>
                <a:lnSpc>
                  <a:spcPct val="131104"/>
                </a:lnSpc>
              </a:pPr>
              <a:r>
                <a:rPr lang="zh-CN" sz="965">
                  <a:solidFill>
                    <a:srgbClr val="555555"/>
                  </a:solidFill>
                  <a:latin typeface="Noto Sans SC DemiLight"/>
                  <a:ea typeface="Noto Sans SC DemiLight"/>
                  <a:cs typeface="Sinsegye" pitchFamily="34" charset="-120"/>
                </a:rPr>
                <a:t xml:space="preserve">打造优雅轮廓的 </a:t>
              </a:r>
            </a:p>
            <a:p>
              <a:pPr>
                <a:lnSpc>
                  <a:spcPct val="131104"/>
                </a:lnSpc>
              </a:pPr>
              <a:r>
                <a:rPr lang="zh-CN" sz="965">
                  <a:solidFill>
                    <a:srgbClr val="555555"/>
                  </a:solidFill>
                  <a:latin typeface="Noto Sans SC DemiLight"/>
                  <a:ea typeface="Noto Sans SC DemiLight"/>
                  <a:cs typeface="Sinsegye" pitchFamily="34" charset="-120"/>
                </a:rPr>
                <a:t>胶原蛋白针</a:t>
              </a:r>
              <a:endParaRPr lang="en-US" sz="965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3B2E1963-D386-0B1D-1573-EC480B2F2AFA}"/>
                </a:ext>
              </a:extLst>
            </p:cNvPr>
            <p:cNvSpPr/>
            <p:nvPr/>
          </p:nvSpPr>
          <p:spPr>
            <a:xfrm>
              <a:off x="3069770" y="5097093"/>
              <a:ext cx="1837632" cy="1040862"/>
            </a:xfrm>
            <a:prstGeom prst="rect">
              <a:avLst/>
            </a:prstGeom>
            <a:blipFill dpi="0" rotWithShape="1"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9" name="Text 26"/>
          <p:cNvSpPr/>
          <p:nvPr/>
        </p:nvSpPr>
        <p:spPr>
          <a:xfrm>
            <a:off x="927339" y="7460460"/>
            <a:ext cx="2904432" cy="222257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85000" lnSpcReduction="20000"/>
          </a:bodyPr>
          <a:lstStyle/>
          <a:p>
            <a:r>
              <a:rPr lang="zh-CN" sz="1298" b="1" dirty="0">
                <a:solidFill>
                  <a:srgbClr val="1A1A1A"/>
                </a:solidFill>
                <a:latin typeface="Noto Sans SC DemiLight"/>
                <a:ea typeface="Noto Sans SC DemiLight"/>
                <a:cs typeface="Sinsegye" pitchFamily="34" charset="-120"/>
              </a:rPr>
              <a:t>胶原蛋白 / 填充丰盈</a:t>
            </a:r>
            <a:endParaRPr lang="en-US" sz="1556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322D1372-66B1-421E-EC60-58B7C0D34C44}"/>
              </a:ext>
            </a:extLst>
          </p:cNvPr>
          <p:cNvGrpSpPr/>
          <p:nvPr/>
        </p:nvGrpSpPr>
        <p:grpSpPr>
          <a:xfrm>
            <a:off x="5379520" y="3338169"/>
            <a:ext cx="2175436" cy="1732206"/>
            <a:chOff x="927338" y="5508117"/>
            <a:chExt cx="2175436" cy="1732206"/>
          </a:xfrm>
        </p:grpSpPr>
        <p:sp>
          <p:nvSpPr>
            <p:cNvPr id="30" name="Text 27"/>
            <p:cNvSpPr/>
            <p:nvPr/>
          </p:nvSpPr>
          <p:spPr>
            <a:xfrm>
              <a:off x="927338" y="6637729"/>
              <a:ext cx="2175436" cy="192223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 fontScale="92500" lnSpcReduction="20000"/>
            </a:bodyPr>
            <a:lstStyle/>
            <a:p>
              <a:r>
                <a:rPr lang="zh-CN" sz="1098" b="1" dirty="0">
                  <a:solidFill>
                    <a:srgbClr val="1A1A1A"/>
                  </a:solidFill>
                  <a:latin typeface="Noto Sans SC DemiLight"/>
                  <a:ea typeface="Noto Sans SC DemiLight"/>
                  <a:cs typeface="Sinsegye" pitchFamily="34" charset="-120"/>
                </a:rPr>
                <a:t>Celcore</a:t>
              </a:r>
              <a:endParaRPr lang="en-US" sz="1183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31" name="Text 28"/>
            <p:cNvSpPr/>
            <p:nvPr/>
          </p:nvSpPr>
          <p:spPr>
            <a:xfrm>
              <a:off x="927338" y="6853619"/>
              <a:ext cx="2040907" cy="386704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 fontScale="92500" lnSpcReduction="10000"/>
            </a:bodyPr>
            <a:lstStyle/>
            <a:p>
              <a:pPr>
                <a:lnSpc>
                  <a:spcPct val="131104"/>
                </a:lnSpc>
              </a:pPr>
              <a:r>
                <a:rPr lang="zh-CN" sz="852">
                  <a:solidFill>
                    <a:srgbClr val="555555"/>
                  </a:solidFill>
                  <a:latin typeface="Noto Sans SC DemiLight"/>
                  <a:ea typeface="Noto Sans SC DemiLight"/>
                  <a:cs typeface="Sinsegye" pitchFamily="34" charset="-120"/>
                </a:rPr>
                <a:t xml:space="preserve">基于 ECM（细胞外基质）— 皮肤结构性 </a:t>
              </a:r>
            </a:p>
            <a:p>
              <a:pPr>
                <a:lnSpc>
                  <a:spcPct val="131104"/>
                </a:lnSpc>
              </a:pPr>
              <a:r>
                <a:rPr lang="zh-CN" sz="852">
                  <a:solidFill>
                    <a:srgbClr val="555555"/>
                  </a:solidFill>
                  <a:latin typeface="Noto Sans SC DemiLight"/>
                  <a:ea typeface="Noto Sans SC DemiLight"/>
                  <a:cs typeface="Sinsegye" pitchFamily="34" charset="-120"/>
                </a:rPr>
                <a:t>再生与修复</a:t>
              </a:r>
              <a:endParaRPr lang="en-US" sz="965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75" name="직사각형 74">
              <a:extLst>
                <a:ext uri="{FF2B5EF4-FFF2-40B4-BE49-F238E27FC236}">
                  <a16:creationId xmlns:a16="http://schemas.microsoft.com/office/drawing/2014/main" id="{A2976A93-3C2E-C979-685E-253010963591}"/>
                </a:ext>
              </a:extLst>
            </p:cNvPr>
            <p:cNvSpPr/>
            <p:nvPr/>
          </p:nvSpPr>
          <p:spPr>
            <a:xfrm>
              <a:off x="927338" y="5508117"/>
              <a:ext cx="1837632" cy="1040862"/>
            </a:xfrm>
            <a:prstGeom prst="rect">
              <a:avLst/>
            </a:prstGeom>
            <a:blipFill dpi="0" rotWithShape="1">
              <a:blip r:embed="rId12"/>
              <a:srcRect/>
              <a:stretch>
                <a:fillRect/>
              </a:stretch>
            </a:blip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33A4B7FF-5B05-CC18-2AF5-6EE4C045689E}"/>
              </a:ext>
            </a:extLst>
          </p:cNvPr>
          <p:cNvGrpSpPr/>
          <p:nvPr/>
        </p:nvGrpSpPr>
        <p:grpSpPr>
          <a:xfrm>
            <a:off x="7521952" y="3338169"/>
            <a:ext cx="2184530" cy="1732206"/>
            <a:chOff x="3069770" y="5508117"/>
            <a:chExt cx="2184530" cy="1732206"/>
          </a:xfrm>
        </p:grpSpPr>
        <p:sp>
          <p:nvSpPr>
            <p:cNvPr id="32" name="Text 29"/>
            <p:cNvSpPr/>
            <p:nvPr/>
          </p:nvSpPr>
          <p:spPr>
            <a:xfrm>
              <a:off x="3078864" y="6637729"/>
              <a:ext cx="2175436" cy="192223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 fontScale="92500" lnSpcReduction="20000"/>
            </a:bodyPr>
            <a:lstStyle/>
            <a:p>
              <a:r>
                <a:rPr lang="zh-CN" sz="1183" b="1" dirty="0">
                  <a:solidFill>
                    <a:srgbClr val="1A1A1A"/>
                  </a:solidFill>
                  <a:latin typeface="Noto Sans SC DemiLight"/>
                  <a:ea typeface="Noto Sans SC DemiLight"/>
                  <a:cs typeface="Sinsegye" pitchFamily="34" charset="-120"/>
                </a:rPr>
                <a:t>艾拉薇 Re2O</a:t>
              </a:r>
              <a:endParaRPr lang="en-US" sz="1183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33" name="Text 30"/>
            <p:cNvSpPr/>
            <p:nvPr/>
          </p:nvSpPr>
          <p:spPr>
            <a:xfrm>
              <a:off x="3078864" y="6853619"/>
              <a:ext cx="2040907" cy="386704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 fontScale="92500" lnSpcReduction="10000"/>
            </a:bodyPr>
            <a:lstStyle/>
            <a:p>
              <a:pPr>
                <a:lnSpc>
                  <a:spcPct val="131104"/>
                </a:lnSpc>
              </a:pPr>
              <a:r>
                <a:rPr lang="zh-CN" sz="965" dirty="0">
                  <a:solidFill>
                    <a:srgbClr val="555555"/>
                  </a:solidFill>
                  <a:latin typeface="Noto Sans SC DemiLight"/>
                  <a:ea typeface="Noto Sans SC DemiLight"/>
                  <a:cs typeface="Sinsegye" pitchFamily="34" charset="-120"/>
                </a:rPr>
                <a:t xml:space="preserve">源自同种异体真皮 — 即刻肌肤 </a:t>
              </a:r>
            </a:p>
            <a:p>
              <a:pPr>
                <a:lnSpc>
                  <a:spcPct val="131104"/>
                </a:lnSpc>
              </a:pPr>
              <a:r>
                <a:rPr lang="zh-CN" sz="965" dirty="0">
                  <a:solidFill>
                    <a:srgbClr val="555555"/>
                  </a:solidFill>
                  <a:latin typeface="Noto Sans SC DemiLight"/>
                  <a:ea typeface="Noto Sans SC DemiLight"/>
                  <a:cs typeface="Sinsegye" pitchFamily="34" charset="-120"/>
                </a:rPr>
                <a:t>重塑</a:t>
              </a:r>
              <a:endParaRPr lang="en-US" sz="965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77" name="직사각형 76">
              <a:extLst>
                <a:ext uri="{FF2B5EF4-FFF2-40B4-BE49-F238E27FC236}">
                  <a16:creationId xmlns:a16="http://schemas.microsoft.com/office/drawing/2014/main" id="{6FAA6388-BBFB-432C-0BD8-E98CD8943AF2}"/>
                </a:ext>
              </a:extLst>
            </p:cNvPr>
            <p:cNvSpPr/>
            <p:nvPr/>
          </p:nvSpPr>
          <p:spPr>
            <a:xfrm>
              <a:off x="3069770" y="5508117"/>
              <a:ext cx="1837632" cy="1040862"/>
            </a:xfrm>
            <a:prstGeom prst="rect">
              <a:avLst/>
            </a:prstGeom>
            <a:blipFill dpi="0" rotWithShape="1"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2FC42B10-3699-9EEA-87F1-59402B3CC5BC}"/>
              </a:ext>
            </a:extLst>
          </p:cNvPr>
          <p:cNvGrpSpPr/>
          <p:nvPr/>
        </p:nvGrpSpPr>
        <p:grpSpPr>
          <a:xfrm>
            <a:off x="5379520" y="5174312"/>
            <a:ext cx="2193623" cy="1725027"/>
            <a:chOff x="5212202" y="5515296"/>
            <a:chExt cx="2193623" cy="1725027"/>
          </a:xfrm>
        </p:grpSpPr>
        <p:sp>
          <p:nvSpPr>
            <p:cNvPr id="34" name="Text 31"/>
            <p:cNvSpPr/>
            <p:nvPr/>
          </p:nvSpPr>
          <p:spPr>
            <a:xfrm>
              <a:off x="5230389" y="6637729"/>
              <a:ext cx="2175436" cy="192223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 fontScale="92500" lnSpcReduction="20000"/>
            </a:bodyPr>
            <a:lstStyle/>
            <a:p>
              <a:r>
                <a:rPr lang="zh-CN" sz="1183" b="1" dirty="0">
                  <a:solidFill>
                    <a:srgbClr val="1A1A1A"/>
                  </a:solidFill>
                  <a:latin typeface="Noto Sans SC DemiLight"/>
                  <a:ea typeface="Noto Sans SC DemiLight"/>
                  <a:cs typeface="Sinsegye" pitchFamily="34" charset="-120"/>
                </a:rPr>
                <a:t>艾拉薇 Re2O Fine</a:t>
              </a:r>
              <a:endParaRPr lang="en-US" sz="1183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35" name="Text 32"/>
            <p:cNvSpPr/>
            <p:nvPr/>
          </p:nvSpPr>
          <p:spPr>
            <a:xfrm>
              <a:off x="5230390" y="6853619"/>
              <a:ext cx="2040907" cy="386704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 fontScale="92500" lnSpcReduction="10000"/>
            </a:bodyPr>
            <a:lstStyle/>
            <a:p>
              <a:pPr>
                <a:lnSpc>
                  <a:spcPct val="131104"/>
                </a:lnSpc>
              </a:pPr>
              <a:r>
                <a:rPr lang="zh-CN" sz="965" dirty="0">
                  <a:solidFill>
                    <a:srgbClr val="555555"/>
                  </a:solidFill>
                  <a:latin typeface="Noto Sans SC DemiLight"/>
                  <a:ea typeface="Noto Sans SC DemiLight"/>
                  <a:cs typeface="Sinsegye" pitchFamily="34" charset="-120"/>
                </a:rPr>
                <a:t xml:space="preserve">专为精细部位设计的同种异体真皮 </a:t>
              </a:r>
            </a:p>
            <a:p>
              <a:pPr>
                <a:lnSpc>
                  <a:spcPct val="131104"/>
                </a:lnSpc>
              </a:pPr>
              <a:r>
                <a:rPr lang="zh-CN" sz="965" dirty="0">
                  <a:solidFill>
                    <a:srgbClr val="555555"/>
                  </a:solidFill>
                  <a:latin typeface="Noto Sans SC DemiLight"/>
                  <a:ea typeface="Noto Sans SC DemiLight"/>
                  <a:cs typeface="Sinsegye" pitchFamily="34" charset="-120"/>
                </a:rPr>
                <a:t>水光针</a:t>
              </a:r>
              <a:endParaRPr lang="en-US" sz="965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79" name="직사각형 78">
              <a:extLst>
                <a:ext uri="{FF2B5EF4-FFF2-40B4-BE49-F238E27FC236}">
                  <a16:creationId xmlns:a16="http://schemas.microsoft.com/office/drawing/2014/main" id="{7677C29C-E50A-C685-B8A6-C022B8388B8D}"/>
                </a:ext>
              </a:extLst>
            </p:cNvPr>
            <p:cNvSpPr/>
            <p:nvPr/>
          </p:nvSpPr>
          <p:spPr>
            <a:xfrm>
              <a:off x="5212202" y="5515296"/>
              <a:ext cx="1837632" cy="1040862"/>
            </a:xfrm>
            <a:prstGeom prst="rect">
              <a:avLst/>
            </a:prstGeom>
            <a:blipFill dpi="0" rotWithShape="1"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9" name="Text 36"/>
          <p:cNvSpPr/>
          <p:nvPr/>
        </p:nvSpPr>
        <p:spPr>
          <a:xfrm>
            <a:off x="5379521" y="2959124"/>
            <a:ext cx="4382546" cy="242333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10000"/>
          </a:bodyPr>
          <a:lstStyle/>
          <a:p>
            <a:r>
              <a:rPr lang="en-US" sz="1556" b="1" dirty="0">
                <a:solidFill>
                  <a:srgbClr val="1A1A1A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ECM</a:t>
            </a:r>
            <a:endParaRPr lang="en-US" sz="1556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05C39862-A3A3-AB2E-CAC7-7A613C171073}"/>
              </a:ext>
            </a:extLst>
          </p:cNvPr>
          <p:cNvGrpSpPr/>
          <p:nvPr/>
        </p:nvGrpSpPr>
        <p:grpSpPr>
          <a:xfrm>
            <a:off x="5379520" y="7851915"/>
            <a:ext cx="2175436" cy="1586642"/>
            <a:chOff x="927338" y="7840652"/>
            <a:chExt cx="2175436" cy="1586642"/>
          </a:xfrm>
        </p:grpSpPr>
        <p:sp>
          <p:nvSpPr>
            <p:cNvPr id="40" name="Text 37"/>
            <p:cNvSpPr/>
            <p:nvPr/>
          </p:nvSpPr>
          <p:spPr>
            <a:xfrm>
              <a:off x="927338" y="9002242"/>
              <a:ext cx="2175436" cy="192223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 fontScale="92500" lnSpcReduction="20000"/>
            </a:bodyPr>
            <a:lstStyle/>
            <a:p>
              <a:r>
                <a:rPr lang="zh-CN" sz="1183" b="1" dirty="0">
                  <a:solidFill>
                    <a:srgbClr val="1A1A1A"/>
                  </a:solidFill>
                  <a:latin typeface="Noto Sans SC DemiLight"/>
                  <a:ea typeface="Noto Sans SC DemiLight"/>
                  <a:cs typeface="Sinsegye" pitchFamily="34" charset="-120"/>
                </a:rPr>
                <a:t>Lilied M</a:t>
              </a:r>
              <a:endParaRPr lang="en-US" sz="1183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41" name="Text 38"/>
            <p:cNvSpPr/>
            <p:nvPr/>
          </p:nvSpPr>
          <p:spPr>
            <a:xfrm>
              <a:off x="927338" y="9218132"/>
              <a:ext cx="2175436" cy="209162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 fontScale="92500" lnSpcReduction="10000"/>
            </a:bodyPr>
            <a:lstStyle/>
            <a:p>
              <a:pPr>
                <a:lnSpc>
                  <a:spcPct val="131104"/>
                </a:lnSpc>
              </a:pPr>
              <a:r>
                <a:rPr lang="zh-CN" sz="910" dirty="0">
                  <a:solidFill>
                    <a:srgbClr val="555555"/>
                  </a:solidFill>
                  <a:latin typeface="Noto Sans SC DemiLight"/>
                  <a:ea typeface="Noto Sans SC DemiLight"/>
                  <a:cs typeface="Sinsegye" pitchFamily="34" charset="-120"/>
                </a:rPr>
                <a:t>HA（玻尿酸）— 保湿与调节水油平衡</a:t>
              </a:r>
              <a:endParaRPr lang="en-US" sz="965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83" name="직사각형 82">
              <a:extLst>
                <a:ext uri="{FF2B5EF4-FFF2-40B4-BE49-F238E27FC236}">
                  <a16:creationId xmlns:a16="http://schemas.microsoft.com/office/drawing/2014/main" id="{F8820AC2-0B7C-F3C3-C322-D7F474366210}"/>
                </a:ext>
              </a:extLst>
            </p:cNvPr>
            <p:cNvSpPr/>
            <p:nvPr/>
          </p:nvSpPr>
          <p:spPr>
            <a:xfrm>
              <a:off x="927338" y="7840652"/>
              <a:ext cx="1837632" cy="1040862"/>
            </a:xfrm>
            <a:prstGeom prst="rect">
              <a:avLst/>
            </a:prstGeom>
            <a:blipFill dpi="0" rotWithShape="1"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B7983FEA-4D67-7A57-F534-1D009731D8B9}"/>
              </a:ext>
            </a:extLst>
          </p:cNvPr>
          <p:cNvGrpSpPr/>
          <p:nvPr/>
        </p:nvGrpSpPr>
        <p:grpSpPr>
          <a:xfrm>
            <a:off x="7521952" y="7851915"/>
            <a:ext cx="2184530" cy="1764184"/>
            <a:chOff x="3069770" y="7840652"/>
            <a:chExt cx="2184530" cy="1764184"/>
          </a:xfrm>
        </p:grpSpPr>
        <p:sp>
          <p:nvSpPr>
            <p:cNvPr id="42" name="Text 39"/>
            <p:cNvSpPr/>
            <p:nvPr/>
          </p:nvSpPr>
          <p:spPr>
            <a:xfrm>
              <a:off x="3078864" y="9002242"/>
              <a:ext cx="2175436" cy="192223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 fontScale="92500" lnSpcReduction="20000"/>
            </a:bodyPr>
            <a:lstStyle/>
            <a:p>
              <a:r>
                <a:rPr lang="zh-CN" sz="1183" b="1" dirty="0">
                  <a:solidFill>
                    <a:srgbClr val="1A1A1A"/>
                  </a:solidFill>
                  <a:latin typeface="Noto Sans SC DemiLight"/>
                  <a:ea typeface="Noto Sans SC DemiLight"/>
                  <a:cs typeface="Sinsegye" pitchFamily="34" charset="-120"/>
                </a:rPr>
                <a:t>Hilowave</a:t>
              </a:r>
              <a:endParaRPr lang="en-US" sz="1183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43" name="Text 40"/>
            <p:cNvSpPr/>
            <p:nvPr/>
          </p:nvSpPr>
          <p:spPr>
            <a:xfrm>
              <a:off x="3078864" y="9218132"/>
              <a:ext cx="2040907" cy="386704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 fontScale="92500" lnSpcReduction="10000"/>
            </a:bodyPr>
            <a:lstStyle/>
            <a:p>
              <a:pPr>
                <a:lnSpc>
                  <a:spcPct val="131104"/>
                </a:lnSpc>
              </a:pPr>
              <a:r>
                <a:rPr lang="zh-CN" sz="965" dirty="0">
                  <a:solidFill>
                    <a:srgbClr val="555555"/>
                  </a:solidFill>
                  <a:latin typeface="Noto Sans SC DemiLight"/>
                  <a:ea typeface="Noto Sans SC DemiLight"/>
                  <a:cs typeface="Sinsegye" pitchFamily="34" charset="-120"/>
                </a:rPr>
                <a:t>高纯度 HA 胶原蛋白针</a:t>
              </a:r>
              <a:endParaRPr lang="en-US" sz="965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endParaRPr>
            </a:p>
            <a:p>
              <a:pPr>
                <a:lnSpc>
                  <a:spcPct val="131104"/>
                </a:lnSpc>
              </a:pPr>
              <a:r>
                <a:rPr lang="zh-CN" sz="965" dirty="0">
                  <a:solidFill>
                    <a:srgbClr val="555555"/>
                  </a:solidFill>
                  <a:latin typeface="Noto Sans SC DemiLight"/>
                  <a:ea typeface="Noto Sans SC DemiLight"/>
                  <a:cs typeface="Sinsegye" pitchFamily="34" charset="-120"/>
                </a:rPr>
                <a:t xml:space="preserve"> — 补水 · 弹性 · 肤质</a:t>
              </a:r>
              <a:endParaRPr lang="en-US" sz="965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85" name="직사각형 84">
              <a:extLst>
                <a:ext uri="{FF2B5EF4-FFF2-40B4-BE49-F238E27FC236}">
                  <a16:creationId xmlns:a16="http://schemas.microsoft.com/office/drawing/2014/main" id="{07AC3AC3-F052-C230-853A-99FEF9369ACB}"/>
                </a:ext>
              </a:extLst>
            </p:cNvPr>
            <p:cNvSpPr/>
            <p:nvPr/>
          </p:nvSpPr>
          <p:spPr>
            <a:xfrm>
              <a:off x="3069770" y="7840652"/>
              <a:ext cx="1837632" cy="1040862"/>
            </a:xfrm>
            <a:prstGeom prst="rect">
              <a:avLst/>
            </a:prstGeom>
            <a:blipFill dpi="0" rotWithShape="1"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81" name="그룹 180">
            <a:extLst>
              <a:ext uri="{FF2B5EF4-FFF2-40B4-BE49-F238E27FC236}">
                <a16:creationId xmlns:a16="http://schemas.microsoft.com/office/drawing/2014/main" id="{C93FF9B0-2397-3227-5BB6-AC461D01FDA9}"/>
              </a:ext>
            </a:extLst>
          </p:cNvPr>
          <p:cNvGrpSpPr/>
          <p:nvPr/>
        </p:nvGrpSpPr>
        <p:grpSpPr>
          <a:xfrm>
            <a:off x="5379520" y="9675648"/>
            <a:ext cx="4345149" cy="1757005"/>
            <a:chOff x="9664384" y="7263323"/>
            <a:chExt cx="4345149" cy="1757005"/>
          </a:xfrm>
        </p:grpSpPr>
        <p:grpSp>
          <p:nvGrpSpPr>
            <p:cNvPr id="78" name="그룹 77">
              <a:extLst>
                <a:ext uri="{FF2B5EF4-FFF2-40B4-BE49-F238E27FC236}">
                  <a16:creationId xmlns:a16="http://schemas.microsoft.com/office/drawing/2014/main" id="{8CBC44F5-AC36-CF95-37DC-3400D4038C9F}"/>
                </a:ext>
              </a:extLst>
            </p:cNvPr>
            <p:cNvGrpSpPr/>
            <p:nvPr/>
          </p:nvGrpSpPr>
          <p:grpSpPr>
            <a:xfrm>
              <a:off x="9664384" y="7263323"/>
              <a:ext cx="2193623" cy="1757005"/>
              <a:chOff x="5212202" y="7847831"/>
              <a:chExt cx="2193623" cy="1757005"/>
            </a:xfrm>
          </p:grpSpPr>
          <p:sp>
            <p:nvSpPr>
              <p:cNvPr id="44" name="Text 41"/>
              <p:cNvSpPr/>
              <p:nvPr/>
            </p:nvSpPr>
            <p:spPr>
              <a:xfrm>
                <a:off x="5230389" y="9002242"/>
                <a:ext cx="2175436" cy="192223"/>
              </a:xfrm>
              <a:prstGeom prst="rect">
                <a:avLst/>
              </a:prstGeom>
              <a:noFill/>
              <a:ln/>
            </p:spPr>
            <p:txBody>
              <a:bodyPr wrap="square" lIns="21079" tIns="21079" rIns="21079" bIns="21079" rtlCol="0" anchor="t">
                <a:normAutofit fontScale="92500" lnSpcReduction="20000"/>
              </a:bodyPr>
              <a:lstStyle/>
              <a:p>
                <a:r>
                  <a:rPr lang="zh-CN" sz="1183" b="1" dirty="0">
                    <a:solidFill>
                      <a:srgbClr val="1A1A1A"/>
                    </a:solidFill>
                    <a:latin typeface="Noto Sans SC DemiLight"/>
                    <a:ea typeface="Noto Sans SC DemiLight"/>
                    <a:cs typeface="Sinsegye" pitchFamily="34" charset="-120"/>
                  </a:rPr>
                  <a:t>乔雅登 Skinvive</a:t>
                </a:r>
                <a:endParaRPr lang="en-US" sz="1183" dirty="0">
                  <a:latin typeface="신세계 Regular" panose="02000300000000000000" pitchFamily="50" charset="-127"/>
                  <a:ea typeface="신세계 Regular" panose="02000300000000000000" pitchFamily="50" charset="-127"/>
                </a:endParaRPr>
              </a:p>
            </p:txBody>
          </p:sp>
          <p:sp>
            <p:nvSpPr>
              <p:cNvPr id="45" name="Text 42"/>
              <p:cNvSpPr/>
              <p:nvPr/>
            </p:nvSpPr>
            <p:spPr>
              <a:xfrm>
                <a:off x="5230390" y="9218132"/>
                <a:ext cx="2040907" cy="386704"/>
              </a:xfrm>
              <a:prstGeom prst="rect">
                <a:avLst/>
              </a:prstGeom>
              <a:noFill/>
              <a:ln/>
            </p:spPr>
            <p:txBody>
              <a:bodyPr wrap="square" lIns="21079" tIns="21079" rIns="21079" bIns="21079" rtlCol="0" anchor="t">
                <a:normAutofit fontScale="92500" lnSpcReduction="10000"/>
              </a:bodyPr>
              <a:lstStyle/>
              <a:p>
                <a:pPr>
                  <a:lnSpc>
                    <a:spcPct val="131104"/>
                  </a:lnSpc>
                </a:pPr>
                <a:r>
                  <a:rPr lang="zh-CN" sz="965" dirty="0">
                    <a:solidFill>
                      <a:srgbClr val="555555"/>
                    </a:solidFill>
                    <a:latin typeface="Noto Sans SC DemiLight"/>
                    <a:ea typeface="Noto Sans SC DemiLight"/>
                    <a:cs typeface="Sinsegye" pitchFamily="34" charset="-120"/>
                  </a:rPr>
                  <a:t xml:space="preserve">尊享级 HA — 长效保湿 · </a:t>
                </a:r>
              </a:p>
              <a:p>
                <a:pPr>
                  <a:lnSpc>
                    <a:spcPct val="131104"/>
                  </a:lnSpc>
                </a:pPr>
                <a:r>
                  <a:rPr lang="zh-CN" sz="965" dirty="0">
                    <a:solidFill>
                      <a:srgbClr val="555555"/>
                    </a:solidFill>
                    <a:latin typeface="Noto Sans SC DemiLight"/>
                    <a:ea typeface="Noto Sans SC DemiLight"/>
                    <a:cs typeface="Sinsegye" pitchFamily="34" charset="-120"/>
                  </a:rPr>
                  <a:t>淡化细纹</a:t>
                </a:r>
                <a:endParaRPr lang="en-US" sz="965" dirty="0">
                  <a:latin typeface="신세계 Regular" panose="02000300000000000000" pitchFamily="50" charset="-127"/>
                  <a:ea typeface="신세계 Regular" panose="02000300000000000000" pitchFamily="50" charset="-127"/>
                </a:endParaRPr>
              </a:p>
            </p:txBody>
          </p:sp>
          <p:sp>
            <p:nvSpPr>
              <p:cNvPr id="87" name="직사각형 86">
                <a:extLst>
                  <a:ext uri="{FF2B5EF4-FFF2-40B4-BE49-F238E27FC236}">
                    <a16:creationId xmlns:a16="http://schemas.microsoft.com/office/drawing/2014/main" id="{78D7F5B0-12CF-C48D-0374-D756879E73E1}"/>
                  </a:ext>
                </a:extLst>
              </p:cNvPr>
              <p:cNvSpPr/>
              <p:nvPr/>
            </p:nvSpPr>
            <p:spPr>
              <a:xfrm>
                <a:off x="5212202" y="7847831"/>
                <a:ext cx="1837632" cy="1040862"/>
              </a:xfrm>
              <a:prstGeom prst="rect">
                <a:avLst/>
              </a:prstGeom>
              <a:blipFill dpi="0" rotWithShape="1"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a:blipFill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80" name="그룹 79">
              <a:extLst>
                <a:ext uri="{FF2B5EF4-FFF2-40B4-BE49-F238E27FC236}">
                  <a16:creationId xmlns:a16="http://schemas.microsoft.com/office/drawing/2014/main" id="{22A4D949-DF8A-3352-E43B-9DF607312FC8}"/>
                </a:ext>
              </a:extLst>
            </p:cNvPr>
            <p:cNvGrpSpPr/>
            <p:nvPr/>
          </p:nvGrpSpPr>
          <p:grpSpPr>
            <a:xfrm>
              <a:off x="11806816" y="7263323"/>
              <a:ext cx="2202717" cy="1757005"/>
              <a:chOff x="7354634" y="7847831"/>
              <a:chExt cx="2202717" cy="1757005"/>
            </a:xfrm>
          </p:grpSpPr>
          <p:sp>
            <p:nvSpPr>
              <p:cNvPr id="46" name="Text 43"/>
              <p:cNvSpPr/>
              <p:nvPr/>
            </p:nvSpPr>
            <p:spPr>
              <a:xfrm>
                <a:off x="7381915" y="9002242"/>
                <a:ext cx="2175436" cy="192223"/>
              </a:xfrm>
              <a:prstGeom prst="rect">
                <a:avLst/>
              </a:prstGeom>
              <a:noFill/>
              <a:ln/>
            </p:spPr>
            <p:txBody>
              <a:bodyPr wrap="square" lIns="21079" tIns="21079" rIns="21079" bIns="21079" rtlCol="0" anchor="t">
                <a:normAutofit fontScale="92500" lnSpcReduction="20000"/>
              </a:bodyPr>
              <a:lstStyle/>
              <a:p>
                <a:r>
                  <a:rPr lang="zh-CN" sz="1183" b="1" dirty="0">
                    <a:solidFill>
                      <a:srgbClr val="1A1A1A"/>
                    </a:solidFill>
                    <a:latin typeface="Noto Sans SC DemiLight"/>
                    <a:ea typeface="Noto Sans SC DemiLight"/>
                    <a:cs typeface="Sinsegye" pitchFamily="34" charset="-120"/>
                  </a:rPr>
                  <a:t>保柔缇 Revive</a:t>
                </a:r>
                <a:endParaRPr lang="en-US" sz="1183" dirty="0">
                  <a:latin typeface="신세계 Regular" panose="02000300000000000000" pitchFamily="50" charset="-127"/>
                  <a:ea typeface="신세계 Regular" panose="02000300000000000000" pitchFamily="50" charset="-127"/>
                </a:endParaRPr>
              </a:p>
            </p:txBody>
          </p:sp>
          <p:sp>
            <p:nvSpPr>
              <p:cNvPr id="47" name="Text 44"/>
              <p:cNvSpPr/>
              <p:nvPr/>
            </p:nvSpPr>
            <p:spPr>
              <a:xfrm>
                <a:off x="7381915" y="9218132"/>
                <a:ext cx="2040907" cy="386704"/>
              </a:xfrm>
              <a:prstGeom prst="rect">
                <a:avLst/>
              </a:prstGeom>
              <a:noFill/>
              <a:ln/>
            </p:spPr>
            <p:txBody>
              <a:bodyPr wrap="square" lIns="21079" tIns="21079" rIns="21079" bIns="21079" rtlCol="0" anchor="t">
                <a:normAutofit fontScale="92500" lnSpcReduction="10000"/>
              </a:bodyPr>
              <a:lstStyle/>
              <a:p>
                <a:pPr>
                  <a:lnSpc>
                    <a:spcPct val="131104"/>
                  </a:lnSpc>
                </a:pPr>
                <a:r>
                  <a:rPr lang="zh-CN" sz="965" dirty="0">
                    <a:solidFill>
                      <a:srgbClr val="555555"/>
                    </a:solidFill>
                    <a:latin typeface="Noto Sans SC DemiLight"/>
                    <a:ea typeface="Noto Sans SC DemiLight"/>
                    <a:cs typeface="Sinsegye" pitchFamily="34" charset="-120"/>
                  </a:rPr>
                  <a:t>HA + 甘油 — 保湿 · 强化屏障 · 抗炎</a:t>
                </a:r>
                <a:endParaRPr lang="en-US" sz="965" dirty="0">
                  <a:latin typeface="신세계 Regular" panose="02000300000000000000" pitchFamily="50" charset="-127"/>
                  <a:ea typeface="신세계 Regular" panose="02000300000000000000" pitchFamily="50" charset="-127"/>
                </a:endParaRPr>
              </a:p>
            </p:txBody>
          </p:sp>
          <p:sp>
            <p:nvSpPr>
              <p:cNvPr id="89" name="직사각형 88">
                <a:extLst>
                  <a:ext uri="{FF2B5EF4-FFF2-40B4-BE49-F238E27FC236}">
                    <a16:creationId xmlns:a16="http://schemas.microsoft.com/office/drawing/2014/main" id="{6842A6A3-0F28-D48F-2F62-69A6C2DCCBC8}"/>
                  </a:ext>
                </a:extLst>
              </p:cNvPr>
              <p:cNvSpPr/>
              <p:nvPr/>
            </p:nvSpPr>
            <p:spPr>
              <a:xfrm>
                <a:off x="7354634" y="7847831"/>
                <a:ext cx="1837632" cy="1040862"/>
              </a:xfrm>
              <a:prstGeom prst="rect">
                <a:avLst/>
              </a:prstGeom>
              <a:blipFill dpi="0" rotWithShape="1">
                <a:blip r:embed="rId1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a:blipFill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92" name="Text 36">
            <a:extLst>
              <a:ext uri="{FF2B5EF4-FFF2-40B4-BE49-F238E27FC236}">
                <a16:creationId xmlns:a16="http://schemas.microsoft.com/office/drawing/2014/main" id="{7E4C7A88-8F87-BC7C-5E4F-37B6E63124F1}"/>
              </a:ext>
            </a:extLst>
          </p:cNvPr>
          <p:cNvSpPr/>
          <p:nvPr/>
        </p:nvSpPr>
        <p:spPr>
          <a:xfrm>
            <a:off x="5379521" y="7460460"/>
            <a:ext cx="4382546" cy="242333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10000"/>
          </a:bodyPr>
          <a:lstStyle/>
          <a:p>
            <a:r>
              <a:rPr lang="zh-CN" sz="1343" b="1" dirty="0">
                <a:solidFill>
                  <a:srgbClr val="1A1A1A"/>
                </a:solidFill>
                <a:latin typeface="Noto Sans SC DemiLight"/>
                <a:ea typeface="Noto Sans SC DemiLight"/>
                <a:cs typeface="Sinsegye" pitchFamily="34" charset="-120"/>
              </a:rPr>
              <a:t>紧致弹性 / 补水</a:t>
            </a:r>
            <a:endParaRPr lang="en-US" sz="1556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127" name="Text 37">
            <a:extLst>
              <a:ext uri="{FF2B5EF4-FFF2-40B4-BE49-F238E27FC236}">
                <a16:creationId xmlns:a16="http://schemas.microsoft.com/office/drawing/2014/main" id="{8703C385-418D-C576-3BD5-9C9EBF15EAC0}"/>
              </a:ext>
            </a:extLst>
          </p:cNvPr>
          <p:cNvSpPr/>
          <p:nvPr/>
        </p:nvSpPr>
        <p:spPr>
          <a:xfrm>
            <a:off x="5379520" y="12632221"/>
            <a:ext cx="2175436" cy="192223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20000"/>
          </a:bodyPr>
          <a:lstStyle/>
          <a:p>
            <a:r>
              <a:rPr lang="zh-CN" sz="870" b="1">
                <a:solidFill>
                  <a:srgbClr val="1A1A1A"/>
                </a:solidFill>
                <a:latin typeface="Noto Sans SC DemiLight"/>
                <a:ea typeface="Noto Sans SC DemiLight"/>
                <a:cs typeface="Sinsegye" pitchFamily="34" charset="-120"/>
              </a:rPr>
              <a:t>HIJU 水光针</a:t>
            </a:r>
            <a:endParaRPr lang="en-US" sz="1183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128" name="Text 38">
            <a:extLst>
              <a:ext uri="{FF2B5EF4-FFF2-40B4-BE49-F238E27FC236}">
                <a16:creationId xmlns:a16="http://schemas.microsoft.com/office/drawing/2014/main" id="{D156B3FE-DADC-EC72-3392-A81F5090B9B2}"/>
              </a:ext>
            </a:extLst>
          </p:cNvPr>
          <p:cNvSpPr/>
          <p:nvPr/>
        </p:nvSpPr>
        <p:spPr>
          <a:xfrm>
            <a:off x="5379520" y="12848111"/>
            <a:ext cx="2175436" cy="209162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10000"/>
          </a:bodyPr>
          <a:lstStyle/>
          <a:p>
            <a:pPr>
              <a:lnSpc>
                <a:spcPct val="131104"/>
              </a:lnSpc>
            </a:pPr>
            <a:r>
              <a:rPr lang="zh-CN" sz="965" dirty="0">
                <a:solidFill>
                  <a:srgbClr val="555555"/>
                </a:solidFill>
                <a:latin typeface="Noto Sans SC DemiLight"/>
                <a:ea typeface="Noto Sans SC DemiLight"/>
                <a:cs typeface="Sinsegye" pitchFamily="34" charset="-120"/>
              </a:rPr>
              <a:t>高密度补水护理</a:t>
            </a:r>
            <a:endParaRPr lang="en-US" sz="965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grpSp>
        <p:nvGrpSpPr>
          <p:cNvPr id="192" name="그룹 191">
            <a:extLst>
              <a:ext uri="{FF2B5EF4-FFF2-40B4-BE49-F238E27FC236}">
                <a16:creationId xmlns:a16="http://schemas.microsoft.com/office/drawing/2014/main" id="{CF773360-A023-032B-A4FA-4B0B80893B79}"/>
              </a:ext>
            </a:extLst>
          </p:cNvPr>
          <p:cNvGrpSpPr/>
          <p:nvPr/>
        </p:nvGrpSpPr>
        <p:grpSpPr>
          <a:xfrm>
            <a:off x="927338" y="3248885"/>
            <a:ext cx="8432248" cy="0"/>
            <a:chOff x="927338" y="3248885"/>
            <a:chExt cx="8432248" cy="0"/>
          </a:xfrm>
        </p:grpSpPr>
        <p:cxnSp>
          <p:nvCxnSpPr>
            <p:cNvPr id="190" name="직선 연결선 189">
              <a:extLst>
                <a:ext uri="{FF2B5EF4-FFF2-40B4-BE49-F238E27FC236}">
                  <a16:creationId xmlns:a16="http://schemas.microsoft.com/office/drawing/2014/main" id="{01735976-8FB8-113C-2A04-C4D5B5403F33}"/>
                </a:ext>
              </a:extLst>
            </p:cNvPr>
            <p:cNvCxnSpPr>
              <a:cxnSpLocks/>
            </p:cNvCxnSpPr>
            <p:nvPr/>
          </p:nvCxnSpPr>
          <p:spPr>
            <a:xfrm>
              <a:off x="927338" y="3248885"/>
              <a:ext cx="3980065" cy="0"/>
            </a:xfrm>
            <a:prstGeom prst="line">
              <a:avLst/>
            </a:prstGeom>
            <a:ln w="19050">
              <a:solidFill>
                <a:srgbClr val="2498BD"/>
              </a:solidFill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91" name="직선 연결선 190">
              <a:extLst>
                <a:ext uri="{FF2B5EF4-FFF2-40B4-BE49-F238E27FC236}">
                  <a16:creationId xmlns:a16="http://schemas.microsoft.com/office/drawing/2014/main" id="{9715F6CC-9CE3-EF6B-DD40-AC5C9FBB3CEB}"/>
                </a:ext>
              </a:extLst>
            </p:cNvPr>
            <p:cNvCxnSpPr>
              <a:cxnSpLocks/>
            </p:cNvCxnSpPr>
            <p:nvPr/>
          </p:nvCxnSpPr>
          <p:spPr>
            <a:xfrm>
              <a:off x="5379521" y="3248885"/>
              <a:ext cx="3980065" cy="0"/>
            </a:xfrm>
            <a:prstGeom prst="line">
              <a:avLst/>
            </a:prstGeom>
            <a:ln w="19050">
              <a:solidFill>
                <a:srgbClr val="2498BD"/>
              </a:solidFill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</p:grpSp>
      <p:grpSp>
        <p:nvGrpSpPr>
          <p:cNvPr id="193" name="그룹 192">
            <a:extLst>
              <a:ext uri="{FF2B5EF4-FFF2-40B4-BE49-F238E27FC236}">
                <a16:creationId xmlns:a16="http://schemas.microsoft.com/office/drawing/2014/main" id="{6780811B-7007-8124-B2BB-2B884832C080}"/>
              </a:ext>
            </a:extLst>
          </p:cNvPr>
          <p:cNvGrpSpPr/>
          <p:nvPr/>
        </p:nvGrpSpPr>
        <p:grpSpPr>
          <a:xfrm>
            <a:off x="927338" y="7760260"/>
            <a:ext cx="8432248" cy="0"/>
            <a:chOff x="927338" y="3248885"/>
            <a:chExt cx="8432248" cy="0"/>
          </a:xfrm>
        </p:grpSpPr>
        <p:cxnSp>
          <p:nvCxnSpPr>
            <p:cNvPr id="194" name="직선 연결선 193">
              <a:extLst>
                <a:ext uri="{FF2B5EF4-FFF2-40B4-BE49-F238E27FC236}">
                  <a16:creationId xmlns:a16="http://schemas.microsoft.com/office/drawing/2014/main" id="{A10763DF-B096-9E02-9E98-EBF1ADD6F58F}"/>
                </a:ext>
              </a:extLst>
            </p:cNvPr>
            <p:cNvCxnSpPr>
              <a:cxnSpLocks/>
            </p:cNvCxnSpPr>
            <p:nvPr/>
          </p:nvCxnSpPr>
          <p:spPr>
            <a:xfrm>
              <a:off x="927338" y="3248885"/>
              <a:ext cx="3980065" cy="0"/>
            </a:xfrm>
            <a:prstGeom prst="line">
              <a:avLst/>
            </a:prstGeom>
            <a:ln w="19050">
              <a:solidFill>
                <a:srgbClr val="2498BD"/>
              </a:solidFill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95" name="직선 연결선 194">
              <a:extLst>
                <a:ext uri="{FF2B5EF4-FFF2-40B4-BE49-F238E27FC236}">
                  <a16:creationId xmlns:a16="http://schemas.microsoft.com/office/drawing/2014/main" id="{1CE9895A-F689-72E1-7C5E-6FA1C9D5BE46}"/>
                </a:ext>
              </a:extLst>
            </p:cNvPr>
            <p:cNvCxnSpPr>
              <a:cxnSpLocks/>
            </p:cNvCxnSpPr>
            <p:nvPr/>
          </p:nvCxnSpPr>
          <p:spPr>
            <a:xfrm>
              <a:off x="5379521" y="3248885"/>
              <a:ext cx="3980065" cy="0"/>
            </a:xfrm>
            <a:prstGeom prst="line">
              <a:avLst/>
            </a:prstGeom>
            <a:ln w="19050">
              <a:solidFill>
                <a:srgbClr val="2498BD"/>
              </a:solidFill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DFCF7E86-60CC-4359-125C-759FD1CF35A7}"/>
              </a:ext>
            </a:extLst>
          </p:cNvPr>
          <p:cNvGrpSpPr/>
          <p:nvPr/>
        </p:nvGrpSpPr>
        <p:grpSpPr>
          <a:xfrm>
            <a:off x="3087956" y="6304259"/>
            <a:ext cx="2175436" cy="642064"/>
            <a:chOff x="5230389" y="4422876"/>
            <a:chExt cx="2175436" cy="642064"/>
          </a:xfrm>
        </p:grpSpPr>
        <p:sp>
          <p:nvSpPr>
            <p:cNvPr id="4" name="Text 13">
              <a:extLst>
                <a:ext uri="{FF2B5EF4-FFF2-40B4-BE49-F238E27FC236}">
                  <a16:creationId xmlns:a16="http://schemas.microsoft.com/office/drawing/2014/main" id="{204CB965-F157-1162-5997-13DAB2EC61C2}"/>
                </a:ext>
              </a:extLst>
            </p:cNvPr>
            <p:cNvSpPr/>
            <p:nvPr/>
          </p:nvSpPr>
          <p:spPr>
            <a:xfrm>
              <a:off x="5230389" y="4422876"/>
              <a:ext cx="2175436" cy="192223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 fontScale="92500" lnSpcReduction="20000"/>
            </a:bodyPr>
            <a:lstStyle/>
            <a:p>
              <a:r>
                <a:rPr lang="zh-CN" sz="1183" b="1" dirty="0">
                  <a:solidFill>
                    <a:srgbClr val="1A1A1A"/>
                  </a:solidFill>
                  <a:latin typeface="Noto Sans SC DemiLight"/>
                  <a:ea typeface="Noto Sans SC DemiLight"/>
                  <a:cs typeface="Sinsegye" pitchFamily="34" charset="-120"/>
                </a:rPr>
                <a:t>EXOXE</a:t>
              </a:r>
              <a:endParaRPr lang="en-US" sz="1183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7" name="Text 14">
              <a:extLst>
                <a:ext uri="{FF2B5EF4-FFF2-40B4-BE49-F238E27FC236}">
                  <a16:creationId xmlns:a16="http://schemas.microsoft.com/office/drawing/2014/main" id="{0D2CF46A-E595-122C-D7CC-3B57F54930E5}"/>
                </a:ext>
              </a:extLst>
            </p:cNvPr>
            <p:cNvSpPr/>
            <p:nvPr/>
          </p:nvSpPr>
          <p:spPr>
            <a:xfrm>
              <a:off x="5230389" y="4638766"/>
              <a:ext cx="2175436" cy="426174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/>
            </a:bodyPr>
            <a:lstStyle/>
            <a:p>
              <a:pPr>
                <a:lnSpc>
                  <a:spcPct val="131104"/>
                </a:lnSpc>
              </a:pPr>
              <a:r>
                <a:rPr lang="zh-CN" sz="900" dirty="0">
                  <a:solidFill>
                    <a:srgbClr val="555555"/>
                  </a:solidFill>
                  <a:latin typeface="Noto Sans SC DemiLight"/>
                  <a:ea typeface="Noto Sans SC DemiLight"/>
                  <a:cs typeface="Sinsegye" pitchFamily="34" charset="-120"/>
                </a:rPr>
                <a:t>传递再生信号 — 改善屏障 ·</a:t>
              </a:r>
              <a:endParaRPr lang="en-US" altLang="ko-KR" sz="900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endParaRPr>
            </a:p>
            <a:p>
              <a:pPr>
                <a:lnSpc>
                  <a:spcPct val="131104"/>
                </a:lnSpc>
              </a:pPr>
              <a:r>
                <a:rPr lang="zh-CN" sz="900" dirty="0">
                  <a:solidFill>
                    <a:srgbClr val="555555"/>
                  </a:solidFill>
                  <a:latin typeface="Noto Sans SC DemiLight"/>
                  <a:ea typeface="Noto Sans SC DemiLight"/>
                  <a:cs typeface="Sinsegye" pitchFamily="34" charset="-120"/>
                </a:rPr>
                <a:t>缓解炎症 · 弹性 · 改善肤质</a:t>
              </a:r>
              <a:endParaRPr lang="en-US" altLang="ko-KR" sz="900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/>
          <p:cNvSpPr/>
          <p:nvPr/>
        </p:nvSpPr>
        <p:spPr>
          <a:xfrm>
            <a:off x="-514350" y="868094"/>
            <a:ext cx="11315700" cy="2013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050" kern="0" spc="168" dirty="0">
                <a:solidFill>
                  <a:srgbClr val="C99A1F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SKIN BOOSTER</a:t>
            </a:r>
            <a:endParaRPr lang="en-US" sz="105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7" name="Text 4"/>
          <p:cNvSpPr/>
          <p:nvPr/>
        </p:nvSpPr>
        <p:spPr>
          <a:xfrm>
            <a:off x="-514350" y="1069437"/>
            <a:ext cx="11315700" cy="4735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zh-CN" sz="3150" b="1" kern="0" spc="-63" dirty="0">
                <a:solidFill>
                  <a:srgbClr val="2498BD"/>
                </a:solidFill>
                <a:latin typeface="Noto Sans SC DemiLight"/>
                <a:ea typeface="Noto Sans SC DemiLight"/>
                <a:cs typeface="Sinsegye" pitchFamily="34" charset="-120"/>
              </a:rPr>
              <a:t>水光针</a:t>
            </a:r>
            <a:endParaRPr lang="en-US" sz="315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8" name="Text 5"/>
          <p:cNvSpPr/>
          <p:nvPr/>
        </p:nvSpPr>
        <p:spPr>
          <a:xfrm>
            <a:off x="-514350" y="1542923"/>
            <a:ext cx="113157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/>
            <a:r>
              <a:rPr lang="zh-CN" sz="1069" dirty="0">
                <a:solidFill>
                  <a:srgbClr val="6E6E6E"/>
                </a:solidFill>
                <a:latin typeface="Noto Sans SC DemiLight"/>
                <a:ea typeface="Noto Sans SC DemiLight"/>
                <a:cs typeface="Arial" pitchFamily="34" charset="-120"/>
              </a:rPr>
              <a:t>修复再生 · 胶原蛋白/填充丰盈 · ECM · 紧致弹性/补水</a:t>
            </a:r>
            <a:endParaRPr lang="en-US" altLang="ko-KR" sz="1275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D80627B9-B2BB-446F-4014-D1692DF8E8BE}"/>
              </a:ext>
            </a:extLst>
          </p:cNvPr>
          <p:cNvGrpSpPr/>
          <p:nvPr/>
        </p:nvGrpSpPr>
        <p:grpSpPr>
          <a:xfrm>
            <a:off x="930580" y="2720019"/>
            <a:ext cx="8316077" cy="1496252"/>
            <a:chOff x="930580" y="2720019"/>
            <a:chExt cx="8316077" cy="1496252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1F6BE59-3378-1C3C-740C-8BCFF4B73C25}"/>
                </a:ext>
              </a:extLst>
            </p:cNvPr>
            <p:cNvSpPr txBox="1"/>
            <p:nvPr/>
          </p:nvSpPr>
          <p:spPr>
            <a:xfrm>
              <a:off x="930580" y="2720019"/>
              <a:ext cx="1146358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zh-CN" dirty="0">
                  <a:latin typeface="Noto Sans SC SemiBold"/>
                  <a:ea typeface="Noto Sans SC SemiBold"/>
                  <a:cs typeface="Sinsegye" pitchFamily="34" charset="-120"/>
                </a:rPr>
                <a:t>修复再生</a:t>
              </a:r>
            </a:p>
          </p:txBody>
        </p:sp>
        <p:sp>
          <p:nvSpPr>
            <p:cNvPr id="114" name="Shape 7">
              <a:extLst>
                <a:ext uri="{FF2B5EF4-FFF2-40B4-BE49-F238E27FC236}">
                  <a16:creationId xmlns:a16="http://schemas.microsoft.com/office/drawing/2014/main" id="{883F2A57-DC8F-5F6A-617A-619BD74F9056}"/>
                </a:ext>
              </a:extLst>
            </p:cNvPr>
            <p:cNvSpPr/>
            <p:nvPr/>
          </p:nvSpPr>
          <p:spPr>
            <a:xfrm>
              <a:off x="1041515" y="3434742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116" name="Shape 7">
              <a:extLst>
                <a:ext uri="{FF2B5EF4-FFF2-40B4-BE49-F238E27FC236}">
                  <a16:creationId xmlns:a16="http://schemas.microsoft.com/office/drawing/2014/main" id="{2C7E9AFF-D4D8-409B-B054-E98A5B26C883}"/>
                </a:ext>
              </a:extLst>
            </p:cNvPr>
            <p:cNvSpPr/>
            <p:nvPr/>
          </p:nvSpPr>
          <p:spPr>
            <a:xfrm>
              <a:off x="1041515" y="3046774"/>
              <a:ext cx="8205142" cy="13607"/>
            </a:xfrm>
            <a:prstGeom prst="rect">
              <a:avLst/>
            </a:prstGeom>
            <a:solidFill>
              <a:srgbClr val="2498BD"/>
            </a:solidFill>
            <a:ln/>
          </p:spPr>
        </p:sp>
        <p:sp>
          <p:nvSpPr>
            <p:cNvPr id="118" name="Shape 7">
              <a:extLst>
                <a:ext uri="{FF2B5EF4-FFF2-40B4-BE49-F238E27FC236}">
                  <a16:creationId xmlns:a16="http://schemas.microsoft.com/office/drawing/2014/main" id="{404CEEB9-FE28-B85C-760A-1116B91CFEDC}"/>
                </a:ext>
              </a:extLst>
            </p:cNvPr>
            <p:cNvSpPr/>
            <p:nvPr/>
          </p:nvSpPr>
          <p:spPr>
            <a:xfrm>
              <a:off x="1041515" y="3820436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112" name="Text 11">
              <a:extLst>
                <a:ext uri="{FF2B5EF4-FFF2-40B4-BE49-F238E27FC236}">
                  <a16:creationId xmlns:a16="http://schemas.microsoft.com/office/drawing/2014/main" id="{2117F15C-6805-92B1-E917-BF8F4CAE6D0B}"/>
                </a:ext>
              </a:extLst>
            </p:cNvPr>
            <p:cNvSpPr/>
            <p:nvPr/>
          </p:nvSpPr>
          <p:spPr>
            <a:xfrm>
              <a:off x="1044691" y="3057439"/>
              <a:ext cx="566090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CN" sz="1400" dirty="0">
                  <a:solidFill>
                    <a:srgbClr val="555555"/>
                  </a:solidFill>
                  <a:latin typeface="Noto Sans SC Medium"/>
                  <a:ea typeface="Noto Sans SC Medium"/>
                  <a:cs typeface="Arial" pitchFamily="34" charset="-120"/>
                </a:rPr>
                <a:t>丽珠兰 黑盒 (2cc)</a:t>
              </a:r>
            </a:p>
          </p:txBody>
        </p:sp>
        <p:sp>
          <p:nvSpPr>
            <p:cNvPr id="113" name="Text 15">
              <a:extLst>
                <a:ext uri="{FF2B5EF4-FFF2-40B4-BE49-F238E27FC236}">
                  <a16:creationId xmlns:a16="http://schemas.microsoft.com/office/drawing/2014/main" id="{F2AD08AD-2B1C-9665-0D8D-A31B92704383}"/>
                </a:ext>
              </a:extLst>
            </p:cNvPr>
            <p:cNvSpPr/>
            <p:nvPr/>
          </p:nvSpPr>
          <p:spPr>
            <a:xfrm>
              <a:off x="6981209" y="3058910"/>
              <a:ext cx="2265448" cy="372539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300,000</a:t>
              </a:r>
            </a:p>
          </p:txBody>
        </p:sp>
        <p:sp>
          <p:nvSpPr>
            <p:cNvPr id="110" name="Text 11">
              <a:extLst>
                <a:ext uri="{FF2B5EF4-FFF2-40B4-BE49-F238E27FC236}">
                  <a16:creationId xmlns:a16="http://schemas.microsoft.com/office/drawing/2014/main" id="{43CA04EE-1A71-B8E6-FA01-26604D53849B}"/>
                </a:ext>
              </a:extLst>
            </p:cNvPr>
            <p:cNvSpPr/>
            <p:nvPr/>
          </p:nvSpPr>
          <p:spPr>
            <a:xfrm>
              <a:off x="1044691" y="3449284"/>
              <a:ext cx="566090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CN" sz="1400" dirty="0">
                  <a:solidFill>
                    <a:srgbClr val="555555"/>
                  </a:solidFill>
                  <a:latin typeface="Noto Sans SC Medium"/>
                  <a:ea typeface="Noto Sans SC Medium"/>
                  <a:cs typeface="Arial" pitchFamily="34" charset="-120"/>
                </a:rPr>
                <a:t>丽珠兰 红盒 (1cc)</a:t>
              </a:r>
              <a:endParaRPr lang="ko-KR" altLang="en-US" sz="1000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endParaRPr>
            </a:p>
          </p:txBody>
        </p:sp>
        <p:sp>
          <p:nvSpPr>
            <p:cNvPr id="111" name="Text 15">
              <a:extLst>
                <a:ext uri="{FF2B5EF4-FFF2-40B4-BE49-F238E27FC236}">
                  <a16:creationId xmlns:a16="http://schemas.microsoft.com/office/drawing/2014/main" id="{4BD8EE7D-3CFF-92D2-74AB-C9EFC0206535}"/>
                </a:ext>
              </a:extLst>
            </p:cNvPr>
            <p:cNvSpPr/>
            <p:nvPr/>
          </p:nvSpPr>
          <p:spPr>
            <a:xfrm>
              <a:off x="6981209" y="3450755"/>
              <a:ext cx="2265448" cy="372539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200,000</a:t>
              </a:r>
            </a:p>
          </p:txBody>
        </p:sp>
        <p:sp>
          <p:nvSpPr>
            <p:cNvPr id="108" name="Text 11">
              <a:extLst>
                <a:ext uri="{FF2B5EF4-FFF2-40B4-BE49-F238E27FC236}">
                  <a16:creationId xmlns:a16="http://schemas.microsoft.com/office/drawing/2014/main" id="{0481B1C7-D92C-3795-EC47-8DDF1D1BD282}"/>
                </a:ext>
              </a:extLst>
            </p:cNvPr>
            <p:cNvSpPr/>
            <p:nvPr/>
          </p:nvSpPr>
          <p:spPr>
            <a:xfrm>
              <a:off x="1044691" y="3828743"/>
              <a:ext cx="566090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CN" sz="1400" dirty="0">
                  <a:solidFill>
                    <a:srgbClr val="555555"/>
                  </a:solidFill>
                  <a:latin typeface="Noto Sans SC Medium"/>
                  <a:ea typeface="Noto Sans SC Medium"/>
                  <a:cs typeface="Arial" pitchFamily="34" charset="-120"/>
                </a:rPr>
                <a:t>丽珠兰 白盒 (1cc)</a:t>
              </a:r>
            </a:p>
          </p:txBody>
        </p:sp>
        <p:sp>
          <p:nvSpPr>
            <p:cNvPr id="109" name="Text 15">
              <a:extLst>
                <a:ext uri="{FF2B5EF4-FFF2-40B4-BE49-F238E27FC236}">
                  <a16:creationId xmlns:a16="http://schemas.microsoft.com/office/drawing/2014/main" id="{ECD195C4-54E2-0260-6884-BEE2B6DFFB47}"/>
                </a:ext>
              </a:extLst>
            </p:cNvPr>
            <p:cNvSpPr/>
            <p:nvPr/>
          </p:nvSpPr>
          <p:spPr>
            <a:xfrm>
              <a:off x="6981209" y="3830214"/>
              <a:ext cx="2265448" cy="372539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200,000</a:t>
              </a:r>
            </a:p>
          </p:txBody>
        </p:sp>
        <p:sp>
          <p:nvSpPr>
            <p:cNvPr id="120" name="Shape 7">
              <a:extLst>
                <a:ext uri="{FF2B5EF4-FFF2-40B4-BE49-F238E27FC236}">
                  <a16:creationId xmlns:a16="http://schemas.microsoft.com/office/drawing/2014/main" id="{90803F78-704E-9988-3DA6-864552ACA6B6}"/>
                </a:ext>
              </a:extLst>
            </p:cNvPr>
            <p:cNvSpPr/>
            <p:nvPr/>
          </p:nvSpPr>
          <p:spPr>
            <a:xfrm>
              <a:off x="1041515" y="4202664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</p:grpSp>
      <p:sp>
        <p:nvSpPr>
          <p:cNvPr id="123" name="Shape 7">
            <a:extLst>
              <a:ext uri="{FF2B5EF4-FFF2-40B4-BE49-F238E27FC236}">
                <a16:creationId xmlns:a16="http://schemas.microsoft.com/office/drawing/2014/main" id="{14766AB7-B42A-0519-0429-6E88F9CC9B22}"/>
              </a:ext>
            </a:extLst>
          </p:cNvPr>
          <p:cNvSpPr/>
          <p:nvPr/>
        </p:nvSpPr>
        <p:spPr>
          <a:xfrm>
            <a:off x="1041515" y="6345705"/>
            <a:ext cx="8205142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88" name="Text 11">
            <a:extLst>
              <a:ext uri="{FF2B5EF4-FFF2-40B4-BE49-F238E27FC236}">
                <a16:creationId xmlns:a16="http://schemas.microsoft.com/office/drawing/2014/main" id="{29695242-7D7B-23F0-D2AC-456FF52680CA}"/>
              </a:ext>
            </a:extLst>
          </p:cNvPr>
          <p:cNvSpPr/>
          <p:nvPr/>
        </p:nvSpPr>
        <p:spPr>
          <a:xfrm>
            <a:off x="1044691" y="6354012"/>
            <a:ext cx="5660909" cy="770722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CN" sz="1400" dirty="0">
                <a:solidFill>
                  <a:srgbClr val="555555"/>
                </a:solidFill>
                <a:latin typeface="Noto Sans SC Medium"/>
                <a:ea typeface="Noto Sans SC Medium"/>
                <a:cs typeface="Arial" pitchFamily="34" charset="-120"/>
              </a:rPr>
              <a:t>Olidia</a:t>
            </a:r>
          </a:p>
        </p:txBody>
      </p:sp>
      <p:sp>
        <p:nvSpPr>
          <p:cNvPr id="92" name="Text 15">
            <a:extLst>
              <a:ext uri="{FF2B5EF4-FFF2-40B4-BE49-F238E27FC236}">
                <a16:creationId xmlns:a16="http://schemas.microsoft.com/office/drawing/2014/main" id="{FA816B10-0115-6AAB-C390-DC9BEFAC69F7}"/>
              </a:ext>
            </a:extLst>
          </p:cNvPr>
          <p:cNvSpPr/>
          <p:nvPr/>
        </p:nvSpPr>
        <p:spPr>
          <a:xfrm>
            <a:off x="6981209" y="6355483"/>
            <a:ext cx="2265448" cy="769251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Autofit/>
          </a:bodyPr>
          <a:lstStyle/>
          <a:p>
            <a:pPr algn="r"/>
            <a:r>
              <a:rPr lang="en-US" altLang="ko-KR" sz="12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120 (4cc)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400,000</a:t>
            </a:r>
          </a:p>
          <a:p>
            <a:pPr algn="r"/>
            <a:r>
              <a:rPr lang="zh-CN" sz="1200" dirty="0">
                <a:solidFill>
                  <a:srgbClr val="2498BD"/>
                </a:solidFill>
                <a:latin typeface="Noto Sans SC DemiLight"/>
                <a:ea typeface="Noto Sans SC DemiLight"/>
                <a:cs typeface="GC 16 Mono" pitchFamily="34" charset="-120"/>
              </a:rPr>
              <a:t xml:space="preserve">365 (1瓶)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800,000</a:t>
            </a:r>
            <a:endParaRPr lang="en-US" altLang="ko-KR" sz="1600" dirty="0">
              <a:latin typeface="신세계 Bold" panose="02000300000000000000" pitchFamily="50" charset="-127"/>
              <a:ea typeface="신세계 Bold" panose="02000300000000000000" pitchFamily="50" charset="-127"/>
            </a:endParaRPr>
          </a:p>
        </p:txBody>
      </p:sp>
      <p:sp>
        <p:nvSpPr>
          <p:cNvPr id="156" name="Shape 7">
            <a:extLst>
              <a:ext uri="{FF2B5EF4-FFF2-40B4-BE49-F238E27FC236}">
                <a16:creationId xmlns:a16="http://schemas.microsoft.com/office/drawing/2014/main" id="{485CC30B-6D60-DF5F-EE90-77B7268E13A4}"/>
              </a:ext>
            </a:extLst>
          </p:cNvPr>
          <p:cNvSpPr/>
          <p:nvPr/>
        </p:nvSpPr>
        <p:spPr>
          <a:xfrm>
            <a:off x="1041515" y="7122355"/>
            <a:ext cx="8205142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75" name="Text 11">
            <a:extLst>
              <a:ext uri="{FF2B5EF4-FFF2-40B4-BE49-F238E27FC236}">
                <a16:creationId xmlns:a16="http://schemas.microsoft.com/office/drawing/2014/main" id="{60F540FE-75C4-770C-880E-F4DA89E5081B}"/>
              </a:ext>
            </a:extLst>
          </p:cNvPr>
          <p:cNvSpPr/>
          <p:nvPr/>
        </p:nvSpPr>
        <p:spPr>
          <a:xfrm>
            <a:off x="1044691" y="5092790"/>
            <a:ext cx="5660909" cy="620151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CN" sz="1400" dirty="0">
                <a:solidFill>
                  <a:srgbClr val="555555"/>
                </a:solidFill>
                <a:latin typeface="Noto Sans SC Medium"/>
                <a:ea typeface="Noto Sans SC Medium"/>
                <a:cs typeface="Arial" pitchFamily="34" charset="-120"/>
              </a:rPr>
              <a:t>乔雅露 蓝瓶水光</a:t>
            </a:r>
            <a:endParaRPr lang="ko-KR" altLang="en-US" sz="1000" dirty="0">
              <a:solidFill>
                <a:srgbClr val="555555"/>
              </a:solidFill>
              <a:latin typeface="신세계 Medium" panose="02000300000000000000" pitchFamily="50" charset="-127"/>
              <a:ea typeface="신세계 Medium" panose="02000300000000000000" pitchFamily="50" charset="-127"/>
              <a:cs typeface="Arial" pitchFamily="34" charset="-120"/>
            </a:endParaRPr>
          </a:p>
        </p:txBody>
      </p:sp>
      <p:sp>
        <p:nvSpPr>
          <p:cNvPr id="177" name="Text 15">
            <a:extLst>
              <a:ext uri="{FF2B5EF4-FFF2-40B4-BE49-F238E27FC236}">
                <a16:creationId xmlns:a16="http://schemas.microsoft.com/office/drawing/2014/main" id="{2141CB39-CB43-70B9-EEEC-76A42F380FEF}"/>
              </a:ext>
            </a:extLst>
          </p:cNvPr>
          <p:cNvSpPr/>
          <p:nvPr/>
        </p:nvSpPr>
        <p:spPr>
          <a:xfrm>
            <a:off x="7711440" y="5094261"/>
            <a:ext cx="1535216" cy="617208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Autofit/>
          </a:bodyPr>
          <a:lstStyle/>
          <a:p>
            <a:pPr algn="r"/>
            <a:r>
              <a:rPr lang="en-US" altLang="ko-KR" sz="12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4cc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400,000</a:t>
            </a:r>
            <a:endParaRPr lang="en-US" altLang="ko-KR" sz="1400" dirty="0">
              <a:latin typeface="신세계 Bold" panose="02000300000000000000" pitchFamily="50" charset="-127"/>
              <a:ea typeface="신세계 Bold" panose="02000300000000000000" pitchFamily="50" charset="-127"/>
            </a:endParaRPr>
          </a:p>
          <a:p>
            <a:pPr algn="r"/>
            <a:r>
              <a:rPr lang="en-US" altLang="ko-KR" sz="12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1Vial(8cc)</a:t>
            </a:r>
            <a:r>
              <a:rPr lang="en-US" altLang="ko-KR" sz="14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700,000</a:t>
            </a:r>
            <a:endParaRPr lang="en-US" altLang="ko-KR" sz="1400" dirty="0">
              <a:latin typeface="신세계 Bold" panose="02000300000000000000" pitchFamily="50" charset="-127"/>
              <a:ea typeface="신세계 Bold" panose="02000300000000000000" pitchFamily="50" charset="-127"/>
            </a:endParaRPr>
          </a:p>
        </p:txBody>
      </p:sp>
      <p:sp>
        <p:nvSpPr>
          <p:cNvPr id="180" name="Shape 7">
            <a:extLst>
              <a:ext uri="{FF2B5EF4-FFF2-40B4-BE49-F238E27FC236}">
                <a16:creationId xmlns:a16="http://schemas.microsoft.com/office/drawing/2014/main" id="{57B17C8A-93B1-5C79-68A0-2F70088F2146}"/>
              </a:ext>
            </a:extLst>
          </p:cNvPr>
          <p:cNvSpPr/>
          <p:nvPr/>
        </p:nvSpPr>
        <p:spPr>
          <a:xfrm>
            <a:off x="1041515" y="5712942"/>
            <a:ext cx="8205142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97" name="Text 11">
            <a:extLst>
              <a:ext uri="{FF2B5EF4-FFF2-40B4-BE49-F238E27FC236}">
                <a16:creationId xmlns:a16="http://schemas.microsoft.com/office/drawing/2014/main" id="{9A1CCE11-8AC1-6AF1-C454-10BF2144FDA1}"/>
              </a:ext>
            </a:extLst>
          </p:cNvPr>
          <p:cNvSpPr/>
          <p:nvPr/>
        </p:nvSpPr>
        <p:spPr>
          <a:xfrm>
            <a:off x="1044691" y="5725554"/>
            <a:ext cx="5660909" cy="620151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CN" sz="1400" dirty="0">
                <a:solidFill>
                  <a:srgbClr val="555555"/>
                </a:solidFill>
                <a:latin typeface="Noto Sans SC Medium"/>
                <a:ea typeface="Noto Sans SC Medium"/>
                <a:cs typeface="Arial" pitchFamily="34" charset="-120"/>
              </a:rPr>
              <a:t>乔雅露 黑瓶丰盈 (8cc)</a:t>
            </a:r>
          </a:p>
        </p:txBody>
      </p:sp>
      <p:sp>
        <p:nvSpPr>
          <p:cNvPr id="198" name="Text 15">
            <a:extLst>
              <a:ext uri="{FF2B5EF4-FFF2-40B4-BE49-F238E27FC236}">
                <a16:creationId xmlns:a16="http://schemas.microsoft.com/office/drawing/2014/main" id="{C68EA4E0-19DD-D21F-D992-029E097932DA}"/>
              </a:ext>
            </a:extLst>
          </p:cNvPr>
          <p:cNvSpPr/>
          <p:nvPr/>
        </p:nvSpPr>
        <p:spPr>
          <a:xfrm>
            <a:off x="7819956" y="5727025"/>
            <a:ext cx="1426700" cy="617208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Autofit/>
          </a:bodyPr>
          <a:lstStyle/>
          <a:p>
            <a:pPr algn="r"/>
            <a:r>
              <a:rPr lang="zh-CN" sz="1200" dirty="0">
                <a:solidFill>
                  <a:srgbClr val="2498BD"/>
                </a:solidFill>
                <a:latin typeface="Noto Sans SC DemiLight"/>
                <a:ea typeface="Noto Sans SC DemiLight"/>
                <a:cs typeface="GC 16 Mono" pitchFamily="34" charset="-120"/>
              </a:rPr>
              <a:t xml:space="preserve">1次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800,000</a:t>
            </a:r>
            <a:endParaRPr lang="en-US" altLang="ko-KR" sz="1400" dirty="0">
              <a:latin typeface="신세계 Bold" panose="02000300000000000000" pitchFamily="50" charset="-127"/>
              <a:ea typeface="신세계 Bold" panose="02000300000000000000" pitchFamily="50" charset="-127"/>
            </a:endParaRPr>
          </a:p>
          <a:p>
            <a:pPr algn="r"/>
            <a:r>
              <a:rPr lang="zh-CN" sz="1200" dirty="0">
                <a:solidFill>
                  <a:srgbClr val="2498BD"/>
                </a:solidFill>
                <a:latin typeface="Noto Sans SC DemiLight"/>
                <a:ea typeface="Noto Sans SC DemiLight"/>
                <a:cs typeface="GC 16 Mono" pitchFamily="34" charset="-120"/>
              </a:rPr>
              <a:t>3次</a:t>
            </a:r>
            <a:r>
              <a:rPr lang="en-US" altLang="ko-KR" sz="14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2,000,000</a:t>
            </a:r>
            <a:endParaRPr lang="en-US" altLang="ko-KR" sz="1400" dirty="0">
              <a:latin typeface="신세계 Bold" panose="02000300000000000000" pitchFamily="50" charset="-127"/>
              <a:ea typeface="신세계 Bold" panose="02000300000000000000" pitchFamily="50" charset="-127"/>
            </a:endParaRPr>
          </a:p>
        </p:txBody>
      </p:sp>
      <p:sp>
        <p:nvSpPr>
          <p:cNvPr id="204" name="Text 11">
            <a:extLst>
              <a:ext uri="{FF2B5EF4-FFF2-40B4-BE49-F238E27FC236}">
                <a16:creationId xmlns:a16="http://schemas.microsoft.com/office/drawing/2014/main" id="{F1E61DD0-E71D-481E-C763-A8D5BDE44943}"/>
              </a:ext>
            </a:extLst>
          </p:cNvPr>
          <p:cNvSpPr/>
          <p:nvPr/>
        </p:nvSpPr>
        <p:spPr>
          <a:xfrm>
            <a:off x="1044691" y="7134744"/>
            <a:ext cx="5660909" cy="620151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CN" sz="1400" dirty="0">
                <a:solidFill>
                  <a:srgbClr val="555555"/>
                </a:solidFill>
                <a:latin typeface="Noto Sans SC Medium"/>
                <a:ea typeface="Noto Sans SC Medium"/>
                <a:cs typeface="Arial" pitchFamily="34" charset="-120"/>
              </a:rPr>
              <a:t>瑞得喜 Radiesse 1支</a:t>
            </a:r>
          </a:p>
        </p:txBody>
      </p:sp>
      <p:sp>
        <p:nvSpPr>
          <p:cNvPr id="205" name="Text 15">
            <a:extLst>
              <a:ext uri="{FF2B5EF4-FFF2-40B4-BE49-F238E27FC236}">
                <a16:creationId xmlns:a16="http://schemas.microsoft.com/office/drawing/2014/main" id="{E79B571A-C18F-6D42-BCF1-70FA44859326}"/>
              </a:ext>
            </a:extLst>
          </p:cNvPr>
          <p:cNvSpPr/>
          <p:nvPr/>
        </p:nvSpPr>
        <p:spPr>
          <a:xfrm>
            <a:off x="7819956" y="7136215"/>
            <a:ext cx="1426700" cy="617208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Autofit/>
          </a:bodyPr>
          <a:lstStyle/>
          <a:p>
            <a:pPr algn="r"/>
            <a:r>
              <a:rPr lang="zh-CN" sz="1200" dirty="0">
                <a:solidFill>
                  <a:srgbClr val="2498BD"/>
                </a:solidFill>
                <a:latin typeface="Noto Sans SC DemiLight"/>
                <a:ea typeface="Noto Sans SC DemiLight"/>
                <a:cs typeface="GC 16 Mono" pitchFamily="34" charset="-120"/>
              </a:rPr>
              <a:t xml:space="preserve">1次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1,000,000</a:t>
            </a:r>
            <a:endParaRPr lang="en-US" altLang="ko-KR" sz="1400" dirty="0">
              <a:latin typeface="신세계 Bold" panose="02000300000000000000" pitchFamily="50" charset="-127"/>
              <a:ea typeface="신세계 Bold" panose="02000300000000000000" pitchFamily="50" charset="-127"/>
            </a:endParaRPr>
          </a:p>
          <a:p>
            <a:pPr algn="r"/>
            <a:r>
              <a:rPr lang="zh-CN" sz="1200" dirty="0">
                <a:solidFill>
                  <a:srgbClr val="2498BD"/>
                </a:solidFill>
                <a:latin typeface="Noto Sans SC DemiLight"/>
                <a:ea typeface="Noto Sans SC DemiLight"/>
                <a:cs typeface="GC 16 Mono" pitchFamily="34" charset="-120"/>
              </a:rPr>
              <a:t>3次</a:t>
            </a:r>
            <a:r>
              <a:rPr lang="en-US" altLang="ko-KR" sz="14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2,500,000</a:t>
            </a:r>
            <a:endParaRPr lang="en-US" altLang="ko-KR" sz="1400" dirty="0">
              <a:latin typeface="신세계 Bold" panose="02000300000000000000" pitchFamily="50" charset="-127"/>
              <a:ea typeface="신세계 Bold" panose="02000300000000000000" pitchFamily="50" charset="-127"/>
            </a:endParaRPr>
          </a:p>
        </p:txBody>
      </p:sp>
      <p:sp>
        <p:nvSpPr>
          <p:cNvPr id="203" name="Shape 7">
            <a:extLst>
              <a:ext uri="{FF2B5EF4-FFF2-40B4-BE49-F238E27FC236}">
                <a16:creationId xmlns:a16="http://schemas.microsoft.com/office/drawing/2014/main" id="{17F873F4-188A-C171-6878-E560B0FA6793}"/>
              </a:ext>
            </a:extLst>
          </p:cNvPr>
          <p:cNvSpPr/>
          <p:nvPr/>
        </p:nvSpPr>
        <p:spPr>
          <a:xfrm>
            <a:off x="1041515" y="7754896"/>
            <a:ext cx="8205142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9E800C45-D5B8-0604-3BB8-EC3AFBEE4796}"/>
              </a:ext>
            </a:extLst>
          </p:cNvPr>
          <p:cNvSpPr txBox="1"/>
          <p:nvPr/>
        </p:nvSpPr>
        <p:spPr>
          <a:xfrm>
            <a:off x="930580" y="4746505"/>
            <a:ext cx="2370079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zh-CN" dirty="0">
                <a:latin typeface="Noto Sans SC SemiBold"/>
                <a:ea typeface="Noto Sans SC SemiBold"/>
                <a:cs typeface="Sinsegye" pitchFamily="34" charset="-120"/>
              </a:rPr>
              <a:t>胶原蛋白 · 填充丰盈</a:t>
            </a:r>
          </a:p>
        </p:txBody>
      </p:sp>
      <p:sp>
        <p:nvSpPr>
          <p:cNvPr id="214" name="Shape 7">
            <a:extLst>
              <a:ext uri="{FF2B5EF4-FFF2-40B4-BE49-F238E27FC236}">
                <a16:creationId xmlns:a16="http://schemas.microsoft.com/office/drawing/2014/main" id="{B7D3E4E3-A64D-ED1B-6E12-9EF5CE2AF20F}"/>
              </a:ext>
            </a:extLst>
          </p:cNvPr>
          <p:cNvSpPr/>
          <p:nvPr/>
        </p:nvSpPr>
        <p:spPr>
          <a:xfrm>
            <a:off x="1041515" y="5073260"/>
            <a:ext cx="8205142" cy="13607"/>
          </a:xfrm>
          <a:prstGeom prst="rect">
            <a:avLst/>
          </a:prstGeom>
          <a:solidFill>
            <a:srgbClr val="2498BD"/>
          </a:solidFill>
          <a:ln/>
        </p:spPr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775E5514-E10C-C634-A1A7-8D2B67082257}"/>
              </a:ext>
            </a:extLst>
          </p:cNvPr>
          <p:cNvGrpSpPr/>
          <p:nvPr/>
        </p:nvGrpSpPr>
        <p:grpSpPr>
          <a:xfrm>
            <a:off x="930580" y="9593882"/>
            <a:ext cx="8316077" cy="2516627"/>
            <a:chOff x="930580" y="10677088"/>
            <a:chExt cx="8316077" cy="2516627"/>
          </a:xfrm>
        </p:grpSpPr>
        <p:sp>
          <p:nvSpPr>
            <p:cNvPr id="248" name="Shape 7">
              <a:extLst>
                <a:ext uri="{FF2B5EF4-FFF2-40B4-BE49-F238E27FC236}">
                  <a16:creationId xmlns:a16="http://schemas.microsoft.com/office/drawing/2014/main" id="{CEC68061-309C-D591-B275-7E6E0F5B9919}"/>
                </a:ext>
              </a:extLst>
            </p:cNvPr>
            <p:cNvSpPr/>
            <p:nvPr/>
          </p:nvSpPr>
          <p:spPr>
            <a:xfrm>
              <a:off x="1041515" y="11391811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249" name="Shape 7">
              <a:extLst>
                <a:ext uri="{FF2B5EF4-FFF2-40B4-BE49-F238E27FC236}">
                  <a16:creationId xmlns:a16="http://schemas.microsoft.com/office/drawing/2014/main" id="{C6DDB5FC-9968-D5D3-1DCE-997CC7C67F02}"/>
                </a:ext>
              </a:extLst>
            </p:cNvPr>
            <p:cNvSpPr/>
            <p:nvPr/>
          </p:nvSpPr>
          <p:spPr>
            <a:xfrm>
              <a:off x="1041515" y="11003843"/>
              <a:ext cx="8205142" cy="13607"/>
            </a:xfrm>
            <a:prstGeom prst="rect">
              <a:avLst/>
            </a:prstGeom>
            <a:solidFill>
              <a:srgbClr val="2498BD"/>
            </a:solidFill>
            <a:ln/>
          </p:spPr>
        </p:sp>
        <p:sp>
          <p:nvSpPr>
            <p:cNvPr id="250" name="Shape 7">
              <a:extLst>
                <a:ext uri="{FF2B5EF4-FFF2-40B4-BE49-F238E27FC236}">
                  <a16:creationId xmlns:a16="http://schemas.microsoft.com/office/drawing/2014/main" id="{F8182B89-255B-E588-5D04-1C853DA3965D}"/>
                </a:ext>
              </a:extLst>
            </p:cNvPr>
            <p:cNvSpPr/>
            <p:nvPr/>
          </p:nvSpPr>
          <p:spPr>
            <a:xfrm>
              <a:off x="1041515" y="11777505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234" name="Shape 7">
              <a:extLst>
                <a:ext uri="{FF2B5EF4-FFF2-40B4-BE49-F238E27FC236}">
                  <a16:creationId xmlns:a16="http://schemas.microsoft.com/office/drawing/2014/main" id="{A9E86E26-B311-6CFD-A8B9-10224E5E7DD2}"/>
                </a:ext>
              </a:extLst>
            </p:cNvPr>
            <p:cNvSpPr/>
            <p:nvPr/>
          </p:nvSpPr>
          <p:spPr>
            <a:xfrm>
              <a:off x="1041515" y="12408321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235" name="Text 11">
              <a:extLst>
                <a:ext uri="{FF2B5EF4-FFF2-40B4-BE49-F238E27FC236}">
                  <a16:creationId xmlns:a16="http://schemas.microsoft.com/office/drawing/2014/main" id="{6D564DDE-BF34-FEE0-B40C-6503F9151C36}"/>
                </a:ext>
              </a:extLst>
            </p:cNvPr>
            <p:cNvSpPr/>
            <p:nvPr/>
          </p:nvSpPr>
          <p:spPr>
            <a:xfrm>
              <a:off x="1040343" y="11788169"/>
              <a:ext cx="3905742" cy="62015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CN" sz="1400" dirty="0">
                  <a:solidFill>
                    <a:srgbClr val="555555"/>
                  </a:solidFill>
                  <a:latin typeface="Noto Sans SC Medium"/>
                  <a:ea typeface="Noto Sans SC Medium"/>
                  <a:cs typeface="Arial" pitchFamily="34" charset="-120"/>
                </a:rPr>
                <a:t>Hilowave</a:t>
              </a:r>
              <a:endParaRPr lang="ko-KR" altLang="en-US" sz="1400" dirty="0">
                <a:solidFill>
                  <a:srgbClr val="555555"/>
                </a:solidFill>
                <a:latin typeface="신세계 Medium" panose="02000300000000000000" pitchFamily="50" charset="-127"/>
                <a:ea typeface="신세계 Medium" panose="02000300000000000000" pitchFamily="50" charset="-127"/>
                <a:cs typeface="Arial" pitchFamily="34" charset="-120"/>
              </a:endParaRPr>
            </a:p>
          </p:txBody>
        </p:sp>
        <p:sp>
          <p:nvSpPr>
            <p:cNvPr id="236" name="TextBox 235">
              <a:extLst>
                <a:ext uri="{FF2B5EF4-FFF2-40B4-BE49-F238E27FC236}">
                  <a16:creationId xmlns:a16="http://schemas.microsoft.com/office/drawing/2014/main" id="{32CA14B1-54B8-5317-9EF6-3B8290F7C2FF}"/>
                </a:ext>
              </a:extLst>
            </p:cNvPr>
            <p:cNvSpPr txBox="1"/>
            <p:nvPr/>
          </p:nvSpPr>
          <p:spPr>
            <a:xfrm>
              <a:off x="930580" y="10677088"/>
              <a:ext cx="1952200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zh-CN" dirty="0">
                  <a:latin typeface="Noto Sans SC SemiBold"/>
                  <a:ea typeface="Noto Sans SC SemiBold"/>
                  <a:cs typeface="Sinsegye" pitchFamily="34" charset="-120"/>
                </a:rPr>
                <a:t>紧致弹性 · 补水</a:t>
              </a:r>
              <a:endParaRPr lang="ko-KR" altLang="en-US" dirty="0">
                <a:latin typeface="신세계 SemiBold" panose="02000300000000000000" pitchFamily="50" charset="-127"/>
                <a:ea typeface="신세계 SemiBold" panose="02000300000000000000" pitchFamily="50" charset="-127"/>
                <a:cs typeface="Sinsegye" pitchFamily="34" charset="-120"/>
              </a:endParaRPr>
            </a:p>
          </p:txBody>
        </p:sp>
        <p:sp>
          <p:nvSpPr>
            <p:cNvPr id="237" name="Text 11">
              <a:extLst>
                <a:ext uri="{FF2B5EF4-FFF2-40B4-BE49-F238E27FC236}">
                  <a16:creationId xmlns:a16="http://schemas.microsoft.com/office/drawing/2014/main" id="{CE7C4110-0615-9FF5-AA4B-C2C2C1311DE0}"/>
                </a:ext>
              </a:extLst>
            </p:cNvPr>
            <p:cNvSpPr/>
            <p:nvPr/>
          </p:nvSpPr>
          <p:spPr>
            <a:xfrm>
              <a:off x="1044691" y="11005717"/>
              <a:ext cx="440106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CN" sz="1400" dirty="0">
                  <a:solidFill>
                    <a:srgbClr val="555555"/>
                  </a:solidFill>
                  <a:latin typeface="Noto Sans SC Medium"/>
                  <a:ea typeface="Noto Sans SC Medium"/>
                  <a:cs typeface="Arial" pitchFamily="34" charset="-120"/>
                </a:rPr>
                <a:t>基础水光针 (2cc)</a:t>
              </a:r>
            </a:p>
          </p:txBody>
        </p:sp>
        <p:sp>
          <p:nvSpPr>
            <p:cNvPr id="238" name="Text 11">
              <a:extLst>
                <a:ext uri="{FF2B5EF4-FFF2-40B4-BE49-F238E27FC236}">
                  <a16:creationId xmlns:a16="http://schemas.microsoft.com/office/drawing/2014/main" id="{B07E1F21-8A6F-73E7-7B9B-81FEC1F2E14C}"/>
                </a:ext>
              </a:extLst>
            </p:cNvPr>
            <p:cNvSpPr/>
            <p:nvPr/>
          </p:nvSpPr>
          <p:spPr>
            <a:xfrm>
              <a:off x="1044691" y="11399082"/>
              <a:ext cx="577520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CN" sz="1400" dirty="0">
                  <a:solidFill>
                    <a:srgbClr val="555555"/>
                  </a:solidFill>
                  <a:latin typeface="Noto Sans SC Medium"/>
                  <a:ea typeface="Noto Sans SC Medium"/>
                  <a:cs typeface="Arial" pitchFamily="34" charset="-120"/>
                </a:rPr>
                <a:t>Lilied M 1瓶 (5cc)</a:t>
              </a:r>
            </a:p>
          </p:txBody>
        </p:sp>
        <p:sp>
          <p:nvSpPr>
            <p:cNvPr id="239" name="Text 15">
              <a:extLst>
                <a:ext uri="{FF2B5EF4-FFF2-40B4-BE49-F238E27FC236}">
                  <a16:creationId xmlns:a16="http://schemas.microsoft.com/office/drawing/2014/main" id="{9F268E9E-6B92-5F3E-0D58-1D2C2C43FA55}"/>
                </a:ext>
              </a:extLst>
            </p:cNvPr>
            <p:cNvSpPr/>
            <p:nvPr/>
          </p:nvSpPr>
          <p:spPr>
            <a:xfrm>
              <a:off x="8585650" y="11085735"/>
              <a:ext cx="661006" cy="215444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99,000</a:t>
              </a:r>
            </a:p>
          </p:txBody>
        </p:sp>
        <p:sp>
          <p:nvSpPr>
            <p:cNvPr id="242" name="Text 15">
              <a:extLst>
                <a:ext uri="{FF2B5EF4-FFF2-40B4-BE49-F238E27FC236}">
                  <a16:creationId xmlns:a16="http://schemas.microsoft.com/office/drawing/2014/main" id="{C1A8D845-0A3A-E136-EC93-65C18E0D4DA1}"/>
                </a:ext>
              </a:extLst>
            </p:cNvPr>
            <p:cNvSpPr/>
            <p:nvPr/>
          </p:nvSpPr>
          <p:spPr>
            <a:xfrm>
              <a:off x="8492676" y="11479100"/>
              <a:ext cx="753980" cy="215444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180,000</a:t>
              </a:r>
            </a:p>
          </p:txBody>
        </p:sp>
        <p:sp>
          <p:nvSpPr>
            <p:cNvPr id="246" name="Text 15">
              <a:extLst>
                <a:ext uri="{FF2B5EF4-FFF2-40B4-BE49-F238E27FC236}">
                  <a16:creationId xmlns:a16="http://schemas.microsoft.com/office/drawing/2014/main" id="{13EE5C0F-A992-E353-5BC8-9C7A1736D8E6}"/>
                </a:ext>
              </a:extLst>
            </p:cNvPr>
            <p:cNvSpPr/>
            <p:nvPr/>
          </p:nvSpPr>
          <p:spPr>
            <a:xfrm>
              <a:off x="8058723" y="11882801"/>
              <a:ext cx="1183584" cy="430887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2cc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700,000</a:t>
              </a:r>
            </a:p>
            <a:p>
              <a:pPr algn="r"/>
              <a:r>
                <a:rPr lang="en-US" altLang="ko-KR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4cc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1,400,000</a:t>
              </a:r>
              <a:endParaRPr lang="en-US" altLang="ko-KR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</p:txBody>
        </p:sp>
        <p:grpSp>
          <p:nvGrpSpPr>
            <p:cNvPr id="251" name="그룹 250">
              <a:extLst>
                <a:ext uri="{FF2B5EF4-FFF2-40B4-BE49-F238E27FC236}">
                  <a16:creationId xmlns:a16="http://schemas.microsoft.com/office/drawing/2014/main" id="{52795262-C4C4-0B25-3C3B-F6BE708619A7}"/>
                </a:ext>
              </a:extLst>
            </p:cNvPr>
            <p:cNvGrpSpPr/>
            <p:nvPr/>
          </p:nvGrpSpPr>
          <p:grpSpPr>
            <a:xfrm>
              <a:off x="1041515" y="12794414"/>
              <a:ext cx="8205142" cy="399301"/>
              <a:chOff x="1041515" y="5834612"/>
              <a:chExt cx="8205142" cy="399301"/>
            </a:xfrm>
          </p:grpSpPr>
          <p:sp>
            <p:nvSpPr>
              <p:cNvPr id="252" name="Shape 7">
                <a:extLst>
                  <a:ext uri="{FF2B5EF4-FFF2-40B4-BE49-F238E27FC236}">
                    <a16:creationId xmlns:a16="http://schemas.microsoft.com/office/drawing/2014/main" id="{B152B9E3-CEB7-1AEB-9E96-0385C2C52F57}"/>
                  </a:ext>
                </a:extLst>
              </p:cNvPr>
              <p:cNvSpPr/>
              <p:nvPr/>
            </p:nvSpPr>
            <p:spPr>
              <a:xfrm>
                <a:off x="1041515" y="5834612"/>
                <a:ext cx="8205142" cy="13607"/>
              </a:xfrm>
              <a:prstGeom prst="rect">
                <a:avLst/>
              </a:prstGeom>
              <a:solidFill>
                <a:srgbClr val="CCCCCC"/>
              </a:solidFill>
              <a:ln/>
            </p:spPr>
          </p:sp>
          <p:sp>
            <p:nvSpPr>
              <p:cNvPr id="254" name="Shape 7">
                <a:extLst>
                  <a:ext uri="{FF2B5EF4-FFF2-40B4-BE49-F238E27FC236}">
                    <a16:creationId xmlns:a16="http://schemas.microsoft.com/office/drawing/2014/main" id="{856B8AE0-B325-DAB9-1ADA-121E3E3A0250}"/>
                  </a:ext>
                </a:extLst>
              </p:cNvPr>
              <p:cNvSpPr/>
              <p:nvPr/>
            </p:nvSpPr>
            <p:spPr>
              <a:xfrm>
                <a:off x="1041515" y="6220306"/>
                <a:ext cx="8205142" cy="13607"/>
              </a:xfrm>
              <a:prstGeom prst="rect">
                <a:avLst/>
              </a:prstGeom>
              <a:solidFill>
                <a:srgbClr val="CCCCCC"/>
              </a:solidFill>
              <a:ln/>
            </p:spPr>
          </p:sp>
        </p:grpSp>
        <p:sp>
          <p:nvSpPr>
            <p:cNvPr id="255" name="Text 11">
              <a:extLst>
                <a:ext uri="{FF2B5EF4-FFF2-40B4-BE49-F238E27FC236}">
                  <a16:creationId xmlns:a16="http://schemas.microsoft.com/office/drawing/2014/main" id="{D8D51D21-AD53-5CEE-6558-F311B03059ED}"/>
                </a:ext>
              </a:extLst>
            </p:cNvPr>
            <p:cNvSpPr/>
            <p:nvPr/>
          </p:nvSpPr>
          <p:spPr>
            <a:xfrm>
              <a:off x="1044691" y="12408320"/>
              <a:ext cx="5936518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CN" sz="1400" dirty="0">
                  <a:solidFill>
                    <a:srgbClr val="555555"/>
                  </a:solidFill>
                  <a:latin typeface="Noto Sans SC Medium"/>
                  <a:ea typeface="Noto Sans SC Medium"/>
                  <a:cs typeface="Arial" pitchFamily="34" charset="-120"/>
                </a:rPr>
                <a:t>乔雅登 Skinvive (2cc)</a:t>
              </a:r>
              <a:endParaRPr lang="en-US" altLang="ko-KR" sz="1000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256" name="Text 11">
              <a:extLst>
                <a:ext uri="{FF2B5EF4-FFF2-40B4-BE49-F238E27FC236}">
                  <a16:creationId xmlns:a16="http://schemas.microsoft.com/office/drawing/2014/main" id="{3E3969C9-853C-C996-DCF7-7D280DDC0624}"/>
                </a:ext>
              </a:extLst>
            </p:cNvPr>
            <p:cNvSpPr/>
            <p:nvPr/>
          </p:nvSpPr>
          <p:spPr>
            <a:xfrm>
              <a:off x="1044691" y="12801685"/>
              <a:ext cx="5936518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CN" sz="1400" dirty="0">
                  <a:solidFill>
                    <a:srgbClr val="555555"/>
                  </a:solidFill>
                  <a:latin typeface="Noto Sans SC Medium"/>
                  <a:ea typeface="Noto Sans SC Medium"/>
                  <a:cs typeface="Arial" pitchFamily="34" charset="-120"/>
                </a:rPr>
                <a:t>保柔缇 Revive (2cc)</a:t>
              </a:r>
              <a:endParaRPr lang="ko-KR" altLang="en-US" sz="1000" dirty="0">
                <a:solidFill>
                  <a:srgbClr val="6E6E6E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endParaRPr>
            </a:p>
          </p:txBody>
        </p:sp>
        <p:sp>
          <p:nvSpPr>
            <p:cNvPr id="257" name="Text 15">
              <a:extLst>
                <a:ext uri="{FF2B5EF4-FFF2-40B4-BE49-F238E27FC236}">
                  <a16:creationId xmlns:a16="http://schemas.microsoft.com/office/drawing/2014/main" id="{0F4DC521-26BE-92B4-AFEE-AD2C45868EC8}"/>
                </a:ext>
              </a:extLst>
            </p:cNvPr>
            <p:cNvSpPr/>
            <p:nvPr/>
          </p:nvSpPr>
          <p:spPr>
            <a:xfrm>
              <a:off x="8470234" y="12488338"/>
              <a:ext cx="776422" cy="215444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700,000</a:t>
              </a:r>
            </a:p>
          </p:txBody>
        </p:sp>
        <p:sp>
          <p:nvSpPr>
            <p:cNvPr id="260" name="Text 15">
              <a:extLst>
                <a:ext uri="{FF2B5EF4-FFF2-40B4-BE49-F238E27FC236}">
                  <a16:creationId xmlns:a16="http://schemas.microsoft.com/office/drawing/2014/main" id="{B682348B-7883-59C9-B73F-9B98C71058FE}"/>
                </a:ext>
              </a:extLst>
            </p:cNvPr>
            <p:cNvSpPr/>
            <p:nvPr/>
          </p:nvSpPr>
          <p:spPr>
            <a:xfrm>
              <a:off x="8462219" y="12881703"/>
              <a:ext cx="784437" cy="215444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80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</p:grpSp>
      <p:sp>
        <p:nvSpPr>
          <p:cNvPr id="262" name="Text 96">
            <a:extLst>
              <a:ext uri="{FF2B5EF4-FFF2-40B4-BE49-F238E27FC236}">
                <a16:creationId xmlns:a16="http://schemas.microsoft.com/office/drawing/2014/main" id="{DD66A37A-BBF2-55D4-A318-07588E9891A8}"/>
              </a:ext>
            </a:extLst>
          </p:cNvPr>
          <p:cNvSpPr/>
          <p:nvPr/>
        </p:nvSpPr>
        <p:spPr>
          <a:xfrm>
            <a:off x="529167" y="13503293"/>
            <a:ext cx="9237133" cy="187694"/>
          </a:xfrm>
          <a:prstGeom prst="rect">
            <a:avLst/>
          </a:prstGeom>
          <a:noFill/>
          <a:ln/>
        </p:spPr>
        <p:txBody>
          <a:bodyPr wrap="square" lIns="25400" tIns="25400" rIns="514800" bIns="25400" rtlCol="0" anchor="t">
            <a:normAutofit fontScale="92500" lnSpcReduction="10000"/>
          </a:bodyPr>
          <a:lstStyle/>
          <a:p>
            <a:pPr marL="0" indent="0" algn="r">
              <a:buNone/>
            </a:pPr>
            <a:r>
              <a:rPr lang="zh-CN" sz="882" dirty="0">
                <a:solidFill>
                  <a:srgbClr val="6E6E6E"/>
                </a:solidFill>
                <a:latin typeface="Noto Sans SC DemiLight"/>
                <a:ea typeface="Noto Sans SC DemiLight"/>
                <a:cs typeface="GC 16 Mono" pitchFamily="34" charset="-120"/>
              </a:rPr>
              <a:t>* 价格不含10%附加税</a:t>
            </a:r>
            <a:endParaRPr lang="en-US" sz="1013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CF96CF68-A027-85E7-2A41-1F0A97664104}"/>
              </a:ext>
            </a:extLst>
          </p:cNvPr>
          <p:cNvGrpSpPr/>
          <p:nvPr/>
        </p:nvGrpSpPr>
        <p:grpSpPr>
          <a:xfrm>
            <a:off x="930580" y="7918052"/>
            <a:ext cx="8316077" cy="1471832"/>
            <a:chOff x="930580" y="8302340"/>
            <a:chExt cx="8316077" cy="1471832"/>
          </a:xfrm>
        </p:grpSpPr>
        <p:sp>
          <p:nvSpPr>
            <p:cNvPr id="213" name="Shape 7">
              <a:extLst>
                <a:ext uri="{FF2B5EF4-FFF2-40B4-BE49-F238E27FC236}">
                  <a16:creationId xmlns:a16="http://schemas.microsoft.com/office/drawing/2014/main" id="{67074E1F-E7E2-D776-972A-5A62E63CE541}"/>
                </a:ext>
              </a:extLst>
            </p:cNvPr>
            <p:cNvSpPr/>
            <p:nvPr/>
          </p:nvSpPr>
          <p:spPr>
            <a:xfrm>
              <a:off x="1041515" y="8992643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215" name="Shape 7">
              <a:extLst>
                <a:ext uri="{FF2B5EF4-FFF2-40B4-BE49-F238E27FC236}">
                  <a16:creationId xmlns:a16="http://schemas.microsoft.com/office/drawing/2014/main" id="{48AA2153-46D3-B118-EA8F-E6C978F65E51}"/>
                </a:ext>
              </a:extLst>
            </p:cNvPr>
            <p:cNvSpPr/>
            <p:nvPr/>
          </p:nvSpPr>
          <p:spPr>
            <a:xfrm>
              <a:off x="1041515" y="9378337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217" name="Text 11">
              <a:extLst>
                <a:ext uri="{FF2B5EF4-FFF2-40B4-BE49-F238E27FC236}">
                  <a16:creationId xmlns:a16="http://schemas.microsoft.com/office/drawing/2014/main" id="{247C8FF0-C3D9-F3A8-D56D-1455B508EE28}"/>
                </a:ext>
              </a:extLst>
            </p:cNvPr>
            <p:cNvSpPr/>
            <p:nvPr/>
          </p:nvSpPr>
          <p:spPr>
            <a:xfrm>
              <a:off x="1044691" y="8615340"/>
              <a:ext cx="566090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CN" sz="1400" dirty="0">
                  <a:solidFill>
                    <a:srgbClr val="555555"/>
                  </a:solidFill>
                  <a:latin typeface="Noto Sans SC Medium"/>
                  <a:ea typeface="Noto Sans SC Medium"/>
                  <a:cs typeface="Arial" pitchFamily="34" charset="-120"/>
                </a:rPr>
                <a:t>Celcore 1支</a:t>
              </a:r>
            </a:p>
          </p:txBody>
        </p:sp>
        <p:sp>
          <p:nvSpPr>
            <p:cNvPr id="218" name="Text 15">
              <a:extLst>
                <a:ext uri="{FF2B5EF4-FFF2-40B4-BE49-F238E27FC236}">
                  <a16:creationId xmlns:a16="http://schemas.microsoft.com/office/drawing/2014/main" id="{607D2774-293A-1302-479C-E0A600F2E829}"/>
                </a:ext>
              </a:extLst>
            </p:cNvPr>
            <p:cNvSpPr/>
            <p:nvPr/>
          </p:nvSpPr>
          <p:spPr>
            <a:xfrm>
              <a:off x="6981209" y="8616811"/>
              <a:ext cx="2265448" cy="372539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800,000</a:t>
              </a:r>
            </a:p>
          </p:txBody>
        </p:sp>
        <p:sp>
          <p:nvSpPr>
            <p:cNvPr id="220" name="Text 11">
              <a:extLst>
                <a:ext uri="{FF2B5EF4-FFF2-40B4-BE49-F238E27FC236}">
                  <a16:creationId xmlns:a16="http://schemas.microsoft.com/office/drawing/2014/main" id="{C7EEC850-AEB6-C17B-BF0A-71A349746CB8}"/>
                </a:ext>
              </a:extLst>
            </p:cNvPr>
            <p:cNvSpPr/>
            <p:nvPr/>
          </p:nvSpPr>
          <p:spPr>
            <a:xfrm>
              <a:off x="1044691" y="9007185"/>
              <a:ext cx="566090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CN" sz="1400" dirty="0">
                  <a:solidFill>
                    <a:srgbClr val="555555"/>
                  </a:solidFill>
                  <a:latin typeface="Noto Sans SC Medium"/>
                  <a:ea typeface="Noto Sans SC Medium"/>
                  <a:cs typeface="Arial" pitchFamily="34" charset="-120"/>
                </a:rPr>
                <a:t>艾拉薇 Re2O 1瓶 (6cc)</a:t>
              </a:r>
            </a:p>
          </p:txBody>
        </p:sp>
        <p:sp>
          <p:nvSpPr>
            <p:cNvPr id="221" name="Text 15">
              <a:extLst>
                <a:ext uri="{FF2B5EF4-FFF2-40B4-BE49-F238E27FC236}">
                  <a16:creationId xmlns:a16="http://schemas.microsoft.com/office/drawing/2014/main" id="{0D6A5111-009A-5331-87E7-E445E0FCD266}"/>
                </a:ext>
              </a:extLst>
            </p:cNvPr>
            <p:cNvSpPr/>
            <p:nvPr/>
          </p:nvSpPr>
          <p:spPr>
            <a:xfrm>
              <a:off x="6981209" y="9008656"/>
              <a:ext cx="2265448" cy="372539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800,000</a:t>
              </a:r>
            </a:p>
          </p:txBody>
        </p:sp>
        <p:sp>
          <p:nvSpPr>
            <p:cNvPr id="223" name="Text 11">
              <a:extLst>
                <a:ext uri="{FF2B5EF4-FFF2-40B4-BE49-F238E27FC236}">
                  <a16:creationId xmlns:a16="http://schemas.microsoft.com/office/drawing/2014/main" id="{ABA9B80B-983F-B6FF-A214-1E06002971B2}"/>
                </a:ext>
              </a:extLst>
            </p:cNvPr>
            <p:cNvSpPr/>
            <p:nvPr/>
          </p:nvSpPr>
          <p:spPr>
            <a:xfrm>
              <a:off x="1044691" y="9386644"/>
              <a:ext cx="566090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CN" sz="1400" dirty="0">
                  <a:solidFill>
                    <a:srgbClr val="555555"/>
                  </a:solidFill>
                  <a:latin typeface="Noto Sans SC Medium"/>
                  <a:ea typeface="Noto Sans SC Medium"/>
                  <a:cs typeface="Arial" pitchFamily="34" charset="-120"/>
                </a:rPr>
                <a:t>艾拉薇 Re2O Fine 1瓶 (2cc)</a:t>
              </a:r>
            </a:p>
          </p:txBody>
        </p:sp>
        <p:sp>
          <p:nvSpPr>
            <p:cNvPr id="224" name="Text 15">
              <a:extLst>
                <a:ext uri="{FF2B5EF4-FFF2-40B4-BE49-F238E27FC236}">
                  <a16:creationId xmlns:a16="http://schemas.microsoft.com/office/drawing/2014/main" id="{2B7AEE63-8C86-128F-1984-37217F1D3AC2}"/>
                </a:ext>
              </a:extLst>
            </p:cNvPr>
            <p:cNvSpPr/>
            <p:nvPr/>
          </p:nvSpPr>
          <p:spPr>
            <a:xfrm>
              <a:off x="6981209" y="9388115"/>
              <a:ext cx="2265448" cy="372539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600,000</a:t>
              </a:r>
            </a:p>
          </p:txBody>
        </p:sp>
        <p:sp>
          <p:nvSpPr>
            <p:cNvPr id="227" name="Shape 7">
              <a:extLst>
                <a:ext uri="{FF2B5EF4-FFF2-40B4-BE49-F238E27FC236}">
                  <a16:creationId xmlns:a16="http://schemas.microsoft.com/office/drawing/2014/main" id="{2E62A571-0970-AF23-C0FB-4DC41AD3F34F}"/>
                </a:ext>
              </a:extLst>
            </p:cNvPr>
            <p:cNvSpPr/>
            <p:nvPr/>
          </p:nvSpPr>
          <p:spPr>
            <a:xfrm>
              <a:off x="1041515" y="9760565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10" name="Shape 7">
              <a:extLst>
                <a:ext uri="{FF2B5EF4-FFF2-40B4-BE49-F238E27FC236}">
                  <a16:creationId xmlns:a16="http://schemas.microsoft.com/office/drawing/2014/main" id="{E8E2D98D-5F6C-649A-ED6E-6E77FD32A196}"/>
                </a:ext>
              </a:extLst>
            </p:cNvPr>
            <p:cNvSpPr/>
            <p:nvPr/>
          </p:nvSpPr>
          <p:spPr>
            <a:xfrm>
              <a:off x="1041515" y="8629095"/>
              <a:ext cx="8205142" cy="13607"/>
            </a:xfrm>
            <a:prstGeom prst="rect">
              <a:avLst/>
            </a:prstGeom>
            <a:solidFill>
              <a:srgbClr val="2498BD"/>
            </a:solidFill>
            <a:ln/>
          </p:spPr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A8EEF80-0B91-1E5C-2211-2F5E6CBE6BF9}"/>
                </a:ext>
              </a:extLst>
            </p:cNvPr>
            <p:cNvSpPr txBox="1"/>
            <p:nvPr/>
          </p:nvSpPr>
          <p:spPr>
            <a:xfrm>
              <a:off x="930580" y="8302340"/>
              <a:ext cx="694421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en-US" altLang="ko-KR" dirty="0">
                  <a:latin typeface="신세계 SemiBold" panose="02000300000000000000" pitchFamily="50" charset="-127"/>
                  <a:ea typeface="신세계 SemiBold" panose="02000300000000000000" pitchFamily="50" charset="-127"/>
                  <a:cs typeface="Sinsegye" pitchFamily="34" charset="-120"/>
                </a:rPr>
                <a:t>ECM</a:t>
              </a:r>
              <a:endParaRPr lang="ko-KR" altLang="en-US" dirty="0">
                <a:latin typeface="신세계 SemiBold" panose="02000300000000000000" pitchFamily="50" charset="-127"/>
                <a:ea typeface="신세계 SemiBold" panose="02000300000000000000" pitchFamily="50" charset="-127"/>
                <a:cs typeface="Sinsegye" pitchFamily="34" charset="-120"/>
              </a:endParaRPr>
            </a:p>
          </p:txBody>
        </p:sp>
      </p:grpSp>
      <p:sp>
        <p:nvSpPr>
          <p:cNvPr id="4" name="Shape 7">
            <a:extLst>
              <a:ext uri="{FF2B5EF4-FFF2-40B4-BE49-F238E27FC236}">
                <a16:creationId xmlns:a16="http://schemas.microsoft.com/office/drawing/2014/main" id="{409CBCEA-7DD9-42D8-50E1-0F969FD18F6F}"/>
              </a:ext>
            </a:extLst>
          </p:cNvPr>
          <p:cNvSpPr/>
          <p:nvPr/>
        </p:nvSpPr>
        <p:spPr>
          <a:xfrm>
            <a:off x="1044691" y="4581004"/>
            <a:ext cx="8205142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BFF8BED7-0C66-E698-3878-3A1F140944A1}"/>
              </a:ext>
            </a:extLst>
          </p:cNvPr>
          <p:cNvSpPr/>
          <p:nvPr/>
        </p:nvSpPr>
        <p:spPr>
          <a:xfrm>
            <a:off x="1037167" y="4214408"/>
            <a:ext cx="5660909" cy="375481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CN" sz="1400" dirty="0">
                <a:solidFill>
                  <a:srgbClr val="555555"/>
                </a:solidFill>
                <a:latin typeface="Noto Sans SC Medium"/>
                <a:ea typeface="Noto Sans SC Medium"/>
                <a:cs typeface="Arial" pitchFamily="34" charset="-120"/>
              </a:rPr>
              <a:t>EXOXE (2.5cc)</a:t>
            </a:r>
          </a:p>
        </p:txBody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3695BD39-EA57-CE40-19BC-5B55206D6F4E}"/>
              </a:ext>
            </a:extLst>
          </p:cNvPr>
          <p:cNvSpPr/>
          <p:nvPr/>
        </p:nvSpPr>
        <p:spPr>
          <a:xfrm>
            <a:off x="6973685" y="4215879"/>
            <a:ext cx="2265448" cy="372539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Autofit/>
          </a:bodyPr>
          <a:lstStyle/>
          <a:p>
            <a:pPr algn="r"/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300,000</a:t>
            </a:r>
          </a:p>
        </p:txBody>
      </p:sp>
      <p:sp>
        <p:nvSpPr>
          <p:cNvPr id="18" name="Shape 7">
            <a:extLst>
              <a:ext uri="{FF2B5EF4-FFF2-40B4-BE49-F238E27FC236}">
                <a16:creationId xmlns:a16="http://schemas.microsoft.com/office/drawing/2014/main" id="{A1749155-27DC-F16E-18B0-ABFA466792EE}"/>
              </a:ext>
            </a:extLst>
          </p:cNvPr>
          <p:cNvSpPr/>
          <p:nvPr/>
        </p:nvSpPr>
        <p:spPr>
          <a:xfrm>
            <a:off x="1040400" y="13010400"/>
            <a:ext cx="8205142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0" name="Text 11">
            <a:extLst>
              <a:ext uri="{FF2B5EF4-FFF2-40B4-BE49-F238E27FC236}">
                <a16:creationId xmlns:a16="http://schemas.microsoft.com/office/drawing/2014/main" id="{2D3A9D47-91CF-5657-A8EC-CC373B163B5E}"/>
              </a:ext>
            </a:extLst>
          </p:cNvPr>
          <p:cNvSpPr/>
          <p:nvPr/>
        </p:nvSpPr>
        <p:spPr>
          <a:xfrm>
            <a:off x="1036800" y="12628800"/>
            <a:ext cx="5936518" cy="375481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CN" sz="1400" dirty="0">
                <a:solidFill>
                  <a:srgbClr val="555555"/>
                </a:solidFill>
                <a:latin typeface="Noto Sans SC Medium"/>
                <a:ea typeface="Noto Sans SC Medium"/>
                <a:cs typeface="Arial" pitchFamily="34" charset="-120"/>
              </a:rPr>
              <a:t>追加 DermaShine 针头</a:t>
            </a:r>
            <a:endParaRPr lang="en-US" altLang="ko-KR" sz="100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22" name="Text 11">
            <a:extLst>
              <a:ext uri="{FF2B5EF4-FFF2-40B4-BE49-F238E27FC236}">
                <a16:creationId xmlns:a16="http://schemas.microsoft.com/office/drawing/2014/main" id="{CC1C6413-C780-3824-E4F5-50F7D3D1FB1A}"/>
              </a:ext>
            </a:extLst>
          </p:cNvPr>
          <p:cNvSpPr/>
          <p:nvPr/>
        </p:nvSpPr>
        <p:spPr>
          <a:xfrm>
            <a:off x="1036800" y="13021200"/>
            <a:ext cx="5936518" cy="375481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CN" sz="1400" dirty="0">
                <a:solidFill>
                  <a:srgbClr val="555555"/>
                </a:solidFill>
                <a:latin typeface="Noto Sans SC Medium"/>
                <a:ea typeface="Noto Sans SC Medium"/>
                <a:cs typeface="Arial" pitchFamily="34" charset="-120"/>
              </a:rPr>
              <a:t>追加 Potenza Pumping 探头</a:t>
            </a:r>
            <a:endParaRPr lang="ko-KR" altLang="en-US" sz="1000" dirty="0">
              <a:solidFill>
                <a:srgbClr val="6E6E6E"/>
              </a:solidFill>
              <a:latin typeface="신세계 Regular" panose="02000300000000000000" pitchFamily="50" charset="-127"/>
              <a:ea typeface="신세계 Regular" panose="02000300000000000000" pitchFamily="50" charset="-127"/>
              <a:cs typeface="Arial" pitchFamily="34" charset="-120"/>
            </a:endParaRPr>
          </a:p>
        </p:txBody>
      </p:sp>
      <p:sp>
        <p:nvSpPr>
          <p:cNvPr id="24" name="Text 15">
            <a:extLst>
              <a:ext uri="{FF2B5EF4-FFF2-40B4-BE49-F238E27FC236}">
                <a16:creationId xmlns:a16="http://schemas.microsoft.com/office/drawing/2014/main" id="{944B1EA8-48BF-4318-32BE-3E6103681DB4}"/>
              </a:ext>
            </a:extLst>
          </p:cNvPr>
          <p:cNvSpPr/>
          <p:nvPr/>
        </p:nvSpPr>
        <p:spPr>
          <a:xfrm>
            <a:off x="8463600" y="12708000"/>
            <a:ext cx="776422" cy="215444"/>
          </a:xfrm>
          <a:prstGeom prst="rect">
            <a:avLst/>
          </a:prstGeom>
          <a:noFill/>
          <a:ln/>
        </p:spPr>
        <p:txBody>
          <a:bodyPr wrap="none" lIns="0" tIns="0" rIns="72000" bIns="0" rtlCol="0" anchor="ctr" anchorCtr="0">
            <a:spAutoFit/>
          </a:bodyPr>
          <a:lstStyle/>
          <a:p>
            <a:pPr algn="r"/>
            <a:r>
              <a:rPr lang="en-US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100,000</a:t>
            </a:r>
          </a:p>
        </p:txBody>
      </p:sp>
      <p:sp>
        <p:nvSpPr>
          <p:cNvPr id="26" name="Text 15">
            <a:extLst>
              <a:ext uri="{FF2B5EF4-FFF2-40B4-BE49-F238E27FC236}">
                <a16:creationId xmlns:a16="http://schemas.microsoft.com/office/drawing/2014/main" id="{190CC9D7-F9F0-2243-0DB3-2B47C9DE70B5}"/>
              </a:ext>
            </a:extLst>
          </p:cNvPr>
          <p:cNvSpPr/>
          <p:nvPr/>
        </p:nvSpPr>
        <p:spPr>
          <a:xfrm>
            <a:off x="8470800" y="13100400"/>
            <a:ext cx="766804" cy="215444"/>
          </a:xfrm>
          <a:prstGeom prst="rect">
            <a:avLst/>
          </a:prstGeom>
          <a:noFill/>
          <a:ln/>
        </p:spPr>
        <p:txBody>
          <a:bodyPr wrap="none" lIns="0" tIns="0" rIns="72000" bIns="0" rtlCol="0" anchor="ctr" anchorCtr="0">
            <a:spAutoFit/>
          </a:bodyPr>
          <a:lstStyle/>
          <a:p>
            <a:pPr algn="r"/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25</a:t>
            </a:r>
            <a:r>
              <a:rPr lang="en-US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0,000</a:t>
            </a:r>
          </a:p>
        </p:txBody>
      </p:sp>
      <p:sp>
        <p:nvSpPr>
          <p:cNvPr id="28" name="Shape 7">
            <a:extLst>
              <a:ext uri="{FF2B5EF4-FFF2-40B4-BE49-F238E27FC236}">
                <a16:creationId xmlns:a16="http://schemas.microsoft.com/office/drawing/2014/main" id="{23F3B31E-F2DF-D2ED-63D8-7AC9020A30D8}"/>
              </a:ext>
            </a:extLst>
          </p:cNvPr>
          <p:cNvSpPr/>
          <p:nvPr/>
        </p:nvSpPr>
        <p:spPr>
          <a:xfrm>
            <a:off x="1040400" y="13395600"/>
            <a:ext cx="8205142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63" name="TextBox 235">
            <a:extLst>
              <a:ext uri="{FF2B5EF4-FFF2-40B4-BE49-F238E27FC236}">
                <a16:creationId xmlns:a16="http://schemas.microsoft.com/office/drawing/2014/main" id="{32CA14B1-54B8-5317-9EF6-3B8290F7C2FF}"/>
              </a:ext>
            </a:extLst>
          </p:cNvPr>
          <p:cNvSpPr txBox="1"/>
          <p:nvPr/>
        </p:nvSpPr>
        <p:spPr>
          <a:xfrm>
            <a:off x="1029600" y="12290400"/>
            <a:ext cx="1833372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l"/>
            <a:r>
              <a:rPr lang="zh-CN" dirty="0">
                <a:latin typeface="Noto Sans SC SemiBold"/>
                <a:ea typeface="Noto Sans SC SemiBold"/>
                <a:cs typeface="Sinsegye" pitchFamily="34" charset="-120"/>
              </a:rPr>
              <a:t>追加针头 / 探头</a:t>
            </a:r>
          </a:p>
        </p:txBody>
      </p:sp>
      <p:sp>
        <p:nvSpPr>
          <p:cNvPr id="264" name="Shape 7">
            <a:extLst>
              <a:ext uri="{FF2B5EF4-FFF2-40B4-BE49-F238E27FC236}">
                <a16:creationId xmlns:a16="http://schemas.microsoft.com/office/drawing/2014/main" id="{C6DDB5FC-9968-D5D3-1DCE-997CC7C67F02}"/>
              </a:ext>
            </a:extLst>
          </p:cNvPr>
          <p:cNvSpPr/>
          <p:nvPr/>
        </p:nvSpPr>
        <p:spPr>
          <a:xfrm>
            <a:off x="1040400" y="12618000"/>
            <a:ext cx="8205142" cy="13607"/>
          </a:xfrm>
          <a:prstGeom prst="rect">
            <a:avLst/>
          </a:prstGeom>
          <a:solidFill>
            <a:srgbClr val="2498BD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/>
          <p:cNvSpPr/>
          <p:nvPr/>
        </p:nvSpPr>
        <p:spPr>
          <a:xfrm>
            <a:off x="-514350" y="863193"/>
            <a:ext cx="11315700" cy="2013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050" kern="0" spc="168" dirty="0">
                <a:solidFill>
                  <a:srgbClr val="C99A1F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MEDICAL SKINCARE</a:t>
            </a:r>
            <a:endParaRPr lang="en-US" sz="105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7" name="Text 4"/>
          <p:cNvSpPr/>
          <p:nvPr/>
        </p:nvSpPr>
        <p:spPr>
          <a:xfrm>
            <a:off x="-514350" y="1064536"/>
            <a:ext cx="11315700" cy="4735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zh-CN" sz="3150" b="1" kern="0" spc="-63" dirty="0">
                <a:solidFill>
                  <a:srgbClr val="2498BD"/>
                </a:solidFill>
                <a:latin typeface="Noto Sans SC DemiLight"/>
                <a:ea typeface="Noto Sans SC DemiLight"/>
                <a:cs typeface="Sinsegye" pitchFamily="34" charset="-120"/>
              </a:rPr>
              <a:t>医疗级护肤管理</a:t>
            </a:r>
            <a:endParaRPr lang="en-US" sz="315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8" name="Text 5"/>
          <p:cNvSpPr/>
          <p:nvPr/>
        </p:nvSpPr>
        <p:spPr>
          <a:xfrm>
            <a:off x="-514350" y="1538022"/>
            <a:ext cx="113157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zh-CN" sz="1275" dirty="0">
                <a:solidFill>
                  <a:srgbClr val="6E6E6E"/>
                </a:solidFill>
                <a:latin typeface="Noto Sans SC DemiLight"/>
                <a:ea typeface="Noto Sans SC DemiLight"/>
                <a:cs typeface="Arial" pitchFamily="34" charset="-120"/>
              </a:rPr>
              <a:t>Ceramique 为您量身定制的医疗级皮肤管理</a:t>
            </a:r>
            <a:endParaRPr lang="en-US" sz="1275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9" name="Text 96">
            <a:extLst>
              <a:ext uri="{FF2B5EF4-FFF2-40B4-BE49-F238E27FC236}">
                <a16:creationId xmlns:a16="http://schemas.microsoft.com/office/drawing/2014/main" id="{9FBF630D-5C4D-0E3A-FE6B-8DFD553C0E1D}"/>
              </a:ext>
            </a:extLst>
          </p:cNvPr>
          <p:cNvSpPr/>
          <p:nvPr/>
        </p:nvSpPr>
        <p:spPr>
          <a:xfrm>
            <a:off x="529167" y="13503293"/>
            <a:ext cx="9237133" cy="187694"/>
          </a:xfrm>
          <a:prstGeom prst="rect">
            <a:avLst/>
          </a:prstGeom>
          <a:noFill/>
          <a:ln/>
        </p:spPr>
        <p:txBody>
          <a:bodyPr wrap="square" lIns="25400" tIns="25400" rIns="514800" bIns="25400" rtlCol="0" anchor="t">
            <a:normAutofit fontScale="92500" lnSpcReduction="10000"/>
          </a:bodyPr>
          <a:lstStyle/>
          <a:p>
            <a:pPr marL="0" indent="0" algn="r">
              <a:buNone/>
            </a:pPr>
            <a:r>
              <a:rPr lang="zh-CN" sz="882" dirty="0">
                <a:solidFill>
                  <a:srgbClr val="6E6E6E"/>
                </a:solidFill>
                <a:latin typeface="Noto Sans SC DemiLight"/>
                <a:ea typeface="Noto Sans SC DemiLight"/>
                <a:cs typeface="GC 16 Mono" pitchFamily="34" charset="-120"/>
              </a:rPr>
              <a:t>* 价格不含10%附加税</a:t>
            </a:r>
            <a:endParaRPr lang="en-US" sz="1013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grpSp>
        <p:nvGrpSpPr>
          <p:cNvPr id="252" name="그룹 251">
            <a:extLst>
              <a:ext uri="{FF2B5EF4-FFF2-40B4-BE49-F238E27FC236}">
                <a16:creationId xmlns:a16="http://schemas.microsoft.com/office/drawing/2014/main" id="{27FEB013-83EA-3243-3708-082B8D83AEE1}"/>
              </a:ext>
            </a:extLst>
          </p:cNvPr>
          <p:cNvGrpSpPr/>
          <p:nvPr/>
        </p:nvGrpSpPr>
        <p:grpSpPr>
          <a:xfrm>
            <a:off x="930580" y="2720019"/>
            <a:ext cx="8316077" cy="4124371"/>
            <a:chOff x="930580" y="2720019"/>
            <a:chExt cx="8316077" cy="4124371"/>
          </a:xfrm>
        </p:grpSpPr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19A0ECF7-C560-E851-FD4C-E224DF0F46DE}"/>
                </a:ext>
              </a:extLst>
            </p:cNvPr>
            <p:cNvSpPr txBox="1"/>
            <p:nvPr/>
          </p:nvSpPr>
          <p:spPr>
            <a:xfrm>
              <a:off x="930580" y="2720019"/>
              <a:ext cx="2392001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zh-CN" dirty="0">
                  <a:latin typeface="Noto Sans SC SemiBold"/>
                  <a:ea typeface="Noto Sans SC SemiBold"/>
                  <a:cs typeface="Sinsegye" pitchFamily="34" charset="-120"/>
                </a:rPr>
                <a:t>清洁 &amp; 日常护理</a:t>
              </a:r>
            </a:p>
          </p:txBody>
        </p:sp>
        <p:sp>
          <p:nvSpPr>
            <p:cNvPr id="155" name="Text 11">
              <a:extLst>
                <a:ext uri="{FF2B5EF4-FFF2-40B4-BE49-F238E27FC236}">
                  <a16:creationId xmlns:a16="http://schemas.microsoft.com/office/drawing/2014/main" id="{1CE06990-7F3E-7D9F-B2EB-8E2E6C46FDD3}"/>
                </a:ext>
              </a:extLst>
            </p:cNvPr>
            <p:cNvSpPr/>
            <p:nvPr/>
          </p:nvSpPr>
          <p:spPr>
            <a:xfrm>
              <a:off x="1044691" y="3057438"/>
              <a:ext cx="5660909" cy="62015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CN" sz="1400" dirty="0">
                  <a:solidFill>
                    <a:srgbClr val="555555"/>
                  </a:solidFill>
                  <a:latin typeface="Noto Sans SC Medium"/>
                  <a:ea typeface="Noto Sans SC Medium"/>
                  <a:cs typeface="Arial" pitchFamily="34" charset="-120"/>
                </a:rPr>
                <a:t>小气泡清洁 (1/2/3阶段)</a:t>
              </a:r>
            </a:p>
            <a:p>
              <a:r>
                <a:rPr lang="zh-CN" sz="1000" dirty="0">
                  <a:solidFill>
                    <a:srgbClr val="555555"/>
                  </a:solidFill>
                  <a:latin typeface="Noto Sans SC DemiLight"/>
                  <a:ea typeface="Noto Sans SC DemiLight"/>
                  <a:cs typeface="Arial" pitchFamily="34" charset="-120"/>
                </a:rPr>
                <a:t>清理毛孔内废弃物与皮脂 + 补水 · 补充营养</a:t>
              </a:r>
            </a:p>
          </p:txBody>
        </p:sp>
        <p:sp>
          <p:nvSpPr>
            <p:cNvPr id="157" name="Text 15">
              <a:extLst>
                <a:ext uri="{FF2B5EF4-FFF2-40B4-BE49-F238E27FC236}">
                  <a16:creationId xmlns:a16="http://schemas.microsoft.com/office/drawing/2014/main" id="{D9F2D14D-B5FF-FA6A-ADCE-C94714205D86}"/>
                </a:ext>
              </a:extLst>
            </p:cNvPr>
            <p:cNvSpPr/>
            <p:nvPr/>
          </p:nvSpPr>
          <p:spPr>
            <a:xfrm>
              <a:off x="7924510" y="3058909"/>
              <a:ext cx="1322146" cy="617208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zh-CN" sz="1200" dirty="0">
                  <a:solidFill>
                    <a:srgbClr val="2498BD"/>
                  </a:solidFill>
                  <a:latin typeface="Noto Sans SC DemiLight"/>
                  <a:ea typeface="Noto Sans SC DemiLight"/>
                  <a:cs typeface="GC 16 Mono" pitchFamily="34" charset="-120"/>
                </a:rPr>
                <a:t xml:space="preserve">1次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69,000</a:t>
              </a:r>
              <a:endParaRPr lang="en-US" altLang="ko-KR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  <a:p>
              <a:pPr algn="r"/>
              <a:r>
                <a:rPr lang="zh-CN" sz="1200" dirty="0">
                  <a:solidFill>
                    <a:srgbClr val="2498BD"/>
                  </a:solidFill>
                  <a:latin typeface="Noto Sans SC DemiLight"/>
                  <a:ea typeface="Noto Sans SC DemiLight"/>
                  <a:cs typeface="GC 16 Mono" pitchFamily="34" charset="-120"/>
                </a:rPr>
                <a:t>5次</a:t>
              </a:r>
              <a:r>
                <a:rPr lang="en-US" altLang="ko-KR" sz="14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299,000</a:t>
              </a:r>
              <a:endParaRPr lang="en-US" altLang="ko-KR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</p:txBody>
        </p:sp>
        <p:sp>
          <p:nvSpPr>
            <p:cNvPr id="151" name="Text 11">
              <a:extLst>
                <a:ext uri="{FF2B5EF4-FFF2-40B4-BE49-F238E27FC236}">
                  <a16:creationId xmlns:a16="http://schemas.microsoft.com/office/drawing/2014/main" id="{777ACBC6-E80F-3D93-2C66-9978C9601491}"/>
                </a:ext>
              </a:extLst>
            </p:cNvPr>
            <p:cNvSpPr/>
            <p:nvPr/>
          </p:nvSpPr>
          <p:spPr>
            <a:xfrm>
              <a:off x="1044691" y="3642204"/>
              <a:ext cx="5660909" cy="62015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CN" sz="1400" dirty="0">
                  <a:solidFill>
                    <a:srgbClr val="555555"/>
                  </a:solidFill>
                  <a:latin typeface="Noto Sans SC Medium"/>
                  <a:ea typeface="Noto Sans SC Medium"/>
                  <a:cs typeface="Arial" pitchFamily="34" charset="-120"/>
                </a:rPr>
                <a:t>Cryo 冷冻镇静护理</a:t>
              </a:r>
            </a:p>
            <a:p>
              <a:r>
                <a:rPr lang="zh-CN" sz="1000" dirty="0">
                  <a:solidFill>
                    <a:srgbClr val="555555"/>
                  </a:solidFill>
                  <a:latin typeface="Noto Sans SC DemiLight"/>
                  <a:ea typeface="Noto Sans SC DemiLight"/>
                  <a:cs typeface="Arial" pitchFamily="34" charset="-120"/>
                </a:rPr>
                <a:t>快速冰镇 — 舒缓泛红 · 消肿镇静</a:t>
              </a:r>
            </a:p>
          </p:txBody>
        </p:sp>
        <p:sp>
          <p:nvSpPr>
            <p:cNvPr id="147" name="Shape 7">
              <a:extLst>
                <a:ext uri="{FF2B5EF4-FFF2-40B4-BE49-F238E27FC236}">
                  <a16:creationId xmlns:a16="http://schemas.microsoft.com/office/drawing/2014/main" id="{071FB9FE-C029-C79B-79AD-1C09B4193E3A}"/>
                </a:ext>
              </a:extLst>
            </p:cNvPr>
            <p:cNvSpPr/>
            <p:nvPr/>
          </p:nvSpPr>
          <p:spPr>
            <a:xfrm>
              <a:off x="1041515" y="3046774"/>
              <a:ext cx="8205142" cy="13607"/>
            </a:xfrm>
            <a:prstGeom prst="rect">
              <a:avLst/>
            </a:prstGeom>
            <a:solidFill>
              <a:srgbClr val="2498BD"/>
            </a:solidFill>
            <a:ln/>
          </p:spPr>
        </p:sp>
        <p:sp>
          <p:nvSpPr>
            <p:cNvPr id="148" name="Shape 7">
              <a:extLst>
                <a:ext uri="{FF2B5EF4-FFF2-40B4-BE49-F238E27FC236}">
                  <a16:creationId xmlns:a16="http://schemas.microsoft.com/office/drawing/2014/main" id="{EAAF6A05-5BF7-F5F9-A179-6F498F75EBD1}"/>
                </a:ext>
              </a:extLst>
            </p:cNvPr>
            <p:cNvSpPr/>
            <p:nvPr/>
          </p:nvSpPr>
          <p:spPr>
            <a:xfrm>
              <a:off x="1041515" y="3630790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149" name="Shape 7">
              <a:extLst>
                <a:ext uri="{FF2B5EF4-FFF2-40B4-BE49-F238E27FC236}">
                  <a16:creationId xmlns:a16="http://schemas.microsoft.com/office/drawing/2014/main" id="{8FAE98C2-1F8A-B8C7-60BF-0E9C4744BE31}"/>
                </a:ext>
              </a:extLst>
            </p:cNvPr>
            <p:cNvSpPr/>
            <p:nvPr/>
          </p:nvSpPr>
          <p:spPr>
            <a:xfrm>
              <a:off x="1041515" y="4213673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150" name="Shape 7">
              <a:extLst>
                <a:ext uri="{FF2B5EF4-FFF2-40B4-BE49-F238E27FC236}">
                  <a16:creationId xmlns:a16="http://schemas.microsoft.com/office/drawing/2014/main" id="{398D9EF1-9BB9-71B8-58B0-4697BB5AF3F4}"/>
                </a:ext>
              </a:extLst>
            </p:cNvPr>
            <p:cNvSpPr/>
            <p:nvPr/>
          </p:nvSpPr>
          <p:spPr>
            <a:xfrm>
              <a:off x="1041515" y="4798096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143" name="Text 11">
              <a:extLst>
                <a:ext uri="{FF2B5EF4-FFF2-40B4-BE49-F238E27FC236}">
                  <a16:creationId xmlns:a16="http://schemas.microsoft.com/office/drawing/2014/main" id="{97411113-E4D2-34A6-F7ED-123889FA2BAD}"/>
                </a:ext>
              </a:extLst>
            </p:cNvPr>
            <p:cNvSpPr/>
            <p:nvPr/>
          </p:nvSpPr>
          <p:spPr>
            <a:xfrm>
              <a:off x="1044691" y="4225527"/>
              <a:ext cx="5660909" cy="62015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CN" sz="1400" dirty="0">
                  <a:solidFill>
                    <a:srgbClr val="555555"/>
                  </a:solidFill>
                  <a:latin typeface="Noto Sans SC Medium"/>
                  <a:ea typeface="Noto Sans SC Medium"/>
                  <a:cs typeface="Arial" pitchFamily="34" charset="-120"/>
                </a:rPr>
                <a:t>离子维生素 C 美白护理</a:t>
              </a:r>
            </a:p>
            <a:p>
              <a:r>
                <a:rPr lang="zh-CN" sz="1000" dirty="0">
                  <a:solidFill>
                    <a:srgbClr val="555555"/>
                  </a:solidFill>
                  <a:latin typeface="Noto Sans SC DemiLight"/>
                  <a:ea typeface="Noto Sans SC DemiLight"/>
                  <a:cs typeface="Arial" pitchFamily="34" charset="-120"/>
                </a:rPr>
                <a:t>将高浓度离子化维生素 C 渗透至皮肤深层</a:t>
              </a:r>
            </a:p>
          </p:txBody>
        </p:sp>
        <p:sp>
          <p:nvSpPr>
            <p:cNvPr id="176" name="Text 11">
              <a:extLst>
                <a:ext uri="{FF2B5EF4-FFF2-40B4-BE49-F238E27FC236}">
                  <a16:creationId xmlns:a16="http://schemas.microsoft.com/office/drawing/2014/main" id="{564FA673-C753-1ABC-158F-839D55DED2F6}"/>
                </a:ext>
              </a:extLst>
            </p:cNvPr>
            <p:cNvSpPr/>
            <p:nvPr/>
          </p:nvSpPr>
          <p:spPr>
            <a:xfrm>
              <a:off x="1044691" y="4809325"/>
              <a:ext cx="5660909" cy="62015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CN" sz="1400" dirty="0">
                  <a:solidFill>
                    <a:srgbClr val="555555"/>
                  </a:solidFill>
                  <a:latin typeface="Noto Sans SC Medium"/>
                  <a:ea typeface="Noto Sans SC Medium"/>
                  <a:cs typeface="Arial" pitchFamily="34" charset="-120"/>
                </a:rPr>
                <a:t>SONO 超声波护理</a:t>
              </a:r>
            </a:p>
            <a:p>
              <a:r>
                <a:rPr lang="zh-CN" sz="1000" dirty="0">
                  <a:solidFill>
                    <a:srgbClr val="555555"/>
                  </a:solidFill>
                  <a:latin typeface="Noto Sans SC DemiLight"/>
                  <a:ea typeface="Noto Sans SC DemiLight"/>
                  <a:cs typeface="Arial" pitchFamily="34" charset="-120"/>
                </a:rPr>
                <a:t>利用超声波震动稳定肌肤状态</a:t>
              </a:r>
            </a:p>
          </p:txBody>
        </p:sp>
        <p:sp>
          <p:nvSpPr>
            <p:cNvPr id="172" name="Text 11">
              <a:extLst>
                <a:ext uri="{FF2B5EF4-FFF2-40B4-BE49-F238E27FC236}">
                  <a16:creationId xmlns:a16="http://schemas.microsoft.com/office/drawing/2014/main" id="{ED566BC8-7587-3D1D-C231-2D9D3CD288F5}"/>
                </a:ext>
              </a:extLst>
            </p:cNvPr>
            <p:cNvSpPr/>
            <p:nvPr/>
          </p:nvSpPr>
          <p:spPr>
            <a:xfrm>
              <a:off x="1044691" y="5392208"/>
              <a:ext cx="5660909" cy="62015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CN" sz="1400" dirty="0">
                  <a:solidFill>
                    <a:srgbClr val="555555"/>
                  </a:solidFill>
                  <a:latin typeface="Noto Sans SC Medium"/>
                  <a:ea typeface="Noto Sans SC Medium"/>
                  <a:cs typeface="Arial" pitchFamily="34" charset="-120"/>
                </a:rPr>
                <a:t>Ionzyme 离子美白护理</a:t>
              </a:r>
            </a:p>
            <a:p>
              <a:r>
                <a:rPr lang="zh-CN" sz="1000" dirty="0">
                  <a:solidFill>
                    <a:srgbClr val="555555"/>
                  </a:solidFill>
                  <a:latin typeface="Noto Sans SC DemiLight"/>
                  <a:ea typeface="Noto Sans SC DemiLight"/>
                  <a:cs typeface="Arial" pitchFamily="34" charset="-120"/>
                </a:rPr>
                <a:t>利用微电流进行保湿 · 镇静 · 改善肤质</a:t>
              </a:r>
            </a:p>
          </p:txBody>
        </p:sp>
        <p:sp>
          <p:nvSpPr>
            <p:cNvPr id="169" name="Shape 7">
              <a:extLst>
                <a:ext uri="{FF2B5EF4-FFF2-40B4-BE49-F238E27FC236}">
                  <a16:creationId xmlns:a16="http://schemas.microsoft.com/office/drawing/2014/main" id="{1E76A880-25A0-80E3-1F09-BF61725554BB}"/>
                </a:ext>
              </a:extLst>
            </p:cNvPr>
            <p:cNvSpPr/>
            <p:nvPr/>
          </p:nvSpPr>
          <p:spPr>
            <a:xfrm>
              <a:off x="1041515" y="5382677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170" name="Shape 7">
              <a:extLst>
                <a:ext uri="{FF2B5EF4-FFF2-40B4-BE49-F238E27FC236}">
                  <a16:creationId xmlns:a16="http://schemas.microsoft.com/office/drawing/2014/main" id="{AC3FD692-FD84-6F02-64E2-258EB9C981FB}"/>
                </a:ext>
              </a:extLst>
            </p:cNvPr>
            <p:cNvSpPr/>
            <p:nvPr/>
          </p:nvSpPr>
          <p:spPr>
            <a:xfrm>
              <a:off x="1041515" y="5965560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171" name="Shape 7">
              <a:extLst>
                <a:ext uri="{FF2B5EF4-FFF2-40B4-BE49-F238E27FC236}">
                  <a16:creationId xmlns:a16="http://schemas.microsoft.com/office/drawing/2014/main" id="{3822DEB2-4E6E-B3A1-975F-41D1FEB87A7A}"/>
                </a:ext>
              </a:extLst>
            </p:cNvPr>
            <p:cNvSpPr/>
            <p:nvPr/>
          </p:nvSpPr>
          <p:spPr>
            <a:xfrm>
              <a:off x="1041515" y="6549983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164" name="Text 11">
              <a:extLst>
                <a:ext uri="{FF2B5EF4-FFF2-40B4-BE49-F238E27FC236}">
                  <a16:creationId xmlns:a16="http://schemas.microsoft.com/office/drawing/2014/main" id="{07DD6227-3C12-67FB-C815-078F8F4DB919}"/>
                </a:ext>
              </a:extLst>
            </p:cNvPr>
            <p:cNvSpPr/>
            <p:nvPr/>
          </p:nvSpPr>
          <p:spPr>
            <a:xfrm>
              <a:off x="1044691" y="5976276"/>
              <a:ext cx="5660909" cy="62015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CN" sz="1400" dirty="0">
                  <a:solidFill>
                    <a:srgbClr val="555555"/>
                  </a:solidFill>
                  <a:latin typeface="Noto Sans SC Medium"/>
                  <a:ea typeface="Noto Sans SC Medium"/>
                  <a:cs typeface="Arial" pitchFamily="34" charset="-120"/>
                </a:rPr>
                <a:t>Ionzyme + SONO 联合护理</a:t>
              </a:r>
            </a:p>
            <a:p>
              <a:r>
                <a:rPr lang="zh-CN" sz="1000" dirty="0">
                  <a:solidFill>
                    <a:srgbClr val="555555"/>
                  </a:solidFill>
                  <a:latin typeface="Noto Sans SC DemiLight"/>
                  <a:ea typeface="Noto Sans SC DemiLight"/>
                  <a:cs typeface="Arial" pitchFamily="34" charset="-120"/>
                </a:rPr>
                <a:t>稳定肌肤状态 · 改善肤质</a:t>
              </a:r>
            </a:p>
          </p:txBody>
        </p:sp>
        <p:sp>
          <p:nvSpPr>
            <p:cNvPr id="180" name="Text 15">
              <a:extLst>
                <a:ext uri="{FF2B5EF4-FFF2-40B4-BE49-F238E27FC236}">
                  <a16:creationId xmlns:a16="http://schemas.microsoft.com/office/drawing/2014/main" id="{483A027F-54CC-D211-BCF4-61BB49AEAB5B}"/>
                </a:ext>
              </a:extLst>
            </p:cNvPr>
            <p:cNvSpPr/>
            <p:nvPr/>
          </p:nvSpPr>
          <p:spPr>
            <a:xfrm>
              <a:off x="7924510" y="3643675"/>
              <a:ext cx="1322146" cy="617208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zh-CN" sz="1200" dirty="0">
                  <a:solidFill>
                    <a:srgbClr val="2498BD"/>
                  </a:solidFill>
                  <a:latin typeface="Noto Sans SC DemiLight"/>
                  <a:ea typeface="Noto Sans SC DemiLight"/>
                  <a:cs typeface="GC 16 Mono" pitchFamily="34" charset="-120"/>
                </a:rPr>
                <a:t xml:space="preserve">1次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69,000</a:t>
              </a:r>
              <a:endParaRPr lang="en-US" altLang="ko-KR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  <a:p>
              <a:pPr algn="r"/>
              <a:r>
                <a:rPr lang="zh-CN" sz="1200" dirty="0">
                  <a:solidFill>
                    <a:srgbClr val="2498BD"/>
                  </a:solidFill>
                  <a:latin typeface="Noto Sans SC DemiLight"/>
                  <a:ea typeface="Noto Sans SC DemiLight"/>
                  <a:cs typeface="GC 16 Mono" pitchFamily="34" charset="-120"/>
                </a:rPr>
                <a:t>5次</a:t>
              </a:r>
              <a:r>
                <a:rPr lang="en-US" altLang="ko-KR" sz="14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299,000</a:t>
              </a:r>
              <a:endParaRPr lang="en-US" altLang="ko-KR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</p:txBody>
        </p:sp>
        <p:sp>
          <p:nvSpPr>
            <p:cNvPr id="181" name="Text 15">
              <a:extLst>
                <a:ext uri="{FF2B5EF4-FFF2-40B4-BE49-F238E27FC236}">
                  <a16:creationId xmlns:a16="http://schemas.microsoft.com/office/drawing/2014/main" id="{9582DA14-1B83-9AA1-3BBA-34BF3E638D78}"/>
                </a:ext>
              </a:extLst>
            </p:cNvPr>
            <p:cNvSpPr/>
            <p:nvPr/>
          </p:nvSpPr>
          <p:spPr>
            <a:xfrm>
              <a:off x="7924510" y="4226998"/>
              <a:ext cx="1322146" cy="617208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zh-CN" sz="1200" dirty="0">
                  <a:solidFill>
                    <a:srgbClr val="2498BD"/>
                  </a:solidFill>
                  <a:latin typeface="Noto Sans SC DemiLight"/>
                  <a:ea typeface="Noto Sans SC DemiLight"/>
                  <a:cs typeface="GC 16 Mono" pitchFamily="34" charset="-120"/>
                </a:rPr>
                <a:t xml:space="preserve">1次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69,000</a:t>
              </a:r>
              <a:endParaRPr lang="en-US" altLang="ko-KR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  <a:p>
              <a:pPr algn="r"/>
              <a:r>
                <a:rPr lang="zh-CN" sz="1200" dirty="0">
                  <a:solidFill>
                    <a:srgbClr val="2498BD"/>
                  </a:solidFill>
                  <a:latin typeface="Noto Sans SC DemiLight"/>
                  <a:ea typeface="Noto Sans SC DemiLight"/>
                  <a:cs typeface="GC 16 Mono" pitchFamily="34" charset="-120"/>
                </a:rPr>
                <a:t>5次</a:t>
              </a:r>
              <a:r>
                <a:rPr lang="en-US" altLang="ko-KR" sz="14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299,000</a:t>
              </a:r>
              <a:endParaRPr lang="en-US" altLang="ko-KR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</p:txBody>
        </p:sp>
        <p:sp>
          <p:nvSpPr>
            <p:cNvPr id="182" name="Text 15">
              <a:extLst>
                <a:ext uri="{FF2B5EF4-FFF2-40B4-BE49-F238E27FC236}">
                  <a16:creationId xmlns:a16="http://schemas.microsoft.com/office/drawing/2014/main" id="{FEA22D18-AD1A-DB29-403F-1E6DC18C7B40}"/>
                </a:ext>
              </a:extLst>
            </p:cNvPr>
            <p:cNvSpPr/>
            <p:nvPr/>
          </p:nvSpPr>
          <p:spPr>
            <a:xfrm>
              <a:off x="7924510" y="4810796"/>
              <a:ext cx="1322146" cy="617208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zh-CN" sz="1200" dirty="0">
                  <a:solidFill>
                    <a:srgbClr val="2498BD"/>
                  </a:solidFill>
                  <a:latin typeface="Noto Sans SC DemiLight"/>
                  <a:ea typeface="Noto Sans SC DemiLight"/>
                  <a:cs typeface="GC 16 Mono" pitchFamily="34" charset="-120"/>
                </a:rPr>
                <a:t xml:space="preserve">1次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69,000</a:t>
              </a:r>
              <a:endParaRPr lang="en-US" altLang="ko-KR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  <a:p>
              <a:pPr algn="r"/>
              <a:r>
                <a:rPr lang="zh-CN" sz="1200" dirty="0">
                  <a:solidFill>
                    <a:srgbClr val="2498BD"/>
                  </a:solidFill>
                  <a:latin typeface="Noto Sans SC DemiLight"/>
                  <a:ea typeface="Noto Sans SC DemiLight"/>
                  <a:cs typeface="GC 16 Mono" pitchFamily="34" charset="-120"/>
                </a:rPr>
                <a:t>5次</a:t>
              </a:r>
              <a:r>
                <a:rPr lang="en-US" altLang="ko-KR" sz="14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299,000</a:t>
              </a:r>
              <a:endParaRPr lang="en-US" altLang="ko-KR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</p:txBody>
        </p:sp>
        <p:sp>
          <p:nvSpPr>
            <p:cNvPr id="183" name="Text 15">
              <a:extLst>
                <a:ext uri="{FF2B5EF4-FFF2-40B4-BE49-F238E27FC236}">
                  <a16:creationId xmlns:a16="http://schemas.microsoft.com/office/drawing/2014/main" id="{4E1526F8-0A06-842F-FAF5-14929F2AC46D}"/>
                </a:ext>
              </a:extLst>
            </p:cNvPr>
            <p:cNvSpPr/>
            <p:nvPr/>
          </p:nvSpPr>
          <p:spPr>
            <a:xfrm>
              <a:off x="7924510" y="5393679"/>
              <a:ext cx="1322146" cy="617208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zh-CN" sz="1200" dirty="0">
                  <a:solidFill>
                    <a:srgbClr val="2498BD"/>
                  </a:solidFill>
                  <a:latin typeface="Noto Sans SC DemiLight"/>
                  <a:ea typeface="Noto Sans SC DemiLight"/>
                  <a:cs typeface="GC 16 Mono" pitchFamily="34" charset="-120"/>
                </a:rPr>
                <a:t xml:space="preserve">1次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69,000</a:t>
              </a:r>
              <a:endParaRPr lang="en-US" altLang="ko-KR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  <a:p>
              <a:pPr algn="r"/>
              <a:r>
                <a:rPr lang="zh-CN" sz="1200" dirty="0">
                  <a:solidFill>
                    <a:srgbClr val="2498BD"/>
                  </a:solidFill>
                  <a:latin typeface="Noto Sans SC DemiLight"/>
                  <a:ea typeface="Noto Sans SC DemiLight"/>
                  <a:cs typeface="GC 16 Mono" pitchFamily="34" charset="-120"/>
                </a:rPr>
                <a:t>5次</a:t>
              </a:r>
              <a:r>
                <a:rPr lang="en-US" altLang="ko-KR" sz="14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299,000</a:t>
              </a:r>
              <a:endParaRPr lang="en-US" altLang="ko-KR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</p:txBody>
        </p:sp>
        <p:sp>
          <p:nvSpPr>
            <p:cNvPr id="184" name="Text 15">
              <a:extLst>
                <a:ext uri="{FF2B5EF4-FFF2-40B4-BE49-F238E27FC236}">
                  <a16:creationId xmlns:a16="http://schemas.microsoft.com/office/drawing/2014/main" id="{D2E5B1CD-9394-BBF1-A55E-D74FB9924E71}"/>
                </a:ext>
              </a:extLst>
            </p:cNvPr>
            <p:cNvSpPr/>
            <p:nvPr/>
          </p:nvSpPr>
          <p:spPr>
            <a:xfrm>
              <a:off x="7924510" y="5977747"/>
              <a:ext cx="1322146" cy="617208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zh-CN" sz="1200" dirty="0">
                  <a:solidFill>
                    <a:srgbClr val="2498BD"/>
                  </a:solidFill>
                  <a:latin typeface="Noto Sans SC DemiLight"/>
                  <a:ea typeface="Noto Sans SC DemiLight"/>
                  <a:cs typeface="GC 16 Mono" pitchFamily="34" charset="-120"/>
                </a:rPr>
                <a:t xml:space="preserve">1次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99,000</a:t>
              </a:r>
              <a:endParaRPr lang="en-US" altLang="ko-KR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  <a:p>
              <a:pPr algn="r"/>
              <a:r>
                <a:rPr lang="zh-CN" sz="1200" dirty="0">
                  <a:solidFill>
                    <a:srgbClr val="2498BD"/>
                  </a:solidFill>
                  <a:latin typeface="Noto Sans SC DemiLight"/>
                  <a:ea typeface="Noto Sans SC DemiLight"/>
                  <a:cs typeface="GC 16 Mono" pitchFamily="34" charset="-120"/>
                </a:rPr>
                <a:t>5次</a:t>
              </a:r>
              <a:r>
                <a:rPr lang="en-US" altLang="ko-KR" sz="14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450,000</a:t>
              </a:r>
              <a:endParaRPr lang="en-US" altLang="ko-KR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</p:txBody>
        </p:sp>
      </p:grpSp>
      <p:grpSp>
        <p:nvGrpSpPr>
          <p:cNvPr id="253" name="그룹 252">
            <a:extLst>
              <a:ext uri="{FF2B5EF4-FFF2-40B4-BE49-F238E27FC236}">
                <a16:creationId xmlns:a16="http://schemas.microsoft.com/office/drawing/2014/main" id="{CE35FB12-CC6A-8F3C-F14D-45852AA4FD64}"/>
              </a:ext>
            </a:extLst>
          </p:cNvPr>
          <p:cNvGrpSpPr/>
          <p:nvPr/>
        </p:nvGrpSpPr>
        <p:grpSpPr>
          <a:xfrm>
            <a:off x="930580" y="6745232"/>
            <a:ext cx="8316077" cy="1358521"/>
            <a:chOff x="930580" y="7115471"/>
            <a:chExt cx="8316077" cy="1358521"/>
          </a:xfrm>
        </p:grpSpPr>
        <p:sp>
          <p:nvSpPr>
            <p:cNvPr id="186" name="Shape 7">
              <a:extLst>
                <a:ext uri="{FF2B5EF4-FFF2-40B4-BE49-F238E27FC236}">
                  <a16:creationId xmlns:a16="http://schemas.microsoft.com/office/drawing/2014/main" id="{5739B7E3-69BB-9F99-DCB2-DD14468D178A}"/>
                </a:ext>
              </a:extLst>
            </p:cNvPr>
            <p:cNvSpPr/>
            <p:nvPr/>
          </p:nvSpPr>
          <p:spPr>
            <a:xfrm>
              <a:off x="1041515" y="7443052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190" name="Text 11">
              <a:extLst>
                <a:ext uri="{FF2B5EF4-FFF2-40B4-BE49-F238E27FC236}">
                  <a16:creationId xmlns:a16="http://schemas.microsoft.com/office/drawing/2014/main" id="{7136E984-437D-FEC8-858A-25C555567D65}"/>
                </a:ext>
              </a:extLst>
            </p:cNvPr>
            <p:cNvSpPr/>
            <p:nvPr/>
          </p:nvSpPr>
          <p:spPr>
            <a:xfrm>
              <a:off x="1044692" y="7453338"/>
              <a:ext cx="5171958" cy="62015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CN" sz="1400" dirty="0">
                  <a:solidFill>
                    <a:srgbClr val="555555"/>
                  </a:solidFill>
                  <a:latin typeface="Noto Sans SC Medium"/>
                  <a:ea typeface="Noto Sans SC Medium"/>
                  <a:cs typeface="Arial" pitchFamily="34" charset="-120"/>
                </a:rPr>
                <a:t xml:space="preserve">LDM (Ulkin) </a:t>
              </a:r>
            </a:p>
            <a:p>
              <a:r>
                <a:rPr lang="zh-CN" sz="1000" dirty="0">
                  <a:solidFill>
                    <a:srgbClr val="6E6E6E"/>
                  </a:solidFill>
                  <a:latin typeface="Noto Sans SC DemiLight"/>
                  <a:ea typeface="Noto Sans SC DemiLight"/>
                  <a:cs typeface="Arial" pitchFamily="34" charset="-120"/>
                </a:rPr>
                <a:t>3重超声波 — 激活细胞 · 肌底重塑 · 对敏感肌、瘀青肿胀、泛红肌肤效果显著</a:t>
              </a:r>
            </a:p>
          </p:txBody>
        </p:sp>
        <p:sp>
          <p:nvSpPr>
            <p:cNvPr id="192" name="Text 15">
              <a:extLst>
                <a:ext uri="{FF2B5EF4-FFF2-40B4-BE49-F238E27FC236}">
                  <a16:creationId xmlns:a16="http://schemas.microsoft.com/office/drawing/2014/main" id="{78F74B78-2BE0-247C-8897-66C6F18F3542}"/>
                </a:ext>
              </a:extLst>
            </p:cNvPr>
            <p:cNvSpPr/>
            <p:nvPr/>
          </p:nvSpPr>
          <p:spPr>
            <a:xfrm>
              <a:off x="7402244" y="7547970"/>
              <a:ext cx="1844412" cy="430887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2498BD"/>
                  </a:solidFill>
                  <a:latin typeface="Noto Sans SC DemiLight"/>
                  <a:ea typeface="Noto Sans SC DemiLight"/>
                  <a:cs typeface="GC 16 Mono" pitchFamily="34" charset="-120"/>
                </a:rPr>
                <a:t xml:space="preserve">1次 (6分钟)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100,000</a:t>
              </a:r>
              <a:endParaRPr lang="en-US" altLang="ko-KR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  <a:p>
              <a:pPr algn="r"/>
              <a:r>
                <a:rPr lang="zh-CN" sz="1200" dirty="0">
                  <a:solidFill>
                    <a:srgbClr val="2498BD"/>
                  </a:solidFill>
                  <a:latin typeface="Noto Sans SC DemiLight"/>
                  <a:ea typeface="Noto Sans SC DemiLight"/>
                  <a:cs typeface="GC 16 Mono" pitchFamily="34" charset="-120"/>
                </a:rPr>
                <a:t>1次 (12分钟)</a:t>
              </a:r>
              <a:r>
                <a:rPr lang="en-US" altLang="ko-KR" sz="14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200,000</a:t>
              </a:r>
              <a:endParaRPr lang="en-US" altLang="ko-KR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</p:txBody>
        </p:sp>
        <p:sp>
          <p:nvSpPr>
            <p:cNvPr id="196" name="TextBox 195">
              <a:extLst>
                <a:ext uri="{FF2B5EF4-FFF2-40B4-BE49-F238E27FC236}">
                  <a16:creationId xmlns:a16="http://schemas.microsoft.com/office/drawing/2014/main" id="{6D2E6D09-FEAF-0998-4498-5874F81B0386}"/>
                </a:ext>
              </a:extLst>
            </p:cNvPr>
            <p:cNvSpPr txBox="1"/>
            <p:nvPr/>
          </p:nvSpPr>
          <p:spPr>
            <a:xfrm>
              <a:off x="930580" y="7115471"/>
              <a:ext cx="1401346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zh-CN" dirty="0">
                  <a:latin typeface="Noto Sans SC SemiBold"/>
                  <a:ea typeface="Noto Sans SC SemiBold"/>
                  <a:cs typeface="Sinsegye" pitchFamily="34" charset="-120"/>
                </a:rPr>
                <a:t>特别护理</a:t>
              </a:r>
            </a:p>
          </p:txBody>
        </p:sp>
        <p:sp>
          <p:nvSpPr>
            <p:cNvPr id="198" name="Shape 7">
              <a:extLst>
                <a:ext uri="{FF2B5EF4-FFF2-40B4-BE49-F238E27FC236}">
                  <a16:creationId xmlns:a16="http://schemas.microsoft.com/office/drawing/2014/main" id="{5161B7A2-8B18-C769-1ED3-5320F029655D}"/>
                </a:ext>
              </a:extLst>
            </p:cNvPr>
            <p:cNvSpPr/>
            <p:nvPr/>
          </p:nvSpPr>
          <p:spPr>
            <a:xfrm>
              <a:off x="1041515" y="8074691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200" name="Shape 7">
              <a:extLst>
                <a:ext uri="{FF2B5EF4-FFF2-40B4-BE49-F238E27FC236}">
                  <a16:creationId xmlns:a16="http://schemas.microsoft.com/office/drawing/2014/main" id="{33A3A469-8D4F-42BA-B3F5-DD9215ED028B}"/>
                </a:ext>
              </a:extLst>
            </p:cNvPr>
            <p:cNvSpPr/>
            <p:nvPr/>
          </p:nvSpPr>
          <p:spPr>
            <a:xfrm>
              <a:off x="1041515" y="7442226"/>
              <a:ext cx="8205142" cy="13607"/>
            </a:xfrm>
            <a:prstGeom prst="rect">
              <a:avLst/>
            </a:prstGeom>
            <a:solidFill>
              <a:srgbClr val="2498BD"/>
            </a:solidFill>
            <a:ln/>
          </p:spPr>
        </p:sp>
        <p:sp>
          <p:nvSpPr>
            <p:cNvPr id="202" name="Text 11">
              <a:extLst>
                <a:ext uri="{FF2B5EF4-FFF2-40B4-BE49-F238E27FC236}">
                  <a16:creationId xmlns:a16="http://schemas.microsoft.com/office/drawing/2014/main" id="{F0E39CDE-8BF5-284E-028F-001921E2591B}"/>
                </a:ext>
              </a:extLst>
            </p:cNvPr>
            <p:cNvSpPr/>
            <p:nvPr/>
          </p:nvSpPr>
          <p:spPr>
            <a:xfrm>
              <a:off x="1044691" y="8081962"/>
              <a:ext cx="517195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CN" sz="1400" dirty="0">
                  <a:solidFill>
                    <a:srgbClr val="555555"/>
                  </a:solidFill>
                  <a:latin typeface="Noto Sans SC Medium"/>
                  <a:ea typeface="Noto Sans SC Medium"/>
                  <a:cs typeface="Arial" pitchFamily="34" charset="-120"/>
                </a:rPr>
                <a:t xml:space="preserve">O2氧气罩  </a:t>
              </a:r>
              <a:r>
                <a:rPr lang="zh-CN" sz="1000" dirty="0">
                  <a:solidFill>
                    <a:srgbClr val="6E6E6E"/>
                  </a:solidFill>
                  <a:latin typeface="Noto Sans SC DemiLight"/>
                  <a:ea typeface="Noto Sans SC DemiLight"/>
                  <a:cs typeface="Arial" pitchFamily="34" charset="-120"/>
                </a:rPr>
                <a:t>高浓度氧气 · 负离子 — 促进皮肤再生与镇静</a:t>
              </a:r>
            </a:p>
          </p:txBody>
        </p:sp>
        <p:sp>
          <p:nvSpPr>
            <p:cNvPr id="204" name="Text 15">
              <a:extLst>
                <a:ext uri="{FF2B5EF4-FFF2-40B4-BE49-F238E27FC236}">
                  <a16:creationId xmlns:a16="http://schemas.microsoft.com/office/drawing/2014/main" id="{B2F4676D-AE5B-2735-D1EF-1352BE2D48D5}"/>
                </a:ext>
              </a:extLst>
            </p:cNvPr>
            <p:cNvSpPr/>
            <p:nvPr/>
          </p:nvSpPr>
          <p:spPr>
            <a:xfrm>
              <a:off x="8304506" y="8161980"/>
              <a:ext cx="942150" cy="215444"/>
            </a:xfrm>
            <a:prstGeom prst="rect">
              <a:avLst/>
            </a:prstGeom>
            <a:noFill/>
            <a:ln/>
          </p:spPr>
          <p:txBody>
            <a:bodyPr wrap="none" lIns="180000" tIns="0" rIns="72000" bIns="0" rtlCol="0" anchor="ctr" anchorCtr="0">
              <a:spAutoFit/>
            </a:bodyPr>
            <a:lstStyle/>
            <a:p>
              <a:pPr algn="r"/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100,000</a:t>
              </a:r>
            </a:p>
          </p:txBody>
        </p:sp>
        <p:sp>
          <p:nvSpPr>
            <p:cNvPr id="206" name="Shape 7">
              <a:extLst>
                <a:ext uri="{FF2B5EF4-FFF2-40B4-BE49-F238E27FC236}">
                  <a16:creationId xmlns:a16="http://schemas.microsoft.com/office/drawing/2014/main" id="{28453F4D-ADB2-29D3-227B-BA898B16E5D3}"/>
                </a:ext>
              </a:extLst>
            </p:cNvPr>
            <p:cNvSpPr/>
            <p:nvPr/>
          </p:nvSpPr>
          <p:spPr>
            <a:xfrm>
              <a:off x="1041515" y="8460385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</p:grpSp>
      <p:grpSp>
        <p:nvGrpSpPr>
          <p:cNvPr id="254" name="그룹 253">
            <a:extLst>
              <a:ext uri="{FF2B5EF4-FFF2-40B4-BE49-F238E27FC236}">
                <a16:creationId xmlns:a16="http://schemas.microsoft.com/office/drawing/2014/main" id="{1ACD641D-236A-FC2F-A14A-2049A3627DBF}"/>
              </a:ext>
            </a:extLst>
          </p:cNvPr>
          <p:cNvGrpSpPr/>
          <p:nvPr/>
        </p:nvGrpSpPr>
        <p:grpSpPr>
          <a:xfrm>
            <a:off x="930580" y="8285395"/>
            <a:ext cx="8316077" cy="1496252"/>
            <a:chOff x="930580" y="8746283"/>
            <a:chExt cx="8316077" cy="1496252"/>
          </a:xfrm>
        </p:grpSpPr>
        <p:sp>
          <p:nvSpPr>
            <p:cNvPr id="219" name="TextBox 218">
              <a:extLst>
                <a:ext uri="{FF2B5EF4-FFF2-40B4-BE49-F238E27FC236}">
                  <a16:creationId xmlns:a16="http://schemas.microsoft.com/office/drawing/2014/main" id="{41DA1AA6-66B3-A72B-229D-CF6210CA5756}"/>
                </a:ext>
              </a:extLst>
            </p:cNvPr>
            <p:cNvSpPr txBox="1"/>
            <p:nvPr/>
          </p:nvSpPr>
          <p:spPr>
            <a:xfrm>
              <a:off x="930580" y="8746283"/>
              <a:ext cx="682907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zh-CN" dirty="0">
                  <a:latin typeface="Noto Sans SC SemiBold"/>
                  <a:ea typeface="Noto Sans SC SemiBold"/>
                  <a:cs typeface="Sinsegye" pitchFamily="34" charset="-120"/>
                </a:rPr>
                <a:t>焕肤</a:t>
              </a:r>
              <a:endParaRPr lang="ko-KR" altLang="en-US" dirty="0">
                <a:latin typeface="신세계 SemiBold" panose="02000300000000000000" pitchFamily="50" charset="-127"/>
                <a:ea typeface="신세계 SemiBold" panose="02000300000000000000" pitchFamily="50" charset="-127"/>
                <a:cs typeface="Sinsegye" pitchFamily="34" charset="-120"/>
              </a:endParaRPr>
            </a:p>
          </p:txBody>
        </p:sp>
        <p:sp>
          <p:nvSpPr>
            <p:cNvPr id="221" name="Shape 7">
              <a:extLst>
                <a:ext uri="{FF2B5EF4-FFF2-40B4-BE49-F238E27FC236}">
                  <a16:creationId xmlns:a16="http://schemas.microsoft.com/office/drawing/2014/main" id="{9C6D7527-C3D2-59E3-D4B6-6FA35205287E}"/>
                </a:ext>
              </a:extLst>
            </p:cNvPr>
            <p:cNvSpPr/>
            <p:nvPr/>
          </p:nvSpPr>
          <p:spPr>
            <a:xfrm>
              <a:off x="1041515" y="9461006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222" name="Shape 7">
              <a:extLst>
                <a:ext uri="{FF2B5EF4-FFF2-40B4-BE49-F238E27FC236}">
                  <a16:creationId xmlns:a16="http://schemas.microsoft.com/office/drawing/2014/main" id="{9793C565-E5CE-40CB-B6DF-1276451C0616}"/>
                </a:ext>
              </a:extLst>
            </p:cNvPr>
            <p:cNvSpPr/>
            <p:nvPr/>
          </p:nvSpPr>
          <p:spPr>
            <a:xfrm>
              <a:off x="1041515" y="9073038"/>
              <a:ext cx="8205142" cy="13607"/>
            </a:xfrm>
            <a:prstGeom prst="rect">
              <a:avLst/>
            </a:prstGeom>
            <a:solidFill>
              <a:srgbClr val="2498BD"/>
            </a:solidFill>
            <a:ln/>
          </p:spPr>
        </p:sp>
        <p:sp>
          <p:nvSpPr>
            <p:cNvPr id="223" name="Shape 7">
              <a:extLst>
                <a:ext uri="{FF2B5EF4-FFF2-40B4-BE49-F238E27FC236}">
                  <a16:creationId xmlns:a16="http://schemas.microsoft.com/office/drawing/2014/main" id="{6CB910F4-E364-5AEB-0CEA-FCEE0CA93AE9}"/>
                </a:ext>
              </a:extLst>
            </p:cNvPr>
            <p:cNvSpPr/>
            <p:nvPr/>
          </p:nvSpPr>
          <p:spPr>
            <a:xfrm>
              <a:off x="1041515" y="9846700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224" name="Shape 7">
              <a:extLst>
                <a:ext uri="{FF2B5EF4-FFF2-40B4-BE49-F238E27FC236}">
                  <a16:creationId xmlns:a16="http://schemas.microsoft.com/office/drawing/2014/main" id="{F7371FDF-066E-EB9B-5437-78F091AACD0A}"/>
                </a:ext>
              </a:extLst>
            </p:cNvPr>
            <p:cNvSpPr/>
            <p:nvPr/>
          </p:nvSpPr>
          <p:spPr>
            <a:xfrm>
              <a:off x="1041515" y="10228928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225" name="Text 11">
              <a:extLst>
                <a:ext uri="{FF2B5EF4-FFF2-40B4-BE49-F238E27FC236}">
                  <a16:creationId xmlns:a16="http://schemas.microsoft.com/office/drawing/2014/main" id="{47D8CA1E-1CE0-4701-20D3-C4D2E5C7E96C}"/>
                </a:ext>
              </a:extLst>
            </p:cNvPr>
            <p:cNvSpPr/>
            <p:nvPr/>
          </p:nvSpPr>
          <p:spPr>
            <a:xfrm>
              <a:off x="1044691" y="9074912"/>
              <a:ext cx="440106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CN" sz="1400" dirty="0">
                  <a:solidFill>
                    <a:srgbClr val="555555"/>
                  </a:solidFill>
                  <a:latin typeface="Noto Sans SC Medium"/>
                  <a:ea typeface="Noto Sans SC Medium"/>
                  <a:cs typeface="Arial" pitchFamily="34" charset="-120"/>
                </a:rPr>
                <a:t xml:space="preserve">南瓜焕肤  </a:t>
              </a:r>
              <a:r>
                <a:rPr lang="zh-CN" sz="1000" dirty="0">
                  <a:solidFill>
                    <a:srgbClr val="6E6E6E"/>
                  </a:solidFill>
                  <a:latin typeface="Noto Sans SC DemiLight"/>
                  <a:ea typeface="Noto Sans SC DemiLight"/>
                  <a:cs typeface="Arial" pitchFamily="34" charset="-120"/>
                </a:rPr>
                <a:t>天然南瓜酵素 — 理顺角质 · 改善肤色 · 肤质</a:t>
              </a:r>
            </a:p>
          </p:txBody>
        </p:sp>
        <p:sp>
          <p:nvSpPr>
            <p:cNvPr id="226" name="Text 11">
              <a:extLst>
                <a:ext uri="{FF2B5EF4-FFF2-40B4-BE49-F238E27FC236}">
                  <a16:creationId xmlns:a16="http://schemas.microsoft.com/office/drawing/2014/main" id="{20A4C911-ACED-A90B-7C52-85E3C3D70932}"/>
                </a:ext>
              </a:extLst>
            </p:cNvPr>
            <p:cNvSpPr/>
            <p:nvPr/>
          </p:nvSpPr>
          <p:spPr>
            <a:xfrm>
              <a:off x="1044691" y="9468277"/>
              <a:ext cx="440106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CN" sz="1400" dirty="0">
                  <a:solidFill>
                    <a:srgbClr val="555555"/>
                  </a:solidFill>
                  <a:latin typeface="Noto Sans SC Medium"/>
                  <a:ea typeface="Noto Sans SC Medium"/>
                  <a:cs typeface="Arial" pitchFamily="34" charset="-120"/>
                </a:rPr>
                <a:t xml:space="preserve">黑钻焕肤  </a:t>
              </a:r>
              <a:r>
                <a:rPr lang="zh-CN" sz="1000" dirty="0">
                  <a:solidFill>
                    <a:srgbClr val="6E6E6E"/>
                  </a:solidFill>
                  <a:latin typeface="Noto Sans SC DemiLight"/>
                  <a:ea typeface="Noto Sans SC DemiLight"/>
                  <a:cs typeface="Arial" pitchFamily="34" charset="-120"/>
                </a:rPr>
                <a:t>清除过剩皮脂 · 废弃物，调理收紧毛孔</a:t>
              </a:r>
            </a:p>
          </p:txBody>
        </p:sp>
        <p:sp>
          <p:nvSpPr>
            <p:cNvPr id="227" name="Text 11">
              <a:extLst>
                <a:ext uri="{FF2B5EF4-FFF2-40B4-BE49-F238E27FC236}">
                  <a16:creationId xmlns:a16="http://schemas.microsoft.com/office/drawing/2014/main" id="{4A9F0CA8-7C4B-8312-1982-B9E14DC7E619}"/>
                </a:ext>
              </a:extLst>
            </p:cNvPr>
            <p:cNvSpPr/>
            <p:nvPr/>
          </p:nvSpPr>
          <p:spPr>
            <a:xfrm>
              <a:off x="1044691" y="9850353"/>
              <a:ext cx="440106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CN" sz="1400" dirty="0">
                  <a:solidFill>
                    <a:srgbClr val="555555"/>
                  </a:solidFill>
                  <a:latin typeface="Noto Sans SC Medium"/>
                  <a:ea typeface="Noto Sans SC Medium"/>
                  <a:cs typeface="Arial" pitchFamily="34" charset="-120"/>
                </a:rPr>
                <a:t xml:space="preserve">PLA 焕肤  </a:t>
              </a:r>
              <a:r>
                <a:rPr lang="zh-CN" sz="1000" dirty="0">
                  <a:solidFill>
                    <a:srgbClr val="6E6E6E"/>
                  </a:solidFill>
                  <a:latin typeface="Noto Sans SC DemiLight"/>
                  <a:ea typeface="Noto Sans SC DemiLight"/>
                  <a:cs typeface="Arial" pitchFamily="34" charset="-120"/>
                </a:rPr>
                <a:t>保护皮肤屏障的低刺激温和焕肤</a:t>
              </a:r>
              <a:endParaRPr lang="ko-KR" altLang="en-US" sz="1000" dirty="0">
                <a:solidFill>
                  <a:srgbClr val="6E6E6E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endParaRPr>
            </a:p>
          </p:txBody>
        </p:sp>
        <p:sp>
          <p:nvSpPr>
            <p:cNvPr id="228" name="Text 15">
              <a:extLst>
                <a:ext uri="{FF2B5EF4-FFF2-40B4-BE49-F238E27FC236}">
                  <a16:creationId xmlns:a16="http://schemas.microsoft.com/office/drawing/2014/main" id="{7BEE7F56-6008-0391-ED49-A93C862DF40F}"/>
                </a:ext>
              </a:extLst>
            </p:cNvPr>
            <p:cNvSpPr/>
            <p:nvPr/>
          </p:nvSpPr>
          <p:spPr>
            <a:xfrm>
              <a:off x="8497486" y="9154930"/>
              <a:ext cx="749170" cy="215444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15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  <p:sp>
          <p:nvSpPr>
            <p:cNvPr id="229" name="Text 15">
              <a:extLst>
                <a:ext uri="{FF2B5EF4-FFF2-40B4-BE49-F238E27FC236}">
                  <a16:creationId xmlns:a16="http://schemas.microsoft.com/office/drawing/2014/main" id="{16C43AAE-0AD0-0921-448A-13C4429ECA94}"/>
                </a:ext>
              </a:extLst>
            </p:cNvPr>
            <p:cNvSpPr/>
            <p:nvPr/>
          </p:nvSpPr>
          <p:spPr>
            <a:xfrm>
              <a:off x="8497486" y="9548295"/>
              <a:ext cx="749170" cy="215444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150,000</a:t>
              </a:r>
            </a:p>
          </p:txBody>
        </p:sp>
        <p:sp>
          <p:nvSpPr>
            <p:cNvPr id="231" name="Text 15">
              <a:extLst>
                <a:ext uri="{FF2B5EF4-FFF2-40B4-BE49-F238E27FC236}">
                  <a16:creationId xmlns:a16="http://schemas.microsoft.com/office/drawing/2014/main" id="{CE976CBD-50F1-9384-8413-89D9B087256F}"/>
                </a:ext>
              </a:extLst>
            </p:cNvPr>
            <p:cNvSpPr/>
            <p:nvPr/>
          </p:nvSpPr>
          <p:spPr>
            <a:xfrm>
              <a:off x="8497485" y="9930371"/>
              <a:ext cx="749171" cy="215444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150,000</a:t>
              </a:r>
            </a:p>
          </p:txBody>
        </p:sp>
      </p:grpSp>
      <p:grpSp>
        <p:nvGrpSpPr>
          <p:cNvPr id="255" name="그룹 254">
            <a:extLst>
              <a:ext uri="{FF2B5EF4-FFF2-40B4-BE49-F238E27FC236}">
                <a16:creationId xmlns:a16="http://schemas.microsoft.com/office/drawing/2014/main" id="{94FB0D59-50C2-4E9E-6D81-6DEEEAA2FAA1}"/>
              </a:ext>
            </a:extLst>
          </p:cNvPr>
          <p:cNvGrpSpPr/>
          <p:nvPr/>
        </p:nvGrpSpPr>
        <p:grpSpPr>
          <a:xfrm>
            <a:off x="930580" y="11533446"/>
            <a:ext cx="8316077" cy="1600861"/>
            <a:chOff x="930580" y="10514090"/>
            <a:chExt cx="8316077" cy="1600861"/>
          </a:xfrm>
        </p:grpSpPr>
        <p:sp>
          <p:nvSpPr>
            <p:cNvPr id="239" name="TextBox 238">
              <a:extLst>
                <a:ext uri="{FF2B5EF4-FFF2-40B4-BE49-F238E27FC236}">
                  <a16:creationId xmlns:a16="http://schemas.microsoft.com/office/drawing/2014/main" id="{A48100B5-3CC0-6B22-46A6-CBD0172F0BB2}"/>
                </a:ext>
              </a:extLst>
            </p:cNvPr>
            <p:cNvSpPr txBox="1"/>
            <p:nvPr/>
          </p:nvSpPr>
          <p:spPr>
            <a:xfrm>
              <a:off x="930580" y="10514090"/>
              <a:ext cx="1942412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zh-CN" dirty="0">
                  <a:latin typeface="Noto Sans SC SemiBold"/>
                  <a:ea typeface="Noto Sans SC SemiBold"/>
                  <a:cs typeface="Sinsegye" pitchFamily="34" charset="-120"/>
                </a:rPr>
                <a:t>清粉刺 · 消炎针</a:t>
              </a:r>
            </a:p>
          </p:txBody>
        </p:sp>
        <p:sp>
          <p:nvSpPr>
            <p:cNvPr id="247" name="Text 11">
              <a:extLst>
                <a:ext uri="{FF2B5EF4-FFF2-40B4-BE49-F238E27FC236}">
                  <a16:creationId xmlns:a16="http://schemas.microsoft.com/office/drawing/2014/main" id="{9F37C046-027B-6DA5-3337-53FED31B45FD}"/>
                </a:ext>
              </a:extLst>
            </p:cNvPr>
            <p:cNvSpPr/>
            <p:nvPr/>
          </p:nvSpPr>
          <p:spPr>
            <a:xfrm>
              <a:off x="1044691" y="10851509"/>
              <a:ext cx="5660909" cy="62015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CN" sz="1400" dirty="0">
                  <a:solidFill>
                    <a:srgbClr val="555555"/>
                  </a:solidFill>
                  <a:latin typeface="Noto Sans SC Medium"/>
                  <a:ea typeface="Noto Sans SC Medium"/>
                  <a:cs typeface="Arial" pitchFamily="34" charset="-120"/>
                </a:rPr>
                <a:t>手工清粉刺</a:t>
              </a:r>
            </a:p>
            <a:p>
              <a:r>
                <a:rPr lang="zh-CN" sz="1000" dirty="0">
                  <a:solidFill>
                    <a:srgbClr val="555555"/>
                  </a:solidFill>
                  <a:latin typeface="Noto Sans SC DemiLight"/>
                  <a:ea typeface="Noto Sans SC DemiLight"/>
                  <a:cs typeface="Arial" pitchFamily="34" charset="-120"/>
                </a:rPr>
                <a:t>专业清理皮脂、黑头、白头、粉刺（闭口）、脓疱型痘痘</a:t>
              </a:r>
            </a:p>
          </p:txBody>
        </p:sp>
        <p:sp>
          <p:nvSpPr>
            <p:cNvPr id="248" name="Text 15">
              <a:extLst>
                <a:ext uri="{FF2B5EF4-FFF2-40B4-BE49-F238E27FC236}">
                  <a16:creationId xmlns:a16="http://schemas.microsoft.com/office/drawing/2014/main" id="{ADA01967-5B9B-AFC4-04BC-CB70EE693C53}"/>
                </a:ext>
              </a:extLst>
            </p:cNvPr>
            <p:cNvSpPr/>
            <p:nvPr/>
          </p:nvSpPr>
          <p:spPr>
            <a:xfrm>
              <a:off x="7736841" y="10852980"/>
              <a:ext cx="1509816" cy="617208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zh-CN" sz="1200" dirty="0">
                  <a:solidFill>
                    <a:srgbClr val="2498BD"/>
                  </a:solidFill>
                  <a:latin typeface="Noto Sans SC DemiLight"/>
                  <a:ea typeface="Noto Sans SC DemiLight"/>
                  <a:cs typeface="GC 16 Mono" pitchFamily="34" charset="-120"/>
                </a:rPr>
                <a:t xml:space="preserve">1个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10,000</a:t>
              </a:r>
              <a:endParaRPr lang="en-US" altLang="ko-KR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  <a:p>
              <a:pPr algn="r"/>
              <a:r>
                <a:rPr lang="zh-CN" sz="1200" dirty="0">
                  <a:solidFill>
                    <a:srgbClr val="2498BD"/>
                  </a:solidFill>
                  <a:latin typeface="Noto Sans SC DemiLight"/>
                  <a:ea typeface="Noto Sans SC DemiLight"/>
                  <a:cs typeface="GC 16 Mono" pitchFamily="34" charset="-120"/>
                </a:rPr>
                <a:t>全脸</a:t>
              </a:r>
              <a:r>
                <a:rPr lang="en-US" altLang="ko-KR" sz="14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80,000</a:t>
              </a:r>
              <a:endParaRPr lang="en-US" altLang="ko-KR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</p:txBody>
        </p:sp>
        <p:sp>
          <p:nvSpPr>
            <p:cNvPr id="251" name="Text 15">
              <a:extLst>
                <a:ext uri="{FF2B5EF4-FFF2-40B4-BE49-F238E27FC236}">
                  <a16:creationId xmlns:a16="http://schemas.microsoft.com/office/drawing/2014/main" id="{5F479F4F-9772-9116-7275-A929B133CA97}"/>
                </a:ext>
              </a:extLst>
            </p:cNvPr>
            <p:cNvSpPr/>
            <p:nvPr/>
          </p:nvSpPr>
          <p:spPr>
            <a:xfrm>
              <a:off x="7736841" y="11477161"/>
              <a:ext cx="1509816" cy="617208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zh-CN" sz="1200" dirty="0">
                  <a:solidFill>
                    <a:srgbClr val="2498BD"/>
                  </a:solidFill>
                  <a:latin typeface="Noto Sans SC DemiLight"/>
                  <a:ea typeface="Noto Sans SC DemiLight"/>
                  <a:cs typeface="GC 16 Mono" pitchFamily="34" charset="-120"/>
                </a:rPr>
                <a:t xml:space="preserve">1个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10,000</a:t>
              </a:r>
              <a:endParaRPr lang="en-US" altLang="ko-KR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  <a:p>
              <a:pPr algn="r"/>
              <a:r>
                <a:rPr lang="zh-CN" sz="1200" dirty="0">
                  <a:solidFill>
                    <a:srgbClr val="2498BD"/>
                  </a:solidFill>
                  <a:latin typeface="Noto Sans SC DemiLight"/>
                  <a:ea typeface="Noto Sans SC DemiLight"/>
                  <a:cs typeface="GC 16 Mono" pitchFamily="34" charset="-120"/>
                </a:rPr>
                <a:t>全脸</a:t>
              </a:r>
              <a:r>
                <a:rPr lang="en-US" altLang="ko-KR" sz="14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50,000</a:t>
              </a:r>
              <a:endParaRPr lang="en-US" altLang="ko-KR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</p:txBody>
        </p:sp>
        <p:sp>
          <p:nvSpPr>
            <p:cNvPr id="242" name="Text 11">
              <a:extLst>
                <a:ext uri="{FF2B5EF4-FFF2-40B4-BE49-F238E27FC236}">
                  <a16:creationId xmlns:a16="http://schemas.microsoft.com/office/drawing/2014/main" id="{D1EE07DC-DAF2-593C-AB6D-B3527F32E7C8}"/>
                </a:ext>
              </a:extLst>
            </p:cNvPr>
            <p:cNvSpPr/>
            <p:nvPr/>
          </p:nvSpPr>
          <p:spPr>
            <a:xfrm>
              <a:off x="1044691" y="11475690"/>
              <a:ext cx="5660909" cy="62015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CN" sz="1400" dirty="0">
                  <a:solidFill>
                    <a:srgbClr val="555555"/>
                  </a:solidFill>
                  <a:latin typeface="Noto Sans SC Medium"/>
                  <a:ea typeface="Noto Sans SC Medium"/>
                  <a:cs typeface="Arial" pitchFamily="34" charset="-120"/>
                </a:rPr>
                <a:t>痘痘消炎针</a:t>
              </a:r>
            </a:p>
            <a:p>
              <a:r>
                <a:rPr lang="zh-CN" sz="1000" dirty="0">
                  <a:solidFill>
                    <a:srgbClr val="555555"/>
                  </a:solidFill>
                  <a:latin typeface="Noto Sans SC DemiLight"/>
                  <a:ea typeface="Noto Sans SC DemiLight"/>
                  <a:cs typeface="Arial" pitchFamily="34" charset="-120"/>
                </a:rPr>
                <a:t>在炎症性痘痘部位直接注射抗炎药物</a:t>
              </a:r>
            </a:p>
          </p:txBody>
        </p:sp>
        <p:sp>
          <p:nvSpPr>
            <p:cNvPr id="244" name="Shape 7">
              <a:extLst>
                <a:ext uri="{FF2B5EF4-FFF2-40B4-BE49-F238E27FC236}">
                  <a16:creationId xmlns:a16="http://schemas.microsoft.com/office/drawing/2014/main" id="{BA3A2FB9-4761-88D5-9C32-AA21F51346D7}"/>
                </a:ext>
              </a:extLst>
            </p:cNvPr>
            <p:cNvSpPr/>
            <p:nvPr/>
          </p:nvSpPr>
          <p:spPr>
            <a:xfrm>
              <a:off x="1041515" y="10840845"/>
              <a:ext cx="8205142" cy="13607"/>
            </a:xfrm>
            <a:prstGeom prst="rect">
              <a:avLst/>
            </a:prstGeom>
            <a:solidFill>
              <a:srgbClr val="2498BD"/>
            </a:solidFill>
            <a:ln/>
          </p:spPr>
        </p:sp>
        <p:sp>
          <p:nvSpPr>
            <p:cNvPr id="245" name="Shape 7">
              <a:extLst>
                <a:ext uri="{FF2B5EF4-FFF2-40B4-BE49-F238E27FC236}">
                  <a16:creationId xmlns:a16="http://schemas.microsoft.com/office/drawing/2014/main" id="{DD789A59-7C1C-DC4A-1C40-3525DB9219F1}"/>
                </a:ext>
              </a:extLst>
            </p:cNvPr>
            <p:cNvSpPr/>
            <p:nvPr/>
          </p:nvSpPr>
          <p:spPr>
            <a:xfrm>
              <a:off x="1041515" y="11471661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246" name="Shape 7">
              <a:extLst>
                <a:ext uri="{FF2B5EF4-FFF2-40B4-BE49-F238E27FC236}">
                  <a16:creationId xmlns:a16="http://schemas.microsoft.com/office/drawing/2014/main" id="{A8BDEEC1-9998-4418-5BB8-5D147C88E30B}"/>
                </a:ext>
              </a:extLst>
            </p:cNvPr>
            <p:cNvSpPr/>
            <p:nvPr/>
          </p:nvSpPr>
          <p:spPr>
            <a:xfrm>
              <a:off x="1041515" y="12101344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</p:grpSp>
      <p:sp>
        <p:nvSpPr>
          <p:cNvPr id="3" name="Shape 7">
            <a:extLst>
              <a:ext uri="{FF2B5EF4-FFF2-40B4-BE49-F238E27FC236}">
                <a16:creationId xmlns:a16="http://schemas.microsoft.com/office/drawing/2014/main" id="{38B0C460-21BF-76C3-D621-E04DB80060B9}"/>
              </a:ext>
            </a:extLst>
          </p:cNvPr>
          <p:cNvSpPr/>
          <p:nvPr/>
        </p:nvSpPr>
        <p:spPr>
          <a:xfrm>
            <a:off x="1044692" y="10175205"/>
            <a:ext cx="8205142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5" name="Shape 7">
            <a:extLst>
              <a:ext uri="{FF2B5EF4-FFF2-40B4-BE49-F238E27FC236}">
                <a16:creationId xmlns:a16="http://schemas.microsoft.com/office/drawing/2014/main" id="{FC4C5FFA-75B2-1975-8ADB-F325A40134B4}"/>
              </a:ext>
            </a:extLst>
          </p:cNvPr>
          <p:cNvSpPr/>
          <p:nvPr/>
        </p:nvSpPr>
        <p:spPr>
          <a:xfrm>
            <a:off x="1044692" y="10946099"/>
            <a:ext cx="8205142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FA1DE965-013A-0D8B-0A14-246120802500}"/>
              </a:ext>
            </a:extLst>
          </p:cNvPr>
          <p:cNvSpPr/>
          <p:nvPr/>
        </p:nvSpPr>
        <p:spPr>
          <a:xfrm>
            <a:off x="1044692" y="11328327"/>
            <a:ext cx="8205142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E099A6BA-B960-2AAB-8F87-8684BC3CE20F}"/>
              </a:ext>
            </a:extLst>
          </p:cNvPr>
          <p:cNvSpPr/>
          <p:nvPr/>
        </p:nvSpPr>
        <p:spPr>
          <a:xfrm>
            <a:off x="1047868" y="9789111"/>
            <a:ext cx="5328709" cy="375481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CN" sz="1400" dirty="0">
                <a:solidFill>
                  <a:srgbClr val="555555"/>
                </a:solidFill>
                <a:latin typeface="Noto Sans SC Medium"/>
                <a:ea typeface="Noto Sans SC Medium"/>
                <a:cs typeface="Arial" pitchFamily="34" charset="-120"/>
              </a:rPr>
              <a:t xml:space="preserve">拉拉焕肤  </a:t>
            </a:r>
            <a:r>
              <a:rPr lang="zh-CN" sz="1000" dirty="0">
                <a:solidFill>
                  <a:srgbClr val="6E6E6E"/>
                </a:solidFill>
                <a:latin typeface="Noto Sans SC DemiLight"/>
                <a:ea typeface="Noto Sans SC DemiLight"/>
                <a:cs typeface="Arial" pitchFamily="34" charset="-120"/>
              </a:rPr>
              <a:t>LHA 低刺激焕肤 — 角质 · 皮脂调理 · 改善肤质</a:t>
            </a:r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29117810-E7B9-39AA-9C84-57065433D0D7}"/>
              </a:ext>
            </a:extLst>
          </p:cNvPr>
          <p:cNvSpPr/>
          <p:nvPr/>
        </p:nvSpPr>
        <p:spPr>
          <a:xfrm>
            <a:off x="1047868" y="10567676"/>
            <a:ext cx="4882624" cy="375481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CN" sz="1400" dirty="0">
                <a:solidFill>
                  <a:srgbClr val="555555"/>
                </a:solidFill>
                <a:latin typeface="Noto Sans SC Medium"/>
                <a:ea typeface="Noto Sans SC Medium"/>
                <a:cs typeface="Arial" pitchFamily="34" charset="-120"/>
              </a:rPr>
              <a:t xml:space="preserve">粉红焕肤  </a:t>
            </a:r>
            <a:r>
              <a:rPr lang="zh-CN" sz="1000" dirty="0">
                <a:solidFill>
                  <a:srgbClr val="6E6E6E"/>
                </a:solidFill>
                <a:latin typeface="Noto Sans SC DemiLight"/>
                <a:ea typeface="Noto Sans SC DemiLight"/>
                <a:cs typeface="Arial" pitchFamily="34" charset="-120"/>
              </a:rPr>
              <a:t>添加美白 · 紧致成分的低刺激焕肤 — 清除老废物 · 改善肤色 · 弹性</a:t>
            </a: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23443B8F-3ECF-809D-9A7A-CC9C749ECC5C}"/>
              </a:ext>
            </a:extLst>
          </p:cNvPr>
          <p:cNvSpPr/>
          <p:nvPr/>
        </p:nvSpPr>
        <p:spPr>
          <a:xfrm>
            <a:off x="1047868" y="10949752"/>
            <a:ext cx="4955603" cy="375481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CN" sz="1400" dirty="0">
                <a:solidFill>
                  <a:srgbClr val="555555"/>
                </a:solidFill>
                <a:latin typeface="Noto Sans SC Medium"/>
                <a:ea typeface="Noto Sans SC Medium"/>
                <a:cs typeface="Arial" pitchFamily="34" charset="-120"/>
              </a:rPr>
              <a:t xml:space="preserve">耶丝焕肤  </a:t>
            </a:r>
            <a:r>
              <a:rPr lang="zh-CN" sz="1000" dirty="0">
                <a:solidFill>
                  <a:srgbClr val="6E6E6E"/>
                </a:solidFill>
                <a:latin typeface="Noto Sans SC DemiLight"/>
                <a:ea typeface="Noto Sans SC DemiLight"/>
                <a:cs typeface="Arial" pitchFamily="34" charset="-120"/>
              </a:rPr>
              <a:t>帮助恢复肌肤状态的修护焕肤 — 角质调理 · 改善肤质 · 保湿</a:t>
            </a:r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2B82777E-AAC7-0A9D-65DF-2AFBD2CC237D}"/>
              </a:ext>
            </a:extLst>
          </p:cNvPr>
          <p:cNvSpPr/>
          <p:nvPr/>
        </p:nvSpPr>
        <p:spPr>
          <a:xfrm>
            <a:off x="8500663" y="9869129"/>
            <a:ext cx="749170" cy="215444"/>
          </a:xfrm>
          <a:prstGeom prst="rect">
            <a:avLst/>
          </a:prstGeom>
          <a:noFill/>
          <a:ln/>
        </p:spPr>
        <p:txBody>
          <a:bodyPr wrap="none" lIns="0" tIns="0" rIns="72000" bIns="0" rtlCol="0" anchor="ctr" anchorCtr="0">
            <a:spAutoFit/>
          </a:bodyPr>
          <a:lstStyle/>
          <a:p>
            <a:pPr algn="r"/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15</a:t>
            </a:r>
            <a:r>
              <a:rPr lang="en-US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0,000</a:t>
            </a:r>
          </a:p>
        </p:txBody>
      </p:sp>
      <p:sp>
        <p:nvSpPr>
          <p:cNvPr id="21" name="Text 15">
            <a:extLst>
              <a:ext uri="{FF2B5EF4-FFF2-40B4-BE49-F238E27FC236}">
                <a16:creationId xmlns:a16="http://schemas.microsoft.com/office/drawing/2014/main" id="{495700E0-0105-01F4-C4C1-D002FEFE9604}"/>
              </a:ext>
            </a:extLst>
          </p:cNvPr>
          <p:cNvSpPr/>
          <p:nvPr/>
        </p:nvSpPr>
        <p:spPr>
          <a:xfrm>
            <a:off x="8500663" y="10647694"/>
            <a:ext cx="749170" cy="215444"/>
          </a:xfrm>
          <a:prstGeom prst="rect">
            <a:avLst/>
          </a:prstGeom>
          <a:noFill/>
          <a:ln/>
        </p:spPr>
        <p:txBody>
          <a:bodyPr wrap="none" lIns="0" tIns="0" rIns="72000" bIns="0" rtlCol="0" anchor="ctr" anchorCtr="0">
            <a:spAutoFit/>
          </a:bodyPr>
          <a:lstStyle/>
          <a:p>
            <a:pPr algn="r"/>
            <a:r>
              <a:rPr lang="en-US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170,000</a:t>
            </a:r>
          </a:p>
        </p:txBody>
      </p:sp>
      <p:sp>
        <p:nvSpPr>
          <p:cNvPr id="23" name="Text 15">
            <a:extLst>
              <a:ext uri="{FF2B5EF4-FFF2-40B4-BE49-F238E27FC236}">
                <a16:creationId xmlns:a16="http://schemas.microsoft.com/office/drawing/2014/main" id="{ACBAC6AD-9F28-EEB5-B7B2-8F3466D2F2B9}"/>
              </a:ext>
            </a:extLst>
          </p:cNvPr>
          <p:cNvSpPr/>
          <p:nvPr/>
        </p:nvSpPr>
        <p:spPr>
          <a:xfrm>
            <a:off x="8500662" y="11029770"/>
            <a:ext cx="749171" cy="215444"/>
          </a:xfrm>
          <a:prstGeom prst="rect">
            <a:avLst/>
          </a:prstGeom>
          <a:noFill/>
          <a:ln/>
        </p:spPr>
        <p:txBody>
          <a:bodyPr wrap="none" lIns="0" tIns="0" rIns="72000" bIns="0" rtlCol="0" anchor="ctr" anchorCtr="0">
            <a:spAutoFit/>
          </a:bodyPr>
          <a:lstStyle/>
          <a:p>
            <a:pPr algn="r"/>
            <a:r>
              <a:rPr lang="en-US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170,000</a:t>
            </a:r>
          </a:p>
        </p:txBody>
      </p:sp>
      <p:sp>
        <p:nvSpPr>
          <p:cNvPr id="9001" name="Text 11">
            <a:extLst>
              <a:ext uri="{FF2B5EF4-FFF2-40B4-BE49-F238E27FC236}">
                <a16:creationId xmlns:a16="http://schemas.microsoft.com/office/drawing/2014/main" id="{29117810-E7B9-39AA-9C84-57065433D0D7}"/>
              </a:ext>
            </a:extLst>
          </p:cNvPr>
          <p:cNvSpPr/>
          <p:nvPr/>
        </p:nvSpPr>
        <p:spPr>
          <a:xfrm>
            <a:off x="1047868" y="10182476"/>
            <a:ext cx="6381224" cy="375481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zh-CN" sz="1400" dirty="0">
                <a:solidFill>
                  <a:srgbClr val="555555"/>
                </a:solidFill>
                <a:latin typeface="Noto Sans SC Medium"/>
                <a:ea typeface="Noto Sans SC Medium"/>
                <a:cs typeface="Arial" pitchFamily="34" charset="-120"/>
              </a:rPr>
              <a:t xml:space="preserve">拉拉喷射清洁  </a:t>
            </a:r>
            <a:r>
              <a:rPr lang="zh-CN" sz="1000" dirty="0">
                <a:solidFill>
                  <a:srgbClr val="6E6E6E"/>
                </a:solidFill>
                <a:latin typeface="Noto Sans SC DemiLight"/>
                <a:ea typeface="Noto Sans SC DemiLight"/>
                <a:cs typeface="Arial" pitchFamily="34" charset="-120"/>
              </a:rPr>
              <a:t>水力喷泉 · 水力导入系统 — 以超微细水流清除毛孔内废弃物 · 皮脂 · 再生透亮光泽肌肤</a:t>
            </a:r>
          </a:p>
        </p:txBody>
      </p:sp>
      <p:sp>
        <p:nvSpPr>
          <p:cNvPr id="9002" name="Text 15">
            <a:extLst>
              <a:ext uri="{FF2B5EF4-FFF2-40B4-BE49-F238E27FC236}">
                <a16:creationId xmlns:a16="http://schemas.microsoft.com/office/drawing/2014/main" id="{495700E0-0105-01F4-C4C1-D002FEFE9604}"/>
              </a:ext>
            </a:extLst>
          </p:cNvPr>
          <p:cNvSpPr/>
          <p:nvPr/>
        </p:nvSpPr>
        <p:spPr>
          <a:xfrm>
            <a:off x="8500663" y="10262494"/>
            <a:ext cx="749170" cy="215444"/>
          </a:xfrm>
          <a:prstGeom prst="rect">
            <a:avLst/>
          </a:prstGeom>
          <a:noFill/>
          <a:ln/>
        </p:spPr>
        <p:txBody>
          <a:bodyPr wrap="none" lIns="0" tIns="0" rIns="72000" bIns="0" rtlCol="0" anchor="ctr" anchorCtr="0">
            <a:spAutoFit/>
          </a:bodyPr>
          <a:lstStyle/>
          <a:p>
            <a:pPr algn="r"/>
            <a:r>
              <a:rPr lang="en-US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200,000</a:t>
            </a:r>
          </a:p>
        </p:txBody>
      </p:sp>
      <p:sp>
        <p:nvSpPr>
          <p:cNvPr id="9003" name="Shape 7">
            <a:extLst>
              <a:ext uri="{FF2B5EF4-FFF2-40B4-BE49-F238E27FC236}">
                <a16:creationId xmlns:a16="http://schemas.microsoft.com/office/drawing/2014/main" id="{FC4C5FFA-75B2-1975-8ADB-F325A40134B4}"/>
              </a:ext>
            </a:extLst>
          </p:cNvPr>
          <p:cNvSpPr/>
          <p:nvPr/>
        </p:nvSpPr>
        <p:spPr>
          <a:xfrm>
            <a:off x="1044692" y="10560899"/>
            <a:ext cx="8205142" cy="13607"/>
          </a:xfrm>
          <a:prstGeom prst="rect">
            <a:avLst/>
          </a:prstGeom>
          <a:solidFill>
            <a:srgbClr val="CCCCCC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123865"/>
          </a:xfrm>
          <a:prstGeom prst="rect">
            <a:avLst/>
          </a:prstGeom>
          <a:gradFill rotWithShape="1">
            <a:gsLst>
              <a:gs pos="0">
                <a:srgbClr val="B2E3F2">
                  <a:alpha val="100000"/>
                </a:srgbClr>
              </a:gs>
              <a:gs pos="75000">
                <a:srgbClr val="D6F0F8">
                  <a:alpha val="30000"/>
                </a:srgbClr>
              </a:gs>
              <a:gs pos="100000">
                <a:srgbClr val="D6F0F8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6" name="Text 3"/>
          <p:cNvSpPr/>
          <p:nvPr/>
        </p:nvSpPr>
        <p:spPr>
          <a:xfrm>
            <a:off x="-514350" y="871536"/>
            <a:ext cx="11315700" cy="2013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050" kern="0" spc="168" dirty="0">
                <a:solidFill>
                  <a:srgbClr val="C99A1F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CERA CELL &amp; IV THERAPY</a:t>
            </a:r>
            <a:endParaRPr lang="en-US" sz="105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7" name="Text 4"/>
          <p:cNvSpPr/>
          <p:nvPr/>
        </p:nvSpPr>
        <p:spPr>
          <a:xfrm>
            <a:off x="-514350" y="1072879"/>
            <a:ext cx="11315700" cy="4735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zh-CN" sz="3150" b="1" kern="0" spc="-63" dirty="0">
                <a:solidFill>
                  <a:srgbClr val="2498BD"/>
                </a:solidFill>
                <a:latin typeface="Noto Sans SC DemiLight"/>
                <a:ea typeface="Noto Sans SC DemiLight"/>
                <a:cs typeface="Sinsegye" pitchFamily="34" charset="-120"/>
              </a:rPr>
              <a:t>输液疗法 / 疼痛管理</a:t>
            </a:r>
            <a:endParaRPr lang="ko-KR" altLang="en-US" sz="3150" b="1" kern="0" spc="-63" dirty="0">
              <a:solidFill>
                <a:srgbClr val="2498BD"/>
              </a:solidFill>
              <a:latin typeface="신세계 Regular" panose="02000300000000000000" pitchFamily="50" charset="-127"/>
              <a:ea typeface="신세계 Regular" panose="02000300000000000000" pitchFamily="50" charset="-127"/>
              <a:cs typeface="Sinsegye" pitchFamily="34" charset="-120"/>
            </a:endParaRPr>
          </a:p>
        </p:txBody>
      </p:sp>
      <p:sp>
        <p:nvSpPr>
          <p:cNvPr id="8" name="Text 5"/>
          <p:cNvSpPr/>
          <p:nvPr/>
        </p:nvSpPr>
        <p:spPr>
          <a:xfrm>
            <a:off x="-514350" y="1546365"/>
            <a:ext cx="113157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zh-CN" sz="1275" dirty="0">
                <a:solidFill>
                  <a:srgbClr val="6E6E6E"/>
                </a:solidFill>
                <a:latin typeface="Noto Sans SC DemiLight"/>
                <a:ea typeface="Noto Sans SC DemiLight"/>
                <a:cs typeface="Arial" pitchFamily="34" charset="-120"/>
              </a:rPr>
              <a:t>调理身体状态的定制输液与提供舒适疗程的疼痛管理</a:t>
            </a:r>
            <a:endParaRPr lang="ko-KR" altLang="en-US" sz="1275" dirty="0">
              <a:solidFill>
                <a:srgbClr val="6E6E6E"/>
              </a:solidFill>
              <a:latin typeface="신세계 Regular" panose="02000300000000000000" pitchFamily="50" charset="-127"/>
              <a:ea typeface="신세계 Regular" panose="02000300000000000000" pitchFamily="50" charset="-127"/>
              <a:cs typeface="Arial" pitchFamily="34" charset="-120"/>
            </a:endParaRPr>
          </a:p>
        </p:txBody>
      </p:sp>
      <p:sp>
        <p:nvSpPr>
          <p:cNvPr id="5" name="Text 96">
            <a:extLst>
              <a:ext uri="{FF2B5EF4-FFF2-40B4-BE49-F238E27FC236}">
                <a16:creationId xmlns:a16="http://schemas.microsoft.com/office/drawing/2014/main" id="{61CA324E-1327-E37D-0D08-F19B7B0D7007}"/>
              </a:ext>
            </a:extLst>
          </p:cNvPr>
          <p:cNvSpPr/>
          <p:nvPr/>
        </p:nvSpPr>
        <p:spPr>
          <a:xfrm>
            <a:off x="529167" y="13503293"/>
            <a:ext cx="9237133" cy="187694"/>
          </a:xfrm>
          <a:prstGeom prst="rect">
            <a:avLst/>
          </a:prstGeom>
          <a:noFill/>
          <a:ln/>
        </p:spPr>
        <p:txBody>
          <a:bodyPr wrap="square" lIns="25400" tIns="25400" rIns="514800" bIns="25400" rtlCol="0" anchor="t">
            <a:normAutofit fontScale="92500" lnSpcReduction="10000"/>
          </a:bodyPr>
          <a:lstStyle/>
          <a:p>
            <a:pPr marL="0" indent="0" algn="r">
              <a:buNone/>
            </a:pPr>
            <a:r>
              <a:rPr lang="zh-CN" sz="882" dirty="0">
                <a:solidFill>
                  <a:srgbClr val="6E6E6E"/>
                </a:solidFill>
                <a:latin typeface="Noto Sans SC DemiLight"/>
                <a:ea typeface="Noto Sans SC DemiLight"/>
                <a:cs typeface="GC 16 Mono" pitchFamily="34" charset="-120"/>
              </a:rPr>
              <a:t>* 价格不含10%附加税</a:t>
            </a:r>
            <a:endParaRPr lang="en-US" sz="1013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grpSp>
        <p:nvGrpSpPr>
          <p:cNvPr id="212" name="그룹 211">
            <a:extLst>
              <a:ext uri="{FF2B5EF4-FFF2-40B4-BE49-F238E27FC236}">
                <a16:creationId xmlns:a16="http://schemas.microsoft.com/office/drawing/2014/main" id="{444193F4-1660-6C04-D340-B7489DA7E0BA}"/>
              </a:ext>
            </a:extLst>
          </p:cNvPr>
          <p:cNvGrpSpPr/>
          <p:nvPr/>
        </p:nvGrpSpPr>
        <p:grpSpPr>
          <a:xfrm>
            <a:off x="930580" y="2720019"/>
            <a:ext cx="8319253" cy="3077170"/>
            <a:chOff x="930580" y="2720019"/>
            <a:chExt cx="8319253" cy="3077170"/>
          </a:xfrm>
        </p:grpSpPr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BC8B7B09-C464-02CA-AAB1-CFAF62EE4D7A}"/>
                </a:ext>
              </a:extLst>
            </p:cNvPr>
            <p:cNvSpPr txBox="1"/>
            <p:nvPr/>
          </p:nvSpPr>
          <p:spPr>
            <a:xfrm>
              <a:off x="930580" y="2720019"/>
              <a:ext cx="1401346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zh-CN" dirty="0">
                  <a:latin typeface="Noto Sans SC SemiBold"/>
                  <a:ea typeface="Noto Sans SC SemiBold"/>
                  <a:cs typeface="Sinsegye" pitchFamily="34" charset="-120"/>
                </a:rPr>
                <a:t>输液疗法</a:t>
              </a:r>
              <a:endParaRPr lang="ko-KR" altLang="en-US" dirty="0">
                <a:latin typeface="신세계 SemiBold" panose="02000300000000000000" pitchFamily="50" charset="-127"/>
                <a:ea typeface="신세계 SemiBold" panose="02000300000000000000" pitchFamily="50" charset="-127"/>
                <a:cs typeface="Sinsegye" pitchFamily="34" charset="-120"/>
              </a:endParaRPr>
            </a:p>
          </p:txBody>
        </p:sp>
        <p:sp>
          <p:nvSpPr>
            <p:cNvPr id="140" name="Shape 7">
              <a:extLst>
                <a:ext uri="{FF2B5EF4-FFF2-40B4-BE49-F238E27FC236}">
                  <a16:creationId xmlns:a16="http://schemas.microsoft.com/office/drawing/2014/main" id="{45C5A187-DA64-8B2C-88DC-0F404AE7223D}"/>
                </a:ext>
              </a:extLst>
            </p:cNvPr>
            <p:cNvSpPr/>
            <p:nvPr/>
          </p:nvSpPr>
          <p:spPr>
            <a:xfrm>
              <a:off x="1041515" y="3046774"/>
              <a:ext cx="8205142" cy="13607"/>
            </a:xfrm>
            <a:prstGeom prst="rect">
              <a:avLst/>
            </a:prstGeom>
            <a:solidFill>
              <a:srgbClr val="2498BD"/>
            </a:solidFill>
            <a:ln/>
          </p:spPr>
        </p:sp>
        <p:sp>
          <p:nvSpPr>
            <p:cNvPr id="142" name="Shape 7">
              <a:extLst>
                <a:ext uri="{FF2B5EF4-FFF2-40B4-BE49-F238E27FC236}">
                  <a16:creationId xmlns:a16="http://schemas.microsoft.com/office/drawing/2014/main" id="{A3DEF85D-64E2-6526-E202-D5AC4416035C}"/>
                </a:ext>
              </a:extLst>
            </p:cNvPr>
            <p:cNvSpPr/>
            <p:nvPr/>
          </p:nvSpPr>
          <p:spPr>
            <a:xfrm>
              <a:off x="1044691" y="3465223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143" name="Shape 7">
              <a:extLst>
                <a:ext uri="{FF2B5EF4-FFF2-40B4-BE49-F238E27FC236}">
                  <a16:creationId xmlns:a16="http://schemas.microsoft.com/office/drawing/2014/main" id="{20F5E084-F1CF-1670-3380-8A61D633D289}"/>
                </a:ext>
              </a:extLst>
            </p:cNvPr>
            <p:cNvSpPr/>
            <p:nvPr/>
          </p:nvSpPr>
          <p:spPr>
            <a:xfrm>
              <a:off x="1044691" y="3854113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144" name="Shape 7">
              <a:extLst>
                <a:ext uri="{FF2B5EF4-FFF2-40B4-BE49-F238E27FC236}">
                  <a16:creationId xmlns:a16="http://schemas.microsoft.com/office/drawing/2014/main" id="{B74B6B83-FA96-9203-A913-2174A5985524}"/>
                </a:ext>
              </a:extLst>
            </p:cNvPr>
            <p:cNvSpPr/>
            <p:nvPr/>
          </p:nvSpPr>
          <p:spPr>
            <a:xfrm>
              <a:off x="1044691" y="4239807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145" name="Shape 7">
              <a:extLst>
                <a:ext uri="{FF2B5EF4-FFF2-40B4-BE49-F238E27FC236}">
                  <a16:creationId xmlns:a16="http://schemas.microsoft.com/office/drawing/2014/main" id="{DF69FC24-3DDD-A4E6-B18B-EE71249F9364}"/>
                </a:ext>
              </a:extLst>
            </p:cNvPr>
            <p:cNvSpPr/>
            <p:nvPr/>
          </p:nvSpPr>
          <p:spPr>
            <a:xfrm>
              <a:off x="1041515" y="4625210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133" name="Text 11">
              <a:extLst>
                <a:ext uri="{FF2B5EF4-FFF2-40B4-BE49-F238E27FC236}">
                  <a16:creationId xmlns:a16="http://schemas.microsoft.com/office/drawing/2014/main" id="{B41CCB5D-3BBF-8DAA-7BF9-894077051EF9}"/>
                </a:ext>
              </a:extLst>
            </p:cNvPr>
            <p:cNvSpPr/>
            <p:nvPr/>
          </p:nvSpPr>
          <p:spPr>
            <a:xfrm>
              <a:off x="1047867" y="3091302"/>
              <a:ext cx="566090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CN" sz="1400" dirty="0">
                  <a:solidFill>
                    <a:srgbClr val="555555"/>
                  </a:solidFill>
                  <a:latin typeface="Noto Sans SC Medium"/>
                  <a:ea typeface="Noto Sans SC Medium"/>
                  <a:cs typeface="Arial" pitchFamily="34" charset="-120"/>
                </a:rPr>
                <a:t xml:space="preserve">纤体输液  </a:t>
              </a:r>
              <a:r>
                <a:rPr lang="zh-CN" sz="1000" dirty="0">
                  <a:solidFill>
                    <a:srgbClr val="555555"/>
                  </a:solidFill>
                  <a:latin typeface="Noto Sans SC DemiLight"/>
                  <a:ea typeface="Noto Sans SC DemiLight"/>
                  <a:cs typeface="Arial" pitchFamily="34" charset="-120"/>
                </a:rPr>
                <a:t>提高新陈代谢</a:t>
              </a:r>
            </a:p>
          </p:txBody>
        </p:sp>
        <p:sp>
          <p:nvSpPr>
            <p:cNvPr id="134" name="Text 15">
              <a:extLst>
                <a:ext uri="{FF2B5EF4-FFF2-40B4-BE49-F238E27FC236}">
                  <a16:creationId xmlns:a16="http://schemas.microsoft.com/office/drawing/2014/main" id="{FCCD0A01-1963-DBC7-E109-BD55FFF31A95}"/>
                </a:ext>
              </a:extLst>
            </p:cNvPr>
            <p:cNvSpPr/>
            <p:nvPr/>
          </p:nvSpPr>
          <p:spPr>
            <a:xfrm>
              <a:off x="6984385" y="3092773"/>
              <a:ext cx="2265448" cy="372539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90,000</a:t>
              </a:r>
            </a:p>
          </p:txBody>
        </p:sp>
        <p:sp>
          <p:nvSpPr>
            <p:cNvPr id="131" name="Text 11">
              <a:extLst>
                <a:ext uri="{FF2B5EF4-FFF2-40B4-BE49-F238E27FC236}">
                  <a16:creationId xmlns:a16="http://schemas.microsoft.com/office/drawing/2014/main" id="{F6A191FD-F6FC-4182-D7BA-CDEFC6C92E76}"/>
                </a:ext>
              </a:extLst>
            </p:cNvPr>
            <p:cNvSpPr/>
            <p:nvPr/>
          </p:nvSpPr>
          <p:spPr>
            <a:xfrm>
              <a:off x="1047867" y="3476810"/>
              <a:ext cx="566090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CN" sz="1400" dirty="0">
                  <a:solidFill>
                    <a:srgbClr val="555555"/>
                  </a:solidFill>
                  <a:latin typeface="Noto Sans SC Medium"/>
                  <a:ea typeface="Noto Sans SC Medium"/>
                  <a:cs typeface="Arial" pitchFamily="34" charset="-120"/>
                </a:rPr>
                <a:t xml:space="preserve">甘草针  </a:t>
              </a:r>
              <a:r>
                <a:rPr lang="zh-CN" sz="1000" dirty="0">
                  <a:solidFill>
                    <a:srgbClr val="555555"/>
                  </a:solidFill>
                  <a:latin typeface="Noto Sans SC DemiLight"/>
                  <a:ea typeface="Noto Sans SC DemiLight"/>
                  <a:cs typeface="Arial" pitchFamily="34" charset="-120"/>
                </a:rPr>
                <a:t>肝脏解毒 · 缓解炎症 · 改善疲劳</a:t>
              </a:r>
            </a:p>
          </p:txBody>
        </p:sp>
        <p:sp>
          <p:nvSpPr>
            <p:cNvPr id="132" name="Text 15">
              <a:extLst>
                <a:ext uri="{FF2B5EF4-FFF2-40B4-BE49-F238E27FC236}">
                  <a16:creationId xmlns:a16="http://schemas.microsoft.com/office/drawing/2014/main" id="{9E517E47-18B6-E064-4980-163BE0EF2806}"/>
                </a:ext>
              </a:extLst>
            </p:cNvPr>
            <p:cNvSpPr/>
            <p:nvPr/>
          </p:nvSpPr>
          <p:spPr>
            <a:xfrm>
              <a:off x="6984385" y="3478281"/>
              <a:ext cx="2265448" cy="372539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50,000</a:t>
              </a:r>
            </a:p>
          </p:txBody>
        </p:sp>
        <p:sp>
          <p:nvSpPr>
            <p:cNvPr id="129" name="Text 11">
              <a:extLst>
                <a:ext uri="{FF2B5EF4-FFF2-40B4-BE49-F238E27FC236}">
                  <a16:creationId xmlns:a16="http://schemas.microsoft.com/office/drawing/2014/main" id="{778FFFE8-DC0E-25B9-9698-8A40B2CF5A7E}"/>
                </a:ext>
              </a:extLst>
            </p:cNvPr>
            <p:cNvSpPr/>
            <p:nvPr/>
          </p:nvSpPr>
          <p:spPr>
            <a:xfrm>
              <a:off x="1044691" y="3868655"/>
              <a:ext cx="566090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CN" sz="1400" dirty="0">
                  <a:solidFill>
                    <a:srgbClr val="555555"/>
                  </a:solidFill>
                  <a:latin typeface="Noto Sans SC Medium"/>
                  <a:ea typeface="Noto Sans SC Medium"/>
                  <a:cs typeface="Arial" pitchFamily="34" charset="-120"/>
                </a:rPr>
                <a:t xml:space="preserve">复合维生素  </a:t>
              </a:r>
              <a:r>
                <a:rPr lang="zh-CN" sz="1000" dirty="0">
                  <a:solidFill>
                    <a:srgbClr val="555555"/>
                  </a:solidFill>
                  <a:latin typeface="Noto Sans SC DemiLight"/>
                  <a:ea typeface="Noto Sans SC DemiLight"/>
                  <a:cs typeface="Arial" pitchFamily="34" charset="-120"/>
                </a:rPr>
                <a:t>清除活性氧 · 改善身体状态</a:t>
              </a:r>
            </a:p>
          </p:txBody>
        </p:sp>
        <p:sp>
          <p:nvSpPr>
            <p:cNvPr id="130" name="Text 15">
              <a:extLst>
                <a:ext uri="{FF2B5EF4-FFF2-40B4-BE49-F238E27FC236}">
                  <a16:creationId xmlns:a16="http://schemas.microsoft.com/office/drawing/2014/main" id="{A01248E2-4AA2-5102-8CEF-E007F93E9CD2}"/>
                </a:ext>
              </a:extLst>
            </p:cNvPr>
            <p:cNvSpPr/>
            <p:nvPr/>
          </p:nvSpPr>
          <p:spPr>
            <a:xfrm>
              <a:off x="6984385" y="3870126"/>
              <a:ext cx="2265448" cy="372539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50,000</a:t>
              </a:r>
            </a:p>
          </p:txBody>
        </p:sp>
        <p:sp>
          <p:nvSpPr>
            <p:cNvPr id="127" name="Text 11">
              <a:extLst>
                <a:ext uri="{FF2B5EF4-FFF2-40B4-BE49-F238E27FC236}">
                  <a16:creationId xmlns:a16="http://schemas.microsoft.com/office/drawing/2014/main" id="{6EB77E8A-257D-A0B5-110C-432BBB9EF57B}"/>
                </a:ext>
              </a:extLst>
            </p:cNvPr>
            <p:cNvSpPr/>
            <p:nvPr/>
          </p:nvSpPr>
          <p:spPr>
            <a:xfrm>
              <a:off x="1044691" y="4248114"/>
              <a:ext cx="566090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CN" sz="1400" dirty="0">
                  <a:solidFill>
                    <a:srgbClr val="555555"/>
                  </a:solidFill>
                  <a:latin typeface="Noto Sans SC Medium"/>
                  <a:ea typeface="Noto Sans SC Medium"/>
                  <a:cs typeface="Arial" pitchFamily="34" charset="-120"/>
                </a:rPr>
                <a:t xml:space="preserve">大蒜针  </a:t>
              </a:r>
              <a:r>
                <a:rPr lang="zh-CN" sz="1000" dirty="0">
                  <a:solidFill>
                    <a:srgbClr val="555555"/>
                  </a:solidFill>
                  <a:latin typeface="Noto Sans SC DemiLight"/>
                  <a:ea typeface="Noto Sans SC DemiLight"/>
                  <a:cs typeface="Arial" pitchFamily="34" charset="-120"/>
                </a:rPr>
                <a:t>高浓度注入恢复疲劳成分</a:t>
              </a:r>
            </a:p>
          </p:txBody>
        </p:sp>
        <p:sp>
          <p:nvSpPr>
            <p:cNvPr id="128" name="Text 15">
              <a:extLst>
                <a:ext uri="{FF2B5EF4-FFF2-40B4-BE49-F238E27FC236}">
                  <a16:creationId xmlns:a16="http://schemas.microsoft.com/office/drawing/2014/main" id="{86850444-9FB1-16CC-5A77-4D3A8EA767D9}"/>
                </a:ext>
              </a:extLst>
            </p:cNvPr>
            <p:cNvSpPr/>
            <p:nvPr/>
          </p:nvSpPr>
          <p:spPr>
            <a:xfrm>
              <a:off x="6984385" y="4249585"/>
              <a:ext cx="2265448" cy="372539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50,000</a:t>
              </a:r>
            </a:p>
          </p:txBody>
        </p:sp>
        <p:sp>
          <p:nvSpPr>
            <p:cNvPr id="160" name="Shape 7">
              <a:extLst>
                <a:ext uri="{FF2B5EF4-FFF2-40B4-BE49-F238E27FC236}">
                  <a16:creationId xmlns:a16="http://schemas.microsoft.com/office/drawing/2014/main" id="{41E553EE-7FF3-AFD2-5C53-AC3E4E7A172E}"/>
                </a:ext>
              </a:extLst>
            </p:cNvPr>
            <p:cNvSpPr/>
            <p:nvPr/>
          </p:nvSpPr>
          <p:spPr>
            <a:xfrm>
              <a:off x="1044691" y="5012485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161" name="Shape 7">
              <a:extLst>
                <a:ext uri="{FF2B5EF4-FFF2-40B4-BE49-F238E27FC236}">
                  <a16:creationId xmlns:a16="http://schemas.microsoft.com/office/drawing/2014/main" id="{62BD0988-054B-D110-B96F-535D35711D48}"/>
                </a:ext>
              </a:extLst>
            </p:cNvPr>
            <p:cNvSpPr/>
            <p:nvPr/>
          </p:nvSpPr>
          <p:spPr>
            <a:xfrm>
              <a:off x="1044691" y="5398179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162" name="Shape 7">
              <a:extLst>
                <a:ext uri="{FF2B5EF4-FFF2-40B4-BE49-F238E27FC236}">
                  <a16:creationId xmlns:a16="http://schemas.microsoft.com/office/drawing/2014/main" id="{EC165F8A-C3C8-5183-69EA-CCD0E9FFA5A6}"/>
                </a:ext>
              </a:extLst>
            </p:cNvPr>
            <p:cNvSpPr/>
            <p:nvPr/>
          </p:nvSpPr>
          <p:spPr>
            <a:xfrm>
              <a:off x="1044691" y="5783582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164" name="Text 11">
              <a:extLst>
                <a:ext uri="{FF2B5EF4-FFF2-40B4-BE49-F238E27FC236}">
                  <a16:creationId xmlns:a16="http://schemas.microsoft.com/office/drawing/2014/main" id="{9568C523-310D-AC2B-DF39-980B57B1FA24}"/>
                </a:ext>
              </a:extLst>
            </p:cNvPr>
            <p:cNvSpPr/>
            <p:nvPr/>
          </p:nvSpPr>
          <p:spPr>
            <a:xfrm>
              <a:off x="1047867" y="4635182"/>
              <a:ext cx="566090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CN" sz="1400" dirty="0">
                  <a:solidFill>
                    <a:srgbClr val="555555"/>
                  </a:solidFill>
                  <a:latin typeface="Noto Sans SC Medium"/>
                  <a:ea typeface="Noto Sans SC Medium"/>
                  <a:cs typeface="Arial" pitchFamily="34" charset="-120"/>
                </a:rPr>
                <a:t xml:space="preserve">灰姑娘针  </a:t>
              </a:r>
              <a:r>
                <a:rPr lang="zh-CN" sz="1000" dirty="0">
                  <a:solidFill>
                    <a:srgbClr val="555555"/>
                  </a:solidFill>
                  <a:latin typeface="Noto Sans SC DemiLight"/>
                  <a:ea typeface="Noto Sans SC DemiLight"/>
                  <a:cs typeface="Arial" pitchFamily="34" charset="-120"/>
                </a:rPr>
                <a:t>抗氧化 · 辅助瘦身</a:t>
              </a:r>
            </a:p>
          </p:txBody>
        </p:sp>
        <p:sp>
          <p:nvSpPr>
            <p:cNvPr id="165" name="Text 15">
              <a:extLst>
                <a:ext uri="{FF2B5EF4-FFF2-40B4-BE49-F238E27FC236}">
                  <a16:creationId xmlns:a16="http://schemas.microsoft.com/office/drawing/2014/main" id="{B88B01D8-8F2A-421E-2740-91ED982107A8}"/>
                </a:ext>
              </a:extLst>
            </p:cNvPr>
            <p:cNvSpPr/>
            <p:nvPr/>
          </p:nvSpPr>
          <p:spPr>
            <a:xfrm>
              <a:off x="6984385" y="4636653"/>
              <a:ext cx="2265448" cy="372539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30,000</a:t>
              </a:r>
            </a:p>
          </p:txBody>
        </p:sp>
        <p:sp>
          <p:nvSpPr>
            <p:cNvPr id="167" name="Text 11">
              <a:extLst>
                <a:ext uri="{FF2B5EF4-FFF2-40B4-BE49-F238E27FC236}">
                  <a16:creationId xmlns:a16="http://schemas.microsoft.com/office/drawing/2014/main" id="{83A6A789-FB4C-6AE9-4906-4A2B6D3AC002}"/>
                </a:ext>
              </a:extLst>
            </p:cNvPr>
            <p:cNvSpPr/>
            <p:nvPr/>
          </p:nvSpPr>
          <p:spPr>
            <a:xfrm>
              <a:off x="1047867" y="5027027"/>
              <a:ext cx="566090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CN" sz="1400" dirty="0">
                  <a:solidFill>
                    <a:srgbClr val="555555"/>
                  </a:solidFill>
                  <a:latin typeface="Noto Sans SC Medium"/>
                  <a:ea typeface="Noto Sans SC Medium"/>
                  <a:cs typeface="Arial" pitchFamily="34" charset="-120"/>
                </a:rPr>
                <a:t xml:space="preserve">胎盘素针  </a:t>
              </a:r>
              <a:r>
                <a:rPr lang="zh-CN" sz="1000" dirty="0">
                  <a:solidFill>
                    <a:srgbClr val="555555"/>
                  </a:solidFill>
                  <a:latin typeface="Noto Sans SC DemiLight"/>
                  <a:ea typeface="Noto Sans SC DemiLight"/>
                  <a:cs typeface="Arial" pitchFamily="34" charset="-120"/>
                </a:rPr>
                <a:t>恢复疲劳 · 提高免疫力</a:t>
              </a:r>
            </a:p>
          </p:txBody>
        </p:sp>
        <p:sp>
          <p:nvSpPr>
            <p:cNvPr id="168" name="Text 15">
              <a:extLst>
                <a:ext uri="{FF2B5EF4-FFF2-40B4-BE49-F238E27FC236}">
                  <a16:creationId xmlns:a16="http://schemas.microsoft.com/office/drawing/2014/main" id="{4E3A5C3F-15DB-C662-12BF-097C39DFFD28}"/>
                </a:ext>
              </a:extLst>
            </p:cNvPr>
            <p:cNvSpPr/>
            <p:nvPr/>
          </p:nvSpPr>
          <p:spPr>
            <a:xfrm>
              <a:off x="6984385" y="5028498"/>
              <a:ext cx="2265448" cy="372539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30,000</a:t>
              </a:r>
            </a:p>
          </p:txBody>
        </p:sp>
        <p:sp>
          <p:nvSpPr>
            <p:cNvPr id="170" name="Text 11">
              <a:extLst>
                <a:ext uri="{FF2B5EF4-FFF2-40B4-BE49-F238E27FC236}">
                  <a16:creationId xmlns:a16="http://schemas.microsoft.com/office/drawing/2014/main" id="{445C9434-AE1D-A88D-76E2-9277250420ED}"/>
                </a:ext>
              </a:extLst>
            </p:cNvPr>
            <p:cNvSpPr/>
            <p:nvPr/>
          </p:nvSpPr>
          <p:spPr>
            <a:xfrm>
              <a:off x="1047867" y="5406486"/>
              <a:ext cx="566090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CN" sz="1400" dirty="0">
                  <a:solidFill>
                    <a:srgbClr val="555555"/>
                  </a:solidFill>
                  <a:latin typeface="Noto Sans SC Medium"/>
                  <a:ea typeface="Noto Sans SC Medium"/>
                  <a:cs typeface="Arial" pitchFamily="34" charset="-120"/>
                </a:rPr>
                <a:t xml:space="preserve">美白针  </a:t>
              </a:r>
              <a:r>
                <a:rPr lang="zh-CN" sz="1000" dirty="0">
                  <a:solidFill>
                    <a:srgbClr val="555555"/>
                  </a:solidFill>
                  <a:latin typeface="Noto Sans SC DemiLight"/>
                  <a:ea typeface="Noto Sans SC DemiLight"/>
                  <a:cs typeface="Arial" pitchFamily="34" charset="-120"/>
                </a:rPr>
                <a:t>维持透亮肌肤 · 恢复疲劳</a:t>
              </a:r>
            </a:p>
          </p:txBody>
        </p:sp>
        <p:sp>
          <p:nvSpPr>
            <p:cNvPr id="171" name="Text 15">
              <a:extLst>
                <a:ext uri="{FF2B5EF4-FFF2-40B4-BE49-F238E27FC236}">
                  <a16:creationId xmlns:a16="http://schemas.microsoft.com/office/drawing/2014/main" id="{6BD0D8BE-301A-BB19-2A7C-65FDC6DB92AB}"/>
                </a:ext>
              </a:extLst>
            </p:cNvPr>
            <p:cNvSpPr/>
            <p:nvPr/>
          </p:nvSpPr>
          <p:spPr>
            <a:xfrm>
              <a:off x="6984385" y="5407957"/>
              <a:ext cx="2265448" cy="372539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30,000</a:t>
              </a:r>
            </a:p>
          </p:txBody>
        </p:sp>
      </p:grpSp>
      <p:grpSp>
        <p:nvGrpSpPr>
          <p:cNvPr id="214" name="그룹 213">
            <a:extLst>
              <a:ext uri="{FF2B5EF4-FFF2-40B4-BE49-F238E27FC236}">
                <a16:creationId xmlns:a16="http://schemas.microsoft.com/office/drawing/2014/main" id="{22AE4EBC-9ACA-147C-2EE4-7F32DE254CD1}"/>
              </a:ext>
            </a:extLst>
          </p:cNvPr>
          <p:cNvGrpSpPr/>
          <p:nvPr/>
        </p:nvGrpSpPr>
        <p:grpSpPr>
          <a:xfrm>
            <a:off x="930580" y="5970702"/>
            <a:ext cx="8316077" cy="1885142"/>
            <a:chOff x="930580" y="6807168"/>
            <a:chExt cx="8316077" cy="1885142"/>
          </a:xfrm>
        </p:grpSpPr>
        <p:sp>
          <p:nvSpPr>
            <p:cNvPr id="174" name="TextBox 173">
              <a:extLst>
                <a:ext uri="{FF2B5EF4-FFF2-40B4-BE49-F238E27FC236}">
                  <a16:creationId xmlns:a16="http://schemas.microsoft.com/office/drawing/2014/main" id="{4B5621D9-1F17-6327-7150-4503B39BABDF}"/>
                </a:ext>
              </a:extLst>
            </p:cNvPr>
            <p:cNvSpPr txBox="1"/>
            <p:nvPr/>
          </p:nvSpPr>
          <p:spPr>
            <a:xfrm>
              <a:off x="930580" y="6807168"/>
              <a:ext cx="1144572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zh-CN" dirty="0">
                  <a:latin typeface="Noto Sans SC SemiBold"/>
                  <a:ea typeface="Noto Sans SC SemiBold"/>
                  <a:cs typeface="Sinsegye" pitchFamily="34" charset="-120"/>
                </a:rPr>
                <a:t>疼痛管理</a:t>
              </a:r>
              <a:endParaRPr lang="ko-KR" altLang="en-US" dirty="0">
                <a:latin typeface="신세계 SemiBold" panose="02000300000000000000" pitchFamily="50" charset="-127"/>
                <a:ea typeface="신세계 SemiBold" panose="02000300000000000000" pitchFamily="50" charset="-127"/>
                <a:cs typeface="Sinsegye" pitchFamily="34" charset="-120"/>
              </a:endParaRPr>
            </a:p>
          </p:txBody>
        </p:sp>
        <p:sp>
          <p:nvSpPr>
            <p:cNvPr id="175" name="Shape 7">
              <a:extLst>
                <a:ext uri="{FF2B5EF4-FFF2-40B4-BE49-F238E27FC236}">
                  <a16:creationId xmlns:a16="http://schemas.microsoft.com/office/drawing/2014/main" id="{D3CE2020-BF4C-3450-3AAD-9350D5AA3EA9}"/>
                </a:ext>
              </a:extLst>
            </p:cNvPr>
            <p:cNvSpPr/>
            <p:nvPr/>
          </p:nvSpPr>
          <p:spPr>
            <a:xfrm>
              <a:off x="1041515" y="7521891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176" name="Shape 7">
              <a:extLst>
                <a:ext uri="{FF2B5EF4-FFF2-40B4-BE49-F238E27FC236}">
                  <a16:creationId xmlns:a16="http://schemas.microsoft.com/office/drawing/2014/main" id="{CD32FBD2-D877-0E5C-A1CB-D69F19CD22C1}"/>
                </a:ext>
              </a:extLst>
            </p:cNvPr>
            <p:cNvSpPr/>
            <p:nvPr/>
          </p:nvSpPr>
          <p:spPr>
            <a:xfrm>
              <a:off x="1041515" y="7133923"/>
              <a:ext cx="8205142" cy="13607"/>
            </a:xfrm>
            <a:prstGeom prst="rect">
              <a:avLst/>
            </a:prstGeom>
            <a:solidFill>
              <a:srgbClr val="2498BD"/>
            </a:solidFill>
            <a:ln/>
          </p:spPr>
        </p:sp>
        <p:sp>
          <p:nvSpPr>
            <p:cNvPr id="177" name="Shape 7">
              <a:extLst>
                <a:ext uri="{FF2B5EF4-FFF2-40B4-BE49-F238E27FC236}">
                  <a16:creationId xmlns:a16="http://schemas.microsoft.com/office/drawing/2014/main" id="{5B3643A4-1CD3-22C2-E7FB-A0F102AD494D}"/>
                </a:ext>
              </a:extLst>
            </p:cNvPr>
            <p:cNvSpPr/>
            <p:nvPr/>
          </p:nvSpPr>
          <p:spPr>
            <a:xfrm>
              <a:off x="1041515" y="7907585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178" name="Shape 7">
              <a:extLst>
                <a:ext uri="{FF2B5EF4-FFF2-40B4-BE49-F238E27FC236}">
                  <a16:creationId xmlns:a16="http://schemas.microsoft.com/office/drawing/2014/main" id="{DD0F9A73-47E2-FE6B-418F-0B08881AEB7C}"/>
                </a:ext>
              </a:extLst>
            </p:cNvPr>
            <p:cNvSpPr/>
            <p:nvPr/>
          </p:nvSpPr>
          <p:spPr>
            <a:xfrm>
              <a:off x="1041515" y="8289813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179" name="Shape 7">
              <a:extLst>
                <a:ext uri="{FF2B5EF4-FFF2-40B4-BE49-F238E27FC236}">
                  <a16:creationId xmlns:a16="http://schemas.microsoft.com/office/drawing/2014/main" id="{BD900D24-BEC6-A097-FA29-3EC27A654B8D}"/>
                </a:ext>
              </a:extLst>
            </p:cNvPr>
            <p:cNvSpPr/>
            <p:nvPr/>
          </p:nvSpPr>
          <p:spPr>
            <a:xfrm>
              <a:off x="1041515" y="8678703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210" name="Text 11">
              <a:extLst>
                <a:ext uri="{FF2B5EF4-FFF2-40B4-BE49-F238E27FC236}">
                  <a16:creationId xmlns:a16="http://schemas.microsoft.com/office/drawing/2014/main" id="{5584789F-696A-3BB5-9321-89A5E7451BEA}"/>
                </a:ext>
              </a:extLst>
            </p:cNvPr>
            <p:cNvSpPr/>
            <p:nvPr/>
          </p:nvSpPr>
          <p:spPr>
            <a:xfrm>
              <a:off x="1044691" y="7144588"/>
              <a:ext cx="566090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CN" sz="1400" dirty="0">
                  <a:solidFill>
                    <a:srgbClr val="555555"/>
                  </a:solidFill>
                  <a:latin typeface="Noto Sans SC Medium"/>
                  <a:ea typeface="Noto Sans SC Medium"/>
                  <a:cs typeface="Arial" pitchFamily="34" charset="-120"/>
                </a:rPr>
                <a:t xml:space="preserve">麻醉膏  </a:t>
              </a:r>
              <a:r>
                <a:rPr lang="zh-CN" sz="1000" dirty="0">
                  <a:solidFill>
                    <a:srgbClr val="555555"/>
                  </a:solidFill>
                  <a:latin typeface="Noto Sans SC DemiLight"/>
                  <a:ea typeface="Noto Sans SC DemiLight"/>
                  <a:cs typeface="Arial" pitchFamily="34" charset="-120"/>
                </a:rPr>
                <a:t>暂时钝化皮肤表面感觉，缓解疼痛 · 不适感</a:t>
              </a:r>
            </a:p>
          </p:txBody>
        </p:sp>
        <p:sp>
          <p:nvSpPr>
            <p:cNvPr id="211" name="Text 15">
              <a:extLst>
                <a:ext uri="{FF2B5EF4-FFF2-40B4-BE49-F238E27FC236}">
                  <a16:creationId xmlns:a16="http://schemas.microsoft.com/office/drawing/2014/main" id="{1FB5B980-6260-CCEE-D251-0D135A65E29C}"/>
                </a:ext>
              </a:extLst>
            </p:cNvPr>
            <p:cNvSpPr/>
            <p:nvPr/>
          </p:nvSpPr>
          <p:spPr>
            <a:xfrm>
              <a:off x="6981209" y="7146059"/>
              <a:ext cx="2265448" cy="372539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10,000</a:t>
              </a:r>
            </a:p>
          </p:txBody>
        </p:sp>
        <p:sp>
          <p:nvSpPr>
            <p:cNvPr id="208" name="Text 11">
              <a:extLst>
                <a:ext uri="{FF2B5EF4-FFF2-40B4-BE49-F238E27FC236}">
                  <a16:creationId xmlns:a16="http://schemas.microsoft.com/office/drawing/2014/main" id="{C6EBC41E-87B5-3A70-05A3-746B924EFEC0}"/>
                </a:ext>
              </a:extLst>
            </p:cNvPr>
            <p:cNvSpPr/>
            <p:nvPr/>
          </p:nvSpPr>
          <p:spPr>
            <a:xfrm>
              <a:off x="1044691" y="7536433"/>
              <a:ext cx="566090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CN" sz="1400" dirty="0">
                  <a:solidFill>
                    <a:srgbClr val="555555"/>
                  </a:solidFill>
                  <a:latin typeface="Noto Sans SC Medium"/>
                  <a:ea typeface="Noto Sans SC Medium"/>
                  <a:cs typeface="Arial" pitchFamily="34" charset="-120"/>
                </a:rPr>
                <a:t xml:space="preserve">局部麻醉  </a:t>
              </a:r>
              <a:r>
                <a:rPr lang="zh-CN" sz="1000" dirty="0">
                  <a:solidFill>
                    <a:srgbClr val="555555"/>
                  </a:solidFill>
                  <a:latin typeface="Noto Sans SC DemiLight"/>
                  <a:ea typeface="Noto Sans SC DemiLight"/>
                  <a:cs typeface="Arial" pitchFamily="34" charset="-120"/>
                </a:rPr>
                <a:t>在治疗部位直接注射麻醉剂，暂时阻断疼痛</a:t>
              </a:r>
            </a:p>
          </p:txBody>
        </p:sp>
        <p:sp>
          <p:nvSpPr>
            <p:cNvPr id="209" name="Text 15">
              <a:extLst>
                <a:ext uri="{FF2B5EF4-FFF2-40B4-BE49-F238E27FC236}">
                  <a16:creationId xmlns:a16="http://schemas.microsoft.com/office/drawing/2014/main" id="{3F25672C-E1B4-F749-784A-87D165E26480}"/>
                </a:ext>
              </a:extLst>
            </p:cNvPr>
            <p:cNvSpPr/>
            <p:nvPr/>
          </p:nvSpPr>
          <p:spPr>
            <a:xfrm>
              <a:off x="6981209" y="7537904"/>
              <a:ext cx="2265448" cy="372539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50,000</a:t>
              </a:r>
            </a:p>
          </p:txBody>
        </p:sp>
        <p:sp>
          <p:nvSpPr>
            <p:cNvPr id="206" name="Text 11">
              <a:extLst>
                <a:ext uri="{FF2B5EF4-FFF2-40B4-BE49-F238E27FC236}">
                  <a16:creationId xmlns:a16="http://schemas.microsoft.com/office/drawing/2014/main" id="{6B1C0CD0-2F6E-2360-2E27-7088E661EE31}"/>
                </a:ext>
              </a:extLst>
            </p:cNvPr>
            <p:cNvSpPr/>
            <p:nvPr/>
          </p:nvSpPr>
          <p:spPr>
            <a:xfrm>
              <a:off x="1044691" y="7915892"/>
              <a:ext cx="566090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CN" sz="1400" dirty="0">
                  <a:solidFill>
                    <a:srgbClr val="555555"/>
                  </a:solidFill>
                  <a:latin typeface="Noto Sans SC Medium"/>
                  <a:ea typeface="Noto Sans SC Medium"/>
                  <a:cs typeface="Arial" pitchFamily="34" charset="-120"/>
                </a:rPr>
                <a:t xml:space="preserve">睡眠麻醉  </a:t>
              </a:r>
              <a:r>
                <a:rPr lang="zh-CN" sz="1000" dirty="0">
                  <a:solidFill>
                    <a:srgbClr val="555555"/>
                  </a:solidFill>
                  <a:latin typeface="Noto Sans SC DemiLight"/>
                  <a:ea typeface="Noto Sans SC DemiLight"/>
                  <a:cs typeface="Arial" pitchFamily="34" charset="-120"/>
                </a:rPr>
                <a:t>通过静脉镇静剂，在舒适入睡的状态下接受施术</a:t>
              </a:r>
            </a:p>
          </p:txBody>
        </p:sp>
        <p:sp>
          <p:nvSpPr>
            <p:cNvPr id="207" name="Text 15">
              <a:extLst>
                <a:ext uri="{FF2B5EF4-FFF2-40B4-BE49-F238E27FC236}">
                  <a16:creationId xmlns:a16="http://schemas.microsoft.com/office/drawing/2014/main" id="{A315952E-6986-2B0D-B358-B650742F3979}"/>
                </a:ext>
              </a:extLst>
            </p:cNvPr>
            <p:cNvSpPr/>
            <p:nvPr/>
          </p:nvSpPr>
          <p:spPr>
            <a:xfrm>
              <a:off x="6981209" y="7917363"/>
              <a:ext cx="2265448" cy="372539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200,000</a:t>
              </a:r>
            </a:p>
          </p:txBody>
        </p:sp>
        <p:sp>
          <p:nvSpPr>
            <p:cNvPr id="204" name="Text 11">
              <a:extLst>
                <a:ext uri="{FF2B5EF4-FFF2-40B4-BE49-F238E27FC236}">
                  <a16:creationId xmlns:a16="http://schemas.microsoft.com/office/drawing/2014/main" id="{7D5BDAA9-0CD1-EEEB-B8EE-E0E59F742C5F}"/>
                </a:ext>
              </a:extLst>
            </p:cNvPr>
            <p:cNvSpPr/>
            <p:nvPr/>
          </p:nvSpPr>
          <p:spPr>
            <a:xfrm>
              <a:off x="1044691" y="8301400"/>
              <a:ext cx="566090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zh-CN" sz="1400" dirty="0">
                  <a:solidFill>
                    <a:srgbClr val="555555"/>
                  </a:solidFill>
                  <a:latin typeface="Noto Sans SC Medium"/>
                  <a:ea typeface="Noto Sans SC Medium"/>
                  <a:cs typeface="Arial" pitchFamily="34" charset="-120"/>
                </a:rPr>
                <a:t xml:space="preserve">减痛输液  </a:t>
              </a:r>
              <a:r>
                <a:rPr lang="zh-CN" sz="1000" dirty="0">
                  <a:solidFill>
                    <a:srgbClr val="555555"/>
                  </a:solidFill>
                  <a:latin typeface="Noto Sans SC DemiLight"/>
                  <a:ea typeface="Noto Sans SC DemiLight"/>
                  <a:cs typeface="Arial" pitchFamily="34" charset="-120"/>
                </a:rPr>
                <a:t>含镇痛成分、帮助减轻施术中不适感的疼痛管理输液</a:t>
              </a:r>
            </a:p>
          </p:txBody>
        </p:sp>
        <p:sp>
          <p:nvSpPr>
            <p:cNvPr id="205" name="Text 15">
              <a:extLst>
                <a:ext uri="{FF2B5EF4-FFF2-40B4-BE49-F238E27FC236}">
                  <a16:creationId xmlns:a16="http://schemas.microsoft.com/office/drawing/2014/main" id="{01B6FCA4-5566-F718-6430-3289539E63DF}"/>
                </a:ext>
              </a:extLst>
            </p:cNvPr>
            <p:cNvSpPr/>
            <p:nvPr/>
          </p:nvSpPr>
          <p:spPr>
            <a:xfrm>
              <a:off x="6981209" y="8302871"/>
              <a:ext cx="2265448" cy="372539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100,000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613" row="0">
    <wetp:webextensionref xmlns:r="http://schemas.openxmlformats.org/officeDocument/2006/relationships" r:id="rId1"/>
  </wetp:taskpane>
  <wetp:taskpane dockstate="right" visibility="0" width="613" row="1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C6EA11EE-D77F-4A04-B1C8-08FBA8B6870C}">
  <we:reference id="wa200007130" version="1.0.0.1" store="ko-KR" storeType="OMEX"/>
  <we:alternateReferences>
    <we:reference id="wa200007130" version="1.0.0.1" store="wa200007130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582F30BB-FF99-4E57-A1D1-210899C0DE76}">
  <we:reference id="wa200005669" version="2.0.0.0" store="ko-KR" storeType="OMEX"/>
  <we:alternateReferences>
    <we:reference id="wa200005669" version="2.0.0.0" store="wa200005669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2841</TotalTime>
  <Words>2504</Words>
  <Application>Microsoft Office PowerPoint</Application>
  <PresentationFormat>사용자 지정</PresentationFormat>
  <Paragraphs>639</Paragraphs>
  <Slides>13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9" baseType="lpstr">
      <vt:lpstr>신세계 SemiBold</vt:lpstr>
      <vt:lpstr>신세계 Medium</vt:lpstr>
      <vt:lpstr>신세계 Bold</vt:lpstr>
      <vt:lpstr>신세계 Regular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Eunseon Kim</cp:lastModifiedBy>
  <cp:revision>83</cp:revision>
  <cp:lastPrinted>2026-07-22T06:48:58Z</cp:lastPrinted>
  <dcterms:created xsi:type="dcterms:W3CDTF">2026-07-20T01:44:47Z</dcterms:created>
  <dcterms:modified xsi:type="dcterms:W3CDTF">2026-10-20T03:14:36Z</dcterms:modified>
</cp:coreProperties>
</file>