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7" r:id="rId6"/>
    <p:sldId id="266" r:id="rId7"/>
    <p:sldId id="270" r:id="rId8"/>
    <p:sldId id="271" r:id="rId9"/>
    <p:sldId id="272" r:id="rId10"/>
    <p:sldId id="269" r:id="rId11"/>
    <p:sldId id="263" r:id="rId12"/>
    <p:sldId id="264" r:id="rId13"/>
    <p:sldId id="265" r:id="rId14"/>
  </p:sldIdLst>
  <p:sldSz cx="10287000" cy="14544675"/>
  <p:notesSz cx="9928225" cy="6797675"/>
  <p:embeddedFontLst>
    <p:embeddedFont>
      <p:font typeface="신세계 Bold" panose="02000300000000000000" pitchFamily="50" charset="-127"/>
      <p:bold r:id="rId16"/>
    </p:embeddedFont>
    <p:embeddedFont>
      <p:font typeface="신세계 Medium" panose="02000300000000000000" pitchFamily="50" charset="-127"/>
      <p:regular r:id="rId17"/>
    </p:embeddedFont>
    <p:embeddedFont>
      <p:font typeface="신세계 Regular" panose="02000300000000000000" pitchFamily="50" charset="-127"/>
      <p:regular r:id="rId18"/>
    </p:embeddedFont>
    <p:embeddedFont>
      <p:font typeface="신세계 SemiBold" panose="02000300000000000000" pitchFamily="50" charset="-127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2383" y="34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A6AF-CD65-F0CC-6117-BD38F39C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A506A-BDCB-64C1-2116-B51E7C2F7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66D73-28D7-FD0B-3F50-0E4CA9F62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44DFC-52AC-A0A3-4008-572D54F8E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94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image" Target="../media/image24.jpg"/><Relationship Id="rId18" Type="http://schemas.openxmlformats.org/officeDocument/2006/relationships/image" Target="../media/image2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12" Type="http://schemas.openxmlformats.org/officeDocument/2006/relationships/image" Target="../media/image23.jpg"/><Relationship Id="rId17" Type="http://schemas.openxmlformats.org/officeDocument/2006/relationships/image" Target="../media/image28.jp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5" Type="http://schemas.openxmlformats.org/officeDocument/2006/relationships/image" Target="../media/image2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Relationship Id="rId14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5366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SIGNATURE LINE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5500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招牌療程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2849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以Ceramique獨家配方打造的招牌護理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2EB6DBDC-AF6D-DD99-CC7F-22E715E52120}"/>
              </a:ext>
            </a:extLst>
          </p:cNvPr>
          <p:cNvGrpSpPr/>
          <p:nvPr/>
        </p:nvGrpSpPr>
        <p:grpSpPr>
          <a:xfrm>
            <a:off x="930580" y="3710076"/>
            <a:ext cx="8316077" cy="1114967"/>
            <a:chOff x="930580" y="3710076"/>
            <a:chExt cx="8316077" cy="1114967"/>
          </a:xfrm>
        </p:grpSpPr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E8AB2046-1A0E-F6CF-E68A-F16F1E1F2498}"/>
                </a:ext>
              </a:extLst>
            </p:cNvPr>
            <p:cNvSpPr txBox="1"/>
            <p:nvPr/>
          </p:nvSpPr>
          <p:spPr>
            <a:xfrm>
              <a:off x="930580" y="3710076"/>
              <a:ext cx="100030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KK注射</a:t>
              </a:r>
            </a:p>
          </p:txBody>
        </p: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9354147A-C97C-B641-29AC-0EDC72D20641}"/>
                </a:ext>
              </a:extLst>
            </p:cNvPr>
            <p:cNvGrpSpPr/>
            <p:nvPr/>
          </p:nvGrpSpPr>
          <p:grpSpPr>
            <a:xfrm>
              <a:off x="1041515" y="4036831"/>
              <a:ext cx="8205142" cy="788212"/>
              <a:chOff x="1041515" y="4036831"/>
              <a:chExt cx="8205142" cy="788212"/>
            </a:xfrm>
          </p:grpSpPr>
          <p:grpSp>
            <p:nvGrpSpPr>
              <p:cNvPr id="359" name="그룹 358">
                <a:extLst>
                  <a:ext uri="{FF2B5EF4-FFF2-40B4-BE49-F238E27FC236}">
                    <a16:creationId xmlns:a16="http://schemas.microsoft.com/office/drawing/2014/main" id="{C5C254C2-0D5F-FC28-9CCB-386269DA498A}"/>
                  </a:ext>
                </a:extLst>
              </p:cNvPr>
              <p:cNvGrpSpPr/>
              <p:nvPr/>
            </p:nvGrpSpPr>
            <p:grpSpPr>
              <a:xfrm>
                <a:off x="1041515" y="4036831"/>
                <a:ext cx="8205142" cy="788212"/>
                <a:chOff x="1041515" y="4036831"/>
                <a:chExt cx="8205142" cy="788212"/>
              </a:xfrm>
            </p:grpSpPr>
            <p:sp>
              <p:nvSpPr>
                <p:cNvPr id="296" name="Shape 7">
                  <a:extLst>
                    <a:ext uri="{FF2B5EF4-FFF2-40B4-BE49-F238E27FC236}">
                      <a16:creationId xmlns:a16="http://schemas.microsoft.com/office/drawing/2014/main" id="{469FBFE5-A2B6-EB93-8A48-F19F754DC677}"/>
                    </a:ext>
                  </a:extLst>
                </p:cNvPr>
                <p:cNvSpPr/>
                <p:nvPr/>
              </p:nvSpPr>
              <p:spPr>
                <a:xfrm>
                  <a:off x="1041515" y="4036831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97" name="Shape 7">
                  <a:extLst>
                    <a:ext uri="{FF2B5EF4-FFF2-40B4-BE49-F238E27FC236}">
                      <a16:creationId xmlns:a16="http://schemas.microsoft.com/office/drawing/2014/main" id="{5BACF9CA-20F3-5713-3416-70974C26E959}"/>
                    </a:ext>
                  </a:extLst>
                </p:cNvPr>
                <p:cNvSpPr/>
                <p:nvPr/>
              </p:nvSpPr>
              <p:spPr>
                <a:xfrm>
                  <a:off x="1041515" y="4424592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303" name="Shape 7">
                  <a:extLst>
                    <a:ext uri="{FF2B5EF4-FFF2-40B4-BE49-F238E27FC236}">
                      <a16:creationId xmlns:a16="http://schemas.microsoft.com/office/drawing/2014/main" id="{6F0897AD-A49F-DAE3-DB1F-F29F0824F60A}"/>
                    </a:ext>
                  </a:extLst>
                </p:cNvPr>
                <p:cNvSpPr/>
                <p:nvPr/>
              </p:nvSpPr>
              <p:spPr>
                <a:xfrm>
                  <a:off x="1041515" y="4811436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E073F10A-DAC3-3514-F5D0-312A3D66682D}"/>
                  </a:ext>
                </a:extLst>
              </p:cNvPr>
              <p:cNvGrpSpPr/>
              <p:nvPr/>
            </p:nvGrpSpPr>
            <p:grpSpPr>
              <a:xfrm>
                <a:off x="1044691" y="4047496"/>
                <a:ext cx="8201966" cy="375481"/>
                <a:chOff x="1044691" y="4047496"/>
                <a:chExt cx="8201966" cy="375481"/>
              </a:xfrm>
            </p:grpSpPr>
            <p:sp>
              <p:nvSpPr>
                <p:cNvPr id="293" name="Text 11">
                  <a:extLst>
                    <a:ext uri="{FF2B5EF4-FFF2-40B4-BE49-F238E27FC236}">
                      <a16:creationId xmlns:a16="http://schemas.microsoft.com/office/drawing/2014/main" id="{C1B91523-7C5E-7560-596F-215C7A208FF6}"/>
                    </a:ext>
                  </a:extLst>
                </p:cNvPr>
                <p:cNvSpPr/>
                <p:nvPr/>
              </p:nvSpPr>
              <p:spPr>
                <a:xfrm>
                  <a:off x="1044691" y="4047496"/>
                  <a:ext cx="5905736" cy="37548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 xml:space="preserve">KK注射  </a:t>
                  </a:r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自體細胞與膠原蛋白的Ceramique獨家配方高端肌膚增強劑 — RAJUNISS幹細胞・Celcore</a:t>
                  </a:r>
                  <a:endPara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</p:txBody>
            </p:sp>
            <p:sp>
              <p:nvSpPr>
                <p:cNvPr id="295" name="Text 15">
                  <a:extLst>
                    <a:ext uri="{FF2B5EF4-FFF2-40B4-BE49-F238E27FC236}">
                      <a16:creationId xmlns:a16="http://schemas.microsoft.com/office/drawing/2014/main" id="{53CB26D6-0910-834B-6F4A-D6BE13977286}"/>
                    </a:ext>
                  </a:extLst>
                </p:cNvPr>
                <p:cNvSpPr/>
                <p:nvPr/>
              </p:nvSpPr>
              <p:spPr>
                <a:xfrm>
                  <a:off x="7069424" y="4048967"/>
                  <a:ext cx="2265448" cy="372539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/>
                  <a:r>
                    <a:rPr lang="zh-TW" sz="1200" dirty="0">
                      <a:solidFill>
                        <a:srgbClr val="2498BD"/>
                      </a:solidFill>
                      <a:latin typeface="Noto Sans TC Medium"/>
                      <a:ea typeface="Noto Sans TC Medium"/>
                      <a:cs typeface="GC 16 Mono" pitchFamily="34" charset="-120"/>
                    </a:rPr>
                    <a:t>1套組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3,850,000</a:t>
                  </a:r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2BE7EB5D-B5FA-EC08-2ECD-0453A8E6383C}"/>
                  </a:ext>
                </a:extLst>
              </p:cNvPr>
              <p:cNvGrpSpPr/>
              <p:nvPr/>
            </p:nvGrpSpPr>
            <p:grpSpPr>
              <a:xfrm>
                <a:off x="1044691" y="4434340"/>
                <a:ext cx="8201966" cy="375481"/>
                <a:chOff x="1044691" y="4434340"/>
                <a:chExt cx="8201966" cy="375481"/>
              </a:xfrm>
            </p:grpSpPr>
            <p:sp>
              <p:nvSpPr>
                <p:cNvPr id="299" name="Text 11">
                  <a:extLst>
                    <a:ext uri="{FF2B5EF4-FFF2-40B4-BE49-F238E27FC236}">
                      <a16:creationId xmlns:a16="http://schemas.microsoft.com/office/drawing/2014/main" id="{493BF336-4031-7185-D8CA-35E1D99C9F3B}"/>
                    </a:ext>
                  </a:extLst>
                </p:cNvPr>
                <p:cNvSpPr/>
                <p:nvPr/>
              </p:nvSpPr>
              <p:spPr>
                <a:xfrm>
                  <a:off x="1044691" y="4434340"/>
                  <a:ext cx="5660909" cy="37548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高級KK注射</a:t>
                  </a:r>
                </a:p>
              </p:txBody>
            </p:sp>
            <p:sp>
              <p:nvSpPr>
                <p:cNvPr id="301" name="Text 15">
                  <a:extLst>
                    <a:ext uri="{FF2B5EF4-FFF2-40B4-BE49-F238E27FC236}">
                      <a16:creationId xmlns:a16="http://schemas.microsoft.com/office/drawing/2014/main" id="{2676FD81-AC82-4D78-9E33-4EB2CB030F09}"/>
                    </a:ext>
                  </a:extLst>
                </p:cNvPr>
                <p:cNvSpPr/>
                <p:nvPr/>
              </p:nvSpPr>
              <p:spPr>
                <a:xfrm>
                  <a:off x="7069424" y="4435811"/>
                  <a:ext cx="2265448" cy="372539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/>
                  <a:r>
                    <a:rPr lang="zh-TW" sz="1200" dirty="0">
                      <a:solidFill>
                        <a:srgbClr val="2498BD"/>
                      </a:solidFill>
                      <a:latin typeface="Noto Sans TC Medium"/>
                      <a:ea typeface="Noto Sans TC Medium"/>
                      <a:cs typeface="GC 16 Mono" pitchFamily="34" charset="-120"/>
                    </a:rPr>
                    <a:t>3套組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4,500,000</a:t>
                  </a:r>
                </a:p>
              </p:txBody>
            </p:sp>
          </p:grpSp>
        </p:grpSp>
      </p:grp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85FC64BF-48F9-A02B-E08A-1A6978836CD4}"/>
              </a:ext>
            </a:extLst>
          </p:cNvPr>
          <p:cNvGrpSpPr/>
          <p:nvPr/>
        </p:nvGrpSpPr>
        <p:grpSpPr>
          <a:xfrm>
            <a:off x="930580" y="8057148"/>
            <a:ext cx="8316077" cy="1681246"/>
            <a:chOff x="930580" y="8057148"/>
            <a:chExt cx="8316077" cy="1681246"/>
          </a:xfrm>
        </p:grpSpPr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6DDC3603-F8A0-3B3A-2F81-DD508C818502}"/>
                </a:ext>
              </a:extLst>
            </p:cNvPr>
            <p:cNvSpPr txBox="1"/>
            <p:nvPr/>
          </p:nvSpPr>
          <p:spPr>
            <a:xfrm>
              <a:off x="930580" y="8057148"/>
              <a:ext cx="269496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膚質煥膚管理療程</a:t>
              </a:r>
            </a:p>
          </p:txBody>
        </p:sp>
        <p:sp>
          <p:nvSpPr>
            <p:cNvPr id="339" name="Text 9">
              <a:extLst>
                <a:ext uri="{FF2B5EF4-FFF2-40B4-BE49-F238E27FC236}">
                  <a16:creationId xmlns:a16="http://schemas.microsoft.com/office/drawing/2014/main" id="{61075F70-EA29-2621-EB7D-1E09005AF291}"/>
                </a:ext>
              </a:extLst>
            </p:cNvPr>
            <p:cNvSpPr/>
            <p:nvPr/>
          </p:nvSpPr>
          <p:spPr>
            <a:xfrm>
              <a:off x="7031982" y="8117613"/>
              <a:ext cx="221467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TW" sz="1000" dirty="0">
                  <a:solidFill>
                    <a:srgbClr val="2498BD"/>
                  </a:solidFill>
                  <a:latin typeface="Noto Sans TC Medium"/>
                  <a:ea typeface="Noto Sans TC Medium"/>
                  <a:cs typeface="Arial" pitchFamily="34" charset="-120"/>
                </a:rPr>
                <a:t>毛孔/疤痕/肌膚問題 1:1 客製化療程</a:t>
              </a: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18EE62A7-2B7D-EF42-63C3-0A40657F2284}"/>
                </a:ext>
              </a:extLst>
            </p:cNvPr>
            <p:cNvGrpSpPr/>
            <p:nvPr/>
          </p:nvGrpSpPr>
          <p:grpSpPr>
            <a:xfrm>
              <a:off x="1041515" y="8383903"/>
              <a:ext cx="8205142" cy="1354491"/>
              <a:chOff x="1041515" y="8383903"/>
              <a:chExt cx="8205142" cy="1354491"/>
            </a:xfrm>
          </p:grpSpPr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7142CABF-3EA8-54F6-2218-CF4370962128}"/>
                  </a:ext>
                </a:extLst>
              </p:cNvPr>
              <p:cNvGrpSpPr/>
              <p:nvPr/>
            </p:nvGrpSpPr>
            <p:grpSpPr>
              <a:xfrm>
                <a:off x="1041515" y="8383903"/>
                <a:ext cx="8205142" cy="1354491"/>
                <a:chOff x="1041515" y="8383903"/>
                <a:chExt cx="8205142" cy="1354491"/>
              </a:xfrm>
            </p:grpSpPr>
            <p:sp>
              <p:nvSpPr>
                <p:cNvPr id="344" name="Shape 7">
                  <a:extLst>
                    <a:ext uri="{FF2B5EF4-FFF2-40B4-BE49-F238E27FC236}">
                      <a16:creationId xmlns:a16="http://schemas.microsoft.com/office/drawing/2014/main" id="{0E51EEA8-941C-D516-12A3-17C3B1302D9E}"/>
                    </a:ext>
                  </a:extLst>
                </p:cNvPr>
                <p:cNvSpPr/>
                <p:nvPr/>
              </p:nvSpPr>
              <p:spPr>
                <a:xfrm>
                  <a:off x="1041515" y="8383903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345" name="Shape 7">
                  <a:extLst>
                    <a:ext uri="{FF2B5EF4-FFF2-40B4-BE49-F238E27FC236}">
                      <a16:creationId xmlns:a16="http://schemas.microsoft.com/office/drawing/2014/main" id="{4A87C16F-76FF-7B8D-9E42-A1E623ECCB8F}"/>
                    </a:ext>
                  </a:extLst>
                </p:cNvPr>
                <p:cNvSpPr/>
                <p:nvPr/>
              </p:nvSpPr>
              <p:spPr>
                <a:xfrm>
                  <a:off x="1041515" y="9724787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232627F6-6A00-4037-7473-5175B3906409}"/>
                  </a:ext>
                </a:extLst>
              </p:cNvPr>
              <p:cNvGrpSpPr/>
              <p:nvPr/>
            </p:nvGrpSpPr>
            <p:grpSpPr>
              <a:xfrm>
                <a:off x="1044691" y="8394252"/>
                <a:ext cx="8201966" cy="1329908"/>
                <a:chOff x="1044691" y="8394252"/>
                <a:chExt cx="8201966" cy="1329908"/>
              </a:xfrm>
            </p:grpSpPr>
            <p:sp>
              <p:nvSpPr>
                <p:cNvPr id="341" name="Text 11">
                  <a:extLst>
                    <a:ext uri="{FF2B5EF4-FFF2-40B4-BE49-F238E27FC236}">
                      <a16:creationId xmlns:a16="http://schemas.microsoft.com/office/drawing/2014/main" id="{0F7C02AB-C323-4565-E805-4D7413895469}"/>
                    </a:ext>
                  </a:extLst>
                </p:cNvPr>
                <p:cNvSpPr/>
                <p:nvPr/>
              </p:nvSpPr>
              <p:spPr>
                <a:xfrm>
                  <a:off x="1044691" y="8394252"/>
                  <a:ext cx="6964730" cy="1329908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黃金微針（全臉）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zh-TW" sz="923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分析毛孔、疤痕與肌膚問題的成因 · 大小 · 凹凸程度 · 膚質紋理 · 色澤，進行改善的肌膚管理方案</a:t>
                  </a:r>
                  <a:b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</a:br>
                  <a:r>
                    <a:rPr lang="zh-TW" sz="839" dirty="0">
                      <a:solidFill>
                        <a:schemeClr val="bg1">
                          <a:lumMod val="50000"/>
                        </a:schemeClr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* 疼痛管理：麻醉藥膏、局部麻醉</a:t>
                  </a:r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TW" sz="1000" dirty="0">
                      <a:solidFill>
                        <a:schemeClr val="bg1">
                          <a:lumMod val="50000"/>
                        </a:schemeClr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* 術後管理：O2Derm + 軟膜</a:t>
                  </a:r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 marL="0" indent="0" algn="l">
                    <a:lnSpc>
                      <a:spcPct val="150000"/>
                    </a:lnSpc>
                    <a:buNone/>
                  </a:pPr>
                  <a:r>
                    <a:rPr lang="zh-TW" sz="1000" dirty="0">
                      <a:solidFill>
                        <a:schemeClr val="bg1">
                          <a:lumMod val="50000"/>
                        </a:schemeClr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* 依每次肌膚狀態，黃金微針搭配喬雅露、Olidia、水光肉毒三選一，進行客製化複合療程</a:t>
                  </a:r>
                </a:p>
              </p:txBody>
            </p:sp>
            <p:sp>
              <p:nvSpPr>
                <p:cNvPr id="343" name="Text 15">
                  <a:extLst>
                    <a:ext uri="{FF2B5EF4-FFF2-40B4-BE49-F238E27FC236}">
                      <a16:creationId xmlns:a16="http://schemas.microsoft.com/office/drawing/2014/main" id="{7FDBD508-0221-3F1F-2A0E-2BFB1E756CDF}"/>
                    </a:ext>
                  </a:extLst>
                </p:cNvPr>
                <p:cNvSpPr/>
                <p:nvPr/>
              </p:nvSpPr>
              <p:spPr>
                <a:xfrm>
                  <a:off x="7069424" y="8395568"/>
                  <a:ext cx="2265448" cy="1327277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TW" sz="1084" dirty="0">
                      <a:solidFill>
                        <a:srgbClr val="2498BD"/>
                      </a:solidFill>
                      <a:latin typeface="Noto Sans TC Medium"/>
                      <a:ea typeface="Noto Sans TC Medium"/>
                      <a:cs typeface="GC 16 Mono" pitchFamily="34" charset="-120"/>
                    </a:rPr>
                    <a:t>1次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550,000</a:t>
                  </a:r>
                  <a:endParaRPr lang="en-US" altLang="ko-KR" sz="11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endParaRPr>
                </a:p>
                <a:p>
                  <a:pPr algn="r">
                    <a:lnSpc>
                      <a:spcPct val="120000"/>
                    </a:lnSpc>
                  </a:pPr>
                  <a:r>
                    <a:rPr lang="zh-TW" sz="1084" dirty="0">
                      <a:solidFill>
                        <a:srgbClr val="2498BD"/>
                      </a:solidFill>
                      <a:latin typeface="Noto Sans TC Medium"/>
                      <a:ea typeface="Noto Sans TC Medium"/>
                      <a:cs typeface="GC 16 Mono" pitchFamily="34" charset="-120"/>
                    </a:rPr>
                    <a:t>3次</a:t>
                  </a:r>
                  <a:r>
                    <a:rPr lang="en-US" altLang="ko-KR" sz="14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1,450,000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zh-TW" sz="1084" dirty="0">
                      <a:solidFill>
                        <a:srgbClr val="2498BD"/>
                      </a:solidFill>
                      <a:latin typeface="Noto Sans TC Medium"/>
                      <a:ea typeface="Noto Sans TC Medium"/>
                      <a:cs typeface="GC 16 Mono" pitchFamily="34" charset="-120"/>
                    </a:rPr>
                    <a:t>5次</a:t>
                  </a:r>
                  <a:r>
                    <a:rPr lang="en-US" altLang="ko-KR" sz="14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1,990,000</a:t>
                  </a:r>
                </a:p>
              </p:txBody>
            </p:sp>
          </p:grpSp>
        </p:grp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9177DF37-424F-007E-8E9F-453761EE90B4}"/>
              </a:ext>
            </a:extLst>
          </p:cNvPr>
          <p:cNvGrpSpPr/>
          <p:nvPr/>
        </p:nvGrpSpPr>
        <p:grpSpPr>
          <a:xfrm>
            <a:off x="930580" y="2720019"/>
            <a:ext cx="8316077" cy="728123"/>
            <a:chOff x="930580" y="2720019"/>
            <a:chExt cx="8316077" cy="728123"/>
          </a:xfrm>
        </p:grpSpPr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E7C8D2C6-0700-2046-2599-0D01A6627BBE}"/>
                </a:ext>
              </a:extLst>
            </p:cNvPr>
            <p:cNvSpPr txBox="1"/>
            <p:nvPr/>
          </p:nvSpPr>
          <p:spPr>
            <a:xfrm>
              <a:off x="930580" y="2720019"/>
              <a:ext cx="96984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KS注射</a:t>
              </a:r>
              <a:endParaRPr lang="en-US" altLang="ko-KR" dirty="0">
                <a:latin typeface="신세계 SemiBold" panose="02000300000000000000" pitchFamily="50" charset="-127"/>
                <a:ea typeface="신세계 SemiBold" panose="02000300000000000000" pitchFamily="50" charset="-127"/>
              </a:endParaRPr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76CED606-8599-784C-16AB-32E32277C518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401368"/>
              <a:chOff x="1041515" y="3046774"/>
              <a:chExt cx="8205142" cy="401368"/>
            </a:xfrm>
          </p:grpSpPr>
          <p:sp>
            <p:nvSpPr>
              <p:cNvPr id="10" name="Shape 7"/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0" name="Shape 7">
                <a:extLst>
                  <a:ext uri="{FF2B5EF4-FFF2-40B4-BE49-F238E27FC236}">
                    <a16:creationId xmlns:a16="http://schemas.microsoft.com/office/drawing/2014/main" id="{834D93DF-2749-00B1-BC15-FD59FD0FC508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4" name="Text 11"/>
            <p:cNvSpPr/>
            <p:nvPr/>
          </p:nvSpPr>
          <p:spPr>
            <a:xfrm>
              <a:off x="1044691" y="3057439"/>
              <a:ext cx="5674301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357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KS注射  </a:t>
              </a:r>
              <a:r>
                <a:rPr lang="zh-TW" sz="969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以自體細胞成分為基礎的Ceramique配方肌膚增強劑 — InjuCell・Celcore 複合再生療程</a:t>
              </a:r>
            </a:p>
          </p:txBody>
        </p:sp>
        <p:sp>
          <p:nvSpPr>
            <p:cNvPr id="18" name="Text 15"/>
            <p:cNvSpPr/>
            <p:nvPr/>
          </p:nvSpPr>
          <p:spPr>
            <a:xfrm>
              <a:off x="8095132" y="3137457"/>
              <a:ext cx="11515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6cc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1,410,000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78" name="Text 15">
              <a:extLst>
                <a:ext uri="{FF2B5EF4-FFF2-40B4-BE49-F238E27FC236}">
                  <a16:creationId xmlns:a16="http://schemas.microsoft.com/office/drawing/2014/main" id="{06F4ECB9-76DD-F9D2-1ADD-DB3ED50DF663}"/>
                </a:ext>
              </a:extLst>
            </p:cNvPr>
            <p:cNvSpPr/>
            <p:nvPr/>
          </p:nvSpPr>
          <p:spPr>
            <a:xfrm>
              <a:off x="6847203" y="3137457"/>
              <a:ext cx="94416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790,000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4F93E5D7-F142-9370-DFBB-67BE0A662FB0}"/>
              </a:ext>
            </a:extLst>
          </p:cNvPr>
          <p:cNvGrpSpPr/>
          <p:nvPr/>
        </p:nvGrpSpPr>
        <p:grpSpPr>
          <a:xfrm>
            <a:off x="930580" y="5086977"/>
            <a:ext cx="8316077" cy="728123"/>
            <a:chOff x="930580" y="5086977"/>
            <a:chExt cx="8316077" cy="728123"/>
          </a:xfrm>
        </p:grpSpPr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6DE8B80F-9D4D-D727-CDCE-D1EE70D10415}"/>
                </a:ext>
              </a:extLst>
            </p:cNvPr>
            <p:cNvSpPr txBox="1"/>
            <p:nvPr/>
          </p:nvSpPr>
          <p:spPr>
            <a:xfrm>
              <a:off x="930580" y="5086977"/>
              <a:ext cx="293221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全臉客製肉毒</a:t>
              </a:r>
            </a:p>
          </p:txBody>
        </p:sp>
        <p:sp>
          <p:nvSpPr>
            <p:cNvPr id="310" name="Text 9">
              <a:extLst>
                <a:ext uri="{FF2B5EF4-FFF2-40B4-BE49-F238E27FC236}">
                  <a16:creationId xmlns:a16="http://schemas.microsoft.com/office/drawing/2014/main" id="{BA3A010B-4B3A-6428-1420-25DB3DCEB919}"/>
                </a:ext>
              </a:extLst>
            </p:cNvPr>
            <p:cNvSpPr/>
            <p:nvPr/>
          </p:nvSpPr>
          <p:spPr>
            <a:xfrm>
              <a:off x="7820662" y="5147442"/>
              <a:ext cx="142599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TW" sz="1000" dirty="0">
                  <a:solidFill>
                    <a:srgbClr val="2498BD"/>
                  </a:solidFill>
                  <a:latin typeface="Noto Sans TC Medium"/>
                  <a:ea typeface="Noto Sans TC Medium"/>
                  <a:cs typeface="Arial" pitchFamily="34" charset="-120"/>
                </a:rPr>
                <a:t>客製化設計後進行施作</a:t>
              </a:r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A834CBB1-332A-1DCC-6A77-1A486E22EE77}"/>
                </a:ext>
              </a:extLst>
            </p:cNvPr>
            <p:cNvGrpSpPr/>
            <p:nvPr/>
          </p:nvGrpSpPr>
          <p:grpSpPr>
            <a:xfrm>
              <a:off x="1041515" y="5413732"/>
              <a:ext cx="8205142" cy="401368"/>
              <a:chOff x="1041515" y="3046774"/>
              <a:chExt cx="8205142" cy="401368"/>
            </a:xfrm>
          </p:grpSpPr>
          <p:sp>
            <p:nvSpPr>
              <p:cNvPr id="315" name="Shape 7">
                <a:extLst>
                  <a:ext uri="{FF2B5EF4-FFF2-40B4-BE49-F238E27FC236}">
                    <a16:creationId xmlns:a16="http://schemas.microsoft.com/office/drawing/2014/main" id="{AE1A51A1-F614-5757-1021-2AF7EE561DDF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16" name="Shape 7">
                <a:extLst>
                  <a:ext uri="{FF2B5EF4-FFF2-40B4-BE49-F238E27FC236}">
                    <a16:creationId xmlns:a16="http://schemas.microsoft.com/office/drawing/2014/main" id="{C2B8A3E3-4B5D-13DE-92F8-D6F4D9ECF98E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12" name="Text 11">
              <a:extLst>
                <a:ext uri="{FF2B5EF4-FFF2-40B4-BE49-F238E27FC236}">
                  <a16:creationId xmlns:a16="http://schemas.microsoft.com/office/drawing/2014/main" id="{C4667FA9-B409-B8CE-D64A-8C715E94794D}"/>
                </a:ext>
              </a:extLst>
            </p:cNvPr>
            <p:cNvSpPr/>
            <p:nvPr/>
          </p:nvSpPr>
          <p:spPr>
            <a:xfrm>
              <a:off x="1044691" y="5424397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zh-TW" sz="11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精細調整臉部整體肌肉，打造清晰且柔和印象的塑顏管理方案</a:t>
              </a:r>
            </a:p>
          </p:txBody>
        </p:sp>
        <p:sp>
          <p:nvSpPr>
            <p:cNvPr id="379" name="Text 15">
              <a:extLst>
                <a:ext uri="{FF2B5EF4-FFF2-40B4-BE49-F238E27FC236}">
                  <a16:creationId xmlns:a16="http://schemas.microsoft.com/office/drawing/2014/main" id="{E129D980-93C4-7F6C-3ECB-C7D81BD59567}"/>
                </a:ext>
              </a:extLst>
            </p:cNvPr>
            <p:cNvSpPr/>
            <p:nvPr/>
          </p:nvSpPr>
          <p:spPr>
            <a:xfrm>
              <a:off x="8033180" y="5504415"/>
              <a:ext cx="121347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進口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0" name="Text 15">
              <a:extLst>
                <a:ext uri="{FF2B5EF4-FFF2-40B4-BE49-F238E27FC236}">
                  <a16:creationId xmlns:a16="http://schemas.microsoft.com/office/drawing/2014/main" id="{9498DEA0-032E-82D1-2941-75B0A2C9953D}"/>
                </a:ext>
              </a:extLst>
            </p:cNvPr>
            <p:cNvSpPr/>
            <p:nvPr/>
          </p:nvSpPr>
          <p:spPr>
            <a:xfrm>
              <a:off x="6586272" y="5504415"/>
              <a:ext cx="11343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國產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DC344501-F001-42A6-5B7D-A7FDF0CE6298}"/>
              </a:ext>
            </a:extLst>
          </p:cNvPr>
          <p:cNvGrpSpPr/>
          <p:nvPr/>
        </p:nvGrpSpPr>
        <p:grpSpPr>
          <a:xfrm>
            <a:off x="930580" y="6077034"/>
            <a:ext cx="8316077" cy="728123"/>
            <a:chOff x="930580" y="6077034"/>
            <a:chExt cx="8316077" cy="728123"/>
          </a:xfrm>
        </p:grpSpPr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002F7B79-D4C9-4FF3-E978-75787ED4B896}"/>
                </a:ext>
              </a:extLst>
            </p:cNvPr>
            <p:cNvSpPr txBox="1"/>
            <p:nvPr/>
          </p:nvSpPr>
          <p:spPr>
            <a:xfrm>
              <a:off x="930580" y="6077034"/>
              <a:ext cx="222048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頸部客製肉毒</a:t>
              </a:r>
            </a:p>
          </p:txBody>
        </p:sp>
        <p:sp>
          <p:nvSpPr>
            <p:cNvPr id="319" name="Text 9">
              <a:extLst>
                <a:ext uri="{FF2B5EF4-FFF2-40B4-BE49-F238E27FC236}">
                  <a16:creationId xmlns:a16="http://schemas.microsoft.com/office/drawing/2014/main" id="{1F40C0A1-6DA5-4123-BEBB-1815115449D9}"/>
                </a:ext>
              </a:extLst>
            </p:cNvPr>
            <p:cNvSpPr/>
            <p:nvPr/>
          </p:nvSpPr>
          <p:spPr>
            <a:xfrm>
              <a:off x="7820662" y="6137499"/>
              <a:ext cx="142599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TW" sz="1000" dirty="0">
                  <a:solidFill>
                    <a:srgbClr val="2498BD"/>
                  </a:solidFill>
                  <a:latin typeface="Noto Sans TC Medium"/>
                  <a:ea typeface="Noto Sans TC Medium"/>
                  <a:cs typeface="Arial" pitchFamily="34" charset="-120"/>
                </a:rPr>
                <a:t>客製化設計後進行施作</a:t>
              </a:r>
            </a:p>
          </p:txBody>
        </p:sp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6279F03C-8246-B375-663A-451EF1301158}"/>
                </a:ext>
              </a:extLst>
            </p:cNvPr>
            <p:cNvGrpSpPr/>
            <p:nvPr/>
          </p:nvGrpSpPr>
          <p:grpSpPr>
            <a:xfrm>
              <a:off x="1041515" y="6403789"/>
              <a:ext cx="8205142" cy="401368"/>
              <a:chOff x="1041515" y="3046774"/>
              <a:chExt cx="8205142" cy="401368"/>
            </a:xfrm>
          </p:grpSpPr>
          <p:sp>
            <p:nvSpPr>
              <p:cNvPr id="324" name="Shape 7">
                <a:extLst>
                  <a:ext uri="{FF2B5EF4-FFF2-40B4-BE49-F238E27FC236}">
                    <a16:creationId xmlns:a16="http://schemas.microsoft.com/office/drawing/2014/main" id="{5515B9C7-A2BF-2ACA-E7D0-88FCED1F76C6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25" name="Shape 7">
                <a:extLst>
                  <a:ext uri="{FF2B5EF4-FFF2-40B4-BE49-F238E27FC236}">
                    <a16:creationId xmlns:a16="http://schemas.microsoft.com/office/drawing/2014/main" id="{9D77B9F3-D371-A957-29AA-A9E44C0CCE88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21" name="Text 11">
              <a:extLst>
                <a:ext uri="{FF2B5EF4-FFF2-40B4-BE49-F238E27FC236}">
                  <a16:creationId xmlns:a16="http://schemas.microsoft.com/office/drawing/2014/main" id="{4AAB04C1-9B5D-5FF2-F0D7-435AAB62528D}"/>
                </a:ext>
              </a:extLst>
            </p:cNvPr>
            <p:cNvSpPr/>
            <p:nvPr/>
          </p:nvSpPr>
          <p:spPr>
            <a:xfrm>
              <a:off x="1044691" y="641445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zh-TW" sz="11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緩解烏龜頸，同時修飾下顎線、頸部線條與肩線，找回優雅氣質的塑形方案</a:t>
              </a:r>
            </a:p>
          </p:txBody>
        </p:sp>
        <p:sp>
          <p:nvSpPr>
            <p:cNvPr id="381" name="Text 15">
              <a:extLst>
                <a:ext uri="{FF2B5EF4-FFF2-40B4-BE49-F238E27FC236}">
                  <a16:creationId xmlns:a16="http://schemas.microsoft.com/office/drawing/2014/main" id="{61FEDDC1-0C89-8A9C-B6DB-C7B5BB1CF67B}"/>
                </a:ext>
              </a:extLst>
            </p:cNvPr>
            <p:cNvSpPr/>
            <p:nvPr/>
          </p:nvSpPr>
          <p:spPr>
            <a:xfrm>
              <a:off x="8033180" y="6494472"/>
              <a:ext cx="121347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進口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2" name="Text 15">
              <a:extLst>
                <a:ext uri="{FF2B5EF4-FFF2-40B4-BE49-F238E27FC236}">
                  <a16:creationId xmlns:a16="http://schemas.microsoft.com/office/drawing/2014/main" id="{55B49249-9791-16A2-14A3-91800FD1301D}"/>
                </a:ext>
              </a:extLst>
            </p:cNvPr>
            <p:cNvSpPr/>
            <p:nvPr/>
          </p:nvSpPr>
          <p:spPr>
            <a:xfrm>
              <a:off x="6599096" y="6494472"/>
              <a:ext cx="11343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國產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607EC85D-32D6-A980-7439-C64F8B975CC5}"/>
              </a:ext>
            </a:extLst>
          </p:cNvPr>
          <p:cNvGrpSpPr/>
          <p:nvPr/>
        </p:nvGrpSpPr>
        <p:grpSpPr>
          <a:xfrm>
            <a:off x="930580" y="7067091"/>
            <a:ext cx="8316077" cy="728123"/>
            <a:chOff x="930580" y="7067091"/>
            <a:chExt cx="8316077" cy="728123"/>
          </a:xfrm>
        </p:grpSpPr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EB839253-0593-CC86-1137-C386FC28D31A}"/>
                </a:ext>
              </a:extLst>
            </p:cNvPr>
            <p:cNvSpPr txBox="1"/>
            <p:nvPr/>
          </p:nvSpPr>
          <p:spPr>
            <a:xfrm>
              <a:off x="930580" y="7067091"/>
              <a:ext cx="479971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招牌臉頸客製化肉毒療程</a:t>
              </a:r>
            </a:p>
          </p:txBody>
        </p:sp>
        <p:sp>
          <p:nvSpPr>
            <p:cNvPr id="329" name="Text 9">
              <a:extLst>
                <a:ext uri="{FF2B5EF4-FFF2-40B4-BE49-F238E27FC236}">
                  <a16:creationId xmlns:a16="http://schemas.microsoft.com/office/drawing/2014/main" id="{B47225FB-3FDC-CB3E-20D9-AE1CBBBA8E57}"/>
                </a:ext>
              </a:extLst>
            </p:cNvPr>
            <p:cNvSpPr/>
            <p:nvPr/>
          </p:nvSpPr>
          <p:spPr>
            <a:xfrm>
              <a:off x="7820662" y="7127556"/>
              <a:ext cx="142599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TW" sz="1000" dirty="0">
                  <a:solidFill>
                    <a:srgbClr val="2498BD"/>
                  </a:solidFill>
                  <a:latin typeface="Noto Sans TC Medium"/>
                  <a:ea typeface="Noto Sans TC Medium"/>
                  <a:cs typeface="Arial" pitchFamily="34" charset="-120"/>
                </a:rPr>
                <a:t>客製化設計後進行施作</a:t>
              </a:r>
            </a:p>
          </p:txBody>
        </p:sp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6132263E-C32F-29D4-5E0E-F89891AB9219}"/>
                </a:ext>
              </a:extLst>
            </p:cNvPr>
            <p:cNvGrpSpPr/>
            <p:nvPr/>
          </p:nvGrpSpPr>
          <p:grpSpPr>
            <a:xfrm>
              <a:off x="1041515" y="7393846"/>
              <a:ext cx="8205142" cy="401368"/>
              <a:chOff x="1041515" y="3046774"/>
              <a:chExt cx="8205142" cy="401368"/>
            </a:xfrm>
          </p:grpSpPr>
          <p:sp>
            <p:nvSpPr>
              <p:cNvPr id="334" name="Shape 7">
                <a:extLst>
                  <a:ext uri="{FF2B5EF4-FFF2-40B4-BE49-F238E27FC236}">
                    <a16:creationId xmlns:a16="http://schemas.microsoft.com/office/drawing/2014/main" id="{532FEE19-C581-16E2-1C9D-228150A268EE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35" name="Shape 7">
                <a:extLst>
                  <a:ext uri="{FF2B5EF4-FFF2-40B4-BE49-F238E27FC236}">
                    <a16:creationId xmlns:a16="http://schemas.microsoft.com/office/drawing/2014/main" id="{85206FB8-F1B7-ECD5-C61D-9DC3BBC949DF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31" name="Text 11">
              <a:extLst>
                <a:ext uri="{FF2B5EF4-FFF2-40B4-BE49-F238E27FC236}">
                  <a16:creationId xmlns:a16="http://schemas.microsoft.com/office/drawing/2014/main" id="{66C6740B-0794-AA12-EBAF-8BC9E39369D6}"/>
                </a:ext>
              </a:extLst>
            </p:cNvPr>
            <p:cNvSpPr/>
            <p:nvPr/>
          </p:nvSpPr>
          <p:spPr>
            <a:xfrm>
              <a:off x="1044691" y="7404511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zh-TW" sz="11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精密的平衡設計，涵蓋臉型 · 頸線 · 胸頸 · 膚質</a:t>
              </a:r>
            </a:p>
          </p:txBody>
        </p:sp>
        <p:sp>
          <p:nvSpPr>
            <p:cNvPr id="384" name="Text 15">
              <a:extLst>
                <a:ext uri="{FF2B5EF4-FFF2-40B4-BE49-F238E27FC236}">
                  <a16:creationId xmlns:a16="http://schemas.microsoft.com/office/drawing/2014/main" id="{D11A7E93-8DB8-AE30-D74C-F7F2E006FF4A}"/>
                </a:ext>
              </a:extLst>
            </p:cNvPr>
            <p:cNvSpPr/>
            <p:nvPr/>
          </p:nvSpPr>
          <p:spPr>
            <a:xfrm>
              <a:off x="7834044" y="7484529"/>
              <a:ext cx="141261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進口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5" name="Text 15">
              <a:extLst>
                <a:ext uri="{FF2B5EF4-FFF2-40B4-BE49-F238E27FC236}">
                  <a16:creationId xmlns:a16="http://schemas.microsoft.com/office/drawing/2014/main" id="{3DE2C777-D268-2CBE-8F95-3DC2C0310A66}"/>
                </a:ext>
              </a:extLst>
            </p:cNvPr>
            <p:cNvSpPr/>
            <p:nvPr/>
          </p:nvSpPr>
          <p:spPr>
            <a:xfrm>
              <a:off x="6599096" y="7484529"/>
              <a:ext cx="11343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國產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52317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BOTULINUM TOXIN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53660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2782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肉毒桿菌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27146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國產 · 國產高階 · 低抗藥性的德國 · 美國原廠品牌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1" name="Text 96">
            <a:extLst>
              <a:ext uri="{FF2B5EF4-FFF2-40B4-BE49-F238E27FC236}">
                <a16:creationId xmlns:a16="http://schemas.microsoft.com/office/drawing/2014/main" id="{01CCF82E-6E67-D21C-75CC-00CB5D38759E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05AB8590-411C-EE9D-4293-4945E2A98FA0}"/>
              </a:ext>
            </a:extLst>
          </p:cNvPr>
          <p:cNvGrpSpPr/>
          <p:nvPr/>
        </p:nvGrpSpPr>
        <p:grpSpPr>
          <a:xfrm>
            <a:off x="930580" y="2720019"/>
            <a:ext cx="8316077" cy="971178"/>
            <a:chOff x="930580" y="2720019"/>
            <a:chExt cx="8316077" cy="971178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CDCF1B7E-5C78-E499-C13D-8FE0A6079BF2}"/>
                </a:ext>
              </a:extLst>
            </p:cNvPr>
            <p:cNvSpPr txBox="1"/>
            <p:nvPr/>
          </p:nvSpPr>
          <p:spPr>
            <a:xfrm>
              <a:off x="930580" y="2720019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除皺肉毒</a:t>
              </a:r>
            </a:p>
          </p:txBody>
        </p: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865EBFF4-AD2E-BBD0-524A-36A28B45BFB7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644423"/>
              <a:chOff x="1041515" y="3046774"/>
              <a:chExt cx="8205142" cy="644423"/>
            </a:xfrm>
          </p:grpSpPr>
          <p:sp>
            <p:nvSpPr>
              <p:cNvPr id="224" name="Shape 7">
                <a:extLst>
                  <a:ext uri="{FF2B5EF4-FFF2-40B4-BE49-F238E27FC236}">
                    <a16:creationId xmlns:a16="http://schemas.microsoft.com/office/drawing/2014/main" id="{64C497E4-2086-0ED9-5619-F593C30E32E7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5" name="Shape 7">
                <a:extLst>
                  <a:ext uri="{FF2B5EF4-FFF2-40B4-BE49-F238E27FC236}">
                    <a16:creationId xmlns:a16="http://schemas.microsoft.com/office/drawing/2014/main" id="{7D538325-2788-5A2E-7161-56B3B233B3D5}"/>
                  </a:ext>
                </a:extLst>
              </p:cNvPr>
              <p:cNvSpPr/>
              <p:nvPr/>
            </p:nvSpPr>
            <p:spPr>
              <a:xfrm>
                <a:off x="1041515" y="3677590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21" name="Text 11">
              <a:extLst>
                <a:ext uri="{FF2B5EF4-FFF2-40B4-BE49-F238E27FC236}">
                  <a16:creationId xmlns:a16="http://schemas.microsoft.com/office/drawing/2014/main" id="{80F179A6-EA66-9B16-2717-59C71497F91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除皺肉毒 1部位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改善皺紋，找回更加自然從容表情的療程</a:t>
              </a:r>
              <a:endPara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sz="1000" dirty="0">
                  <a:solidFill>
                    <a:schemeClr val="bg1">
                      <a:lumMod val="50000"/>
                    </a:schemeClr>
                  </a:solidFill>
                  <a:latin typeface="Noto Sans TC Medium"/>
                  <a:ea typeface="Noto Sans TC Medium"/>
                  <a:cs typeface="Arial" pitchFamily="34" charset="-120"/>
                </a:rPr>
                <a:t>額頭 / 眉間 / 眼周 / 鼻梁 / 下巴結 中選1</a:t>
              </a:r>
            </a:p>
          </p:txBody>
        </p:sp>
        <p:sp>
          <p:nvSpPr>
            <p:cNvPr id="223" name="Text 15">
              <a:extLst>
                <a:ext uri="{FF2B5EF4-FFF2-40B4-BE49-F238E27FC236}">
                  <a16:creationId xmlns:a16="http://schemas.microsoft.com/office/drawing/2014/main" id="{C0164E65-C5D1-28FE-8F33-81311DF0721B}"/>
                </a:ext>
              </a:extLst>
            </p:cNvPr>
            <p:cNvSpPr/>
            <p:nvPr/>
          </p:nvSpPr>
          <p:spPr>
            <a:xfrm>
              <a:off x="7808780" y="3058909"/>
              <a:ext cx="143787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德國產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美國產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120,000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30" name="Text 15">
              <a:extLst>
                <a:ext uri="{FF2B5EF4-FFF2-40B4-BE49-F238E27FC236}">
                  <a16:creationId xmlns:a16="http://schemas.microsoft.com/office/drawing/2014/main" id="{F0404CE3-1938-4BA9-E17A-2A9B1461746F}"/>
                </a:ext>
              </a:extLst>
            </p:cNvPr>
            <p:cNvSpPr/>
            <p:nvPr/>
          </p:nvSpPr>
          <p:spPr>
            <a:xfrm>
              <a:off x="5572876" y="3058909"/>
              <a:ext cx="2265448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國產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國產高階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D15FC85C-675B-40EF-54E7-C4337D0B5F43}"/>
              </a:ext>
            </a:extLst>
          </p:cNvPr>
          <p:cNvGrpSpPr/>
          <p:nvPr/>
        </p:nvGrpSpPr>
        <p:grpSpPr>
          <a:xfrm>
            <a:off x="930580" y="3950486"/>
            <a:ext cx="8316077" cy="999015"/>
            <a:chOff x="930580" y="3950017"/>
            <a:chExt cx="8316077" cy="999015"/>
          </a:xfrm>
        </p:grpSpPr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A64CC32-BF81-F4B1-3DD6-B83C6C9E5E07}"/>
                </a:ext>
              </a:extLst>
            </p:cNvPr>
            <p:cNvSpPr txBox="1"/>
            <p:nvPr/>
          </p:nvSpPr>
          <p:spPr>
            <a:xfrm>
              <a:off x="930580" y="3950017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肌肉肉毒</a:t>
              </a:r>
            </a:p>
          </p:txBody>
        </p: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31A92C37-89F1-1B91-26CF-5AC51813B5C5}"/>
                </a:ext>
              </a:extLst>
            </p:cNvPr>
            <p:cNvGrpSpPr/>
            <p:nvPr/>
          </p:nvGrpSpPr>
          <p:grpSpPr>
            <a:xfrm>
              <a:off x="1041515" y="4276772"/>
              <a:ext cx="8205142" cy="672260"/>
              <a:chOff x="1041515" y="4276772"/>
              <a:chExt cx="8205142" cy="672260"/>
            </a:xfrm>
          </p:grpSpPr>
          <p:grpSp>
            <p:nvGrpSpPr>
              <p:cNvPr id="304" name="그룹 303">
                <a:extLst>
                  <a:ext uri="{FF2B5EF4-FFF2-40B4-BE49-F238E27FC236}">
                    <a16:creationId xmlns:a16="http://schemas.microsoft.com/office/drawing/2014/main" id="{330FCA49-9D29-9D3E-A4AD-8B8AAEF4D5FC}"/>
                  </a:ext>
                </a:extLst>
              </p:cNvPr>
              <p:cNvGrpSpPr/>
              <p:nvPr/>
            </p:nvGrpSpPr>
            <p:grpSpPr>
              <a:xfrm>
                <a:off x="1044691" y="4287436"/>
                <a:ext cx="8201965" cy="620151"/>
                <a:chOff x="1044691" y="4287436"/>
                <a:chExt cx="8201965" cy="620151"/>
              </a:xfrm>
            </p:grpSpPr>
            <p:sp>
              <p:nvSpPr>
                <p:cNvPr id="236" name="Text 11">
                  <a:extLst>
                    <a:ext uri="{FF2B5EF4-FFF2-40B4-BE49-F238E27FC236}">
                      <a16:creationId xmlns:a16="http://schemas.microsoft.com/office/drawing/2014/main" id="{66560D4C-16FF-EB59-EF44-B776FF7871CD}"/>
                    </a:ext>
                  </a:extLst>
                </p:cNvPr>
                <p:cNvSpPr/>
                <p:nvPr/>
              </p:nvSpPr>
              <p:spPr>
                <a:xfrm>
                  <a:off x="1044691" y="4287436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咀嚼肌肉毒 50U</a:t>
                  </a:r>
                </a:p>
                <a:p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舒緩無意識的肌肉緊繃，柔化方形下顎線，打造柔和臉部輪廓</a:t>
                  </a:r>
                </a:p>
              </p:txBody>
            </p:sp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472B86D5-6213-EC89-4FD5-1C6D05CCC53B}"/>
                    </a:ext>
                  </a:extLst>
                </p:cNvPr>
                <p:cNvGrpSpPr/>
                <p:nvPr/>
              </p:nvGrpSpPr>
              <p:grpSpPr>
                <a:xfrm>
                  <a:off x="5572876" y="4288907"/>
                  <a:ext cx="3673780" cy="617208"/>
                  <a:chOff x="5572876" y="4288907"/>
                  <a:chExt cx="3673780" cy="617208"/>
                </a:xfrm>
              </p:grpSpPr>
              <p:sp>
                <p:nvSpPr>
                  <p:cNvPr id="237" name="Text 15">
                    <a:extLst>
                      <a:ext uri="{FF2B5EF4-FFF2-40B4-BE49-F238E27FC236}">
                        <a16:creationId xmlns:a16="http://schemas.microsoft.com/office/drawing/2014/main" id="{C994914D-E8B0-73A3-7063-FCBD0508BF2C}"/>
                      </a:ext>
                    </a:extLst>
                  </p:cNvPr>
                  <p:cNvSpPr/>
                  <p:nvPr/>
                </p:nvSpPr>
                <p:spPr>
                  <a:xfrm>
                    <a:off x="7808780" y="4288907"/>
                    <a:ext cx="143787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 xml:space="preserve">德國產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美國產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38" name="Text 15">
                    <a:extLst>
                      <a:ext uri="{FF2B5EF4-FFF2-40B4-BE49-F238E27FC236}">
                        <a16:creationId xmlns:a16="http://schemas.microsoft.com/office/drawing/2014/main" id="{10E55E66-E56D-2CB2-2D0C-4F4844907ABA}"/>
                      </a:ext>
                    </a:extLst>
                  </p:cNvPr>
                  <p:cNvSpPr/>
                  <p:nvPr/>
                </p:nvSpPr>
                <p:spPr>
                  <a:xfrm>
                    <a:off x="5572876" y="4288907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70,000</a:t>
                    </a: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國產高階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2C74DD2E-7439-186F-57E4-9D83750B8DAD}"/>
                  </a:ext>
                </a:extLst>
              </p:cNvPr>
              <p:cNvGrpSpPr/>
              <p:nvPr/>
            </p:nvGrpSpPr>
            <p:grpSpPr>
              <a:xfrm>
                <a:off x="1041515" y="4276772"/>
                <a:ext cx="8205142" cy="672260"/>
                <a:chOff x="1041515" y="4276772"/>
                <a:chExt cx="8205142" cy="672260"/>
              </a:xfrm>
            </p:grpSpPr>
            <p:sp>
              <p:nvSpPr>
                <p:cNvPr id="239" name="Shape 7">
                  <a:extLst>
                    <a:ext uri="{FF2B5EF4-FFF2-40B4-BE49-F238E27FC236}">
                      <a16:creationId xmlns:a16="http://schemas.microsoft.com/office/drawing/2014/main" id="{D79A5FC2-758E-11B7-5790-F4F3305C3A2E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47" name="Shape 7">
                  <a:extLst>
                    <a:ext uri="{FF2B5EF4-FFF2-40B4-BE49-F238E27FC236}">
                      <a16:creationId xmlns:a16="http://schemas.microsoft.com/office/drawing/2014/main" id="{796CAAFC-167D-39FE-146B-4B8B94795CC6}"/>
                    </a:ext>
                  </a:extLst>
                </p:cNvPr>
                <p:cNvSpPr/>
                <p:nvPr/>
              </p:nvSpPr>
              <p:spPr>
                <a:xfrm>
                  <a:off x="1041515" y="4935425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1EDF4DA5-83CC-6E14-F87F-740EB70C64CC}"/>
              </a:ext>
            </a:extLst>
          </p:cNvPr>
          <p:cNvGrpSpPr/>
          <p:nvPr/>
        </p:nvGrpSpPr>
        <p:grpSpPr>
          <a:xfrm>
            <a:off x="930580" y="7162351"/>
            <a:ext cx="8316077" cy="1600861"/>
            <a:chOff x="930580" y="6441861"/>
            <a:chExt cx="8316077" cy="1600861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1000AAE9-A7FF-D955-C56F-30E6B6346E64}"/>
                </a:ext>
              </a:extLst>
            </p:cNvPr>
            <p:cNvSpPr txBox="1"/>
            <p:nvPr/>
          </p:nvSpPr>
          <p:spPr>
            <a:xfrm>
              <a:off x="930580" y="6441861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水光肉毒</a:t>
              </a:r>
            </a:p>
          </p:txBody>
        </p: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404A5803-B361-DFEF-B47E-6C0D1922DE86}"/>
                </a:ext>
              </a:extLst>
            </p:cNvPr>
            <p:cNvGrpSpPr/>
            <p:nvPr/>
          </p:nvGrpSpPr>
          <p:grpSpPr>
            <a:xfrm>
              <a:off x="1041515" y="6768616"/>
              <a:ext cx="8205142" cy="1274106"/>
              <a:chOff x="1041515" y="6768616"/>
              <a:chExt cx="8205142" cy="1274106"/>
            </a:xfrm>
          </p:grpSpPr>
          <p:grpSp>
            <p:nvGrpSpPr>
              <p:cNvPr id="314" name="그룹 313">
                <a:extLst>
                  <a:ext uri="{FF2B5EF4-FFF2-40B4-BE49-F238E27FC236}">
                    <a16:creationId xmlns:a16="http://schemas.microsoft.com/office/drawing/2014/main" id="{F6DAC86D-47AF-5847-C18C-4353F27AF1AC}"/>
                  </a:ext>
                </a:extLst>
              </p:cNvPr>
              <p:cNvGrpSpPr/>
              <p:nvPr/>
            </p:nvGrpSpPr>
            <p:grpSpPr>
              <a:xfrm>
                <a:off x="1044691" y="6779280"/>
                <a:ext cx="8201965" cy="620151"/>
                <a:chOff x="1044691" y="6779280"/>
                <a:chExt cx="8201965" cy="620151"/>
              </a:xfrm>
            </p:grpSpPr>
            <p:sp>
              <p:nvSpPr>
                <p:cNvPr id="279" name="Text 11">
                  <a:extLst>
                    <a:ext uri="{FF2B5EF4-FFF2-40B4-BE49-F238E27FC236}">
                      <a16:creationId xmlns:a16="http://schemas.microsoft.com/office/drawing/2014/main" id="{D1DFA31A-CB5E-A489-3FEC-38F02A9FDD1F}"/>
                    </a:ext>
                  </a:extLst>
                </p:cNvPr>
                <p:cNvSpPr/>
                <p:nvPr/>
              </p:nvSpPr>
              <p:spPr>
                <a:xfrm>
                  <a:off x="1044691" y="6779280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全臉水光肉毒 3cc</a:t>
                  </a:r>
                </a:p>
                <a:p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以額頭、雙頰膚質改善為主 — 將極少量產品均勻細緻地注入真皮層 · 表皮下層</a:t>
                  </a:r>
                </a:p>
              </p:txBody>
            </p:sp>
            <p:grpSp>
              <p:nvGrpSpPr>
                <p:cNvPr id="313" name="그룹 312">
                  <a:extLst>
                    <a:ext uri="{FF2B5EF4-FFF2-40B4-BE49-F238E27FC236}">
                      <a16:creationId xmlns:a16="http://schemas.microsoft.com/office/drawing/2014/main" id="{3CE8293B-836F-6E41-AF58-78BC8D16FB7D}"/>
                    </a:ext>
                  </a:extLst>
                </p:cNvPr>
                <p:cNvGrpSpPr/>
                <p:nvPr/>
              </p:nvGrpSpPr>
              <p:grpSpPr>
                <a:xfrm>
                  <a:off x="5572876" y="6780751"/>
                  <a:ext cx="3673780" cy="617208"/>
                  <a:chOff x="5572876" y="6780751"/>
                  <a:chExt cx="3673780" cy="617208"/>
                </a:xfrm>
              </p:grpSpPr>
              <p:sp>
                <p:nvSpPr>
                  <p:cNvPr id="280" name="Text 15">
                    <a:extLst>
                      <a:ext uri="{FF2B5EF4-FFF2-40B4-BE49-F238E27FC236}">
                        <a16:creationId xmlns:a16="http://schemas.microsoft.com/office/drawing/2014/main" id="{1979D21F-DCED-EC8D-93BB-C7ADE617BFE7}"/>
                      </a:ext>
                    </a:extLst>
                  </p:cNvPr>
                  <p:cNvSpPr/>
                  <p:nvPr/>
                </p:nvSpPr>
                <p:spPr>
                  <a:xfrm>
                    <a:off x="7808780" y="6780751"/>
                    <a:ext cx="143787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 xml:space="preserve">德國產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美國產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81" name="Text 15">
                    <a:extLst>
                      <a:ext uri="{FF2B5EF4-FFF2-40B4-BE49-F238E27FC236}">
                        <a16:creationId xmlns:a16="http://schemas.microsoft.com/office/drawing/2014/main" id="{D330CAB0-478D-C068-8033-00397CCE869E}"/>
                      </a:ext>
                    </a:extLst>
                  </p:cNvPr>
                  <p:cNvSpPr/>
                  <p:nvPr/>
                </p:nvSpPr>
                <p:spPr>
                  <a:xfrm>
                    <a:off x="5572876" y="6780751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國產高階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1F03FF98-340C-A374-065E-BD307200B4FB}"/>
                  </a:ext>
                </a:extLst>
              </p:cNvPr>
              <p:cNvGrpSpPr/>
              <p:nvPr/>
            </p:nvGrpSpPr>
            <p:grpSpPr>
              <a:xfrm>
                <a:off x="1044691" y="7408963"/>
                <a:ext cx="8201965" cy="620151"/>
                <a:chOff x="1044691" y="7408963"/>
                <a:chExt cx="8201965" cy="620151"/>
              </a:xfrm>
            </p:grpSpPr>
            <p:sp>
              <p:nvSpPr>
                <p:cNvPr id="276" name="Text 11">
                  <a:extLst>
                    <a:ext uri="{FF2B5EF4-FFF2-40B4-BE49-F238E27FC236}">
                      <a16:creationId xmlns:a16="http://schemas.microsoft.com/office/drawing/2014/main" id="{2D4A4A95-8D06-9EEF-05AF-1C9577CD84D5}"/>
                    </a:ext>
                  </a:extLst>
                </p:cNvPr>
                <p:cNvSpPr/>
                <p:nvPr/>
              </p:nvSpPr>
              <p:spPr>
                <a:xfrm>
                  <a:off x="1044691" y="7408963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下顎線水光肉毒 2cc</a:t>
                  </a:r>
                </a:p>
                <a:p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改善下顎線與下巴輪廓的肌膚緊緻度，同時修飾下顎線</a:t>
                  </a:r>
                </a:p>
              </p:txBody>
            </p:sp>
            <p:grpSp>
              <p:nvGrpSpPr>
                <p:cNvPr id="315" name="그룹 314">
                  <a:extLst>
                    <a:ext uri="{FF2B5EF4-FFF2-40B4-BE49-F238E27FC236}">
                      <a16:creationId xmlns:a16="http://schemas.microsoft.com/office/drawing/2014/main" id="{67D0D7C4-04B6-84A2-00DC-5EACC417CEED}"/>
                    </a:ext>
                  </a:extLst>
                </p:cNvPr>
                <p:cNvGrpSpPr/>
                <p:nvPr/>
              </p:nvGrpSpPr>
              <p:grpSpPr>
                <a:xfrm>
                  <a:off x="5572876" y="7410434"/>
                  <a:ext cx="3673780" cy="617208"/>
                  <a:chOff x="5572876" y="7410434"/>
                  <a:chExt cx="3673780" cy="617208"/>
                </a:xfrm>
              </p:grpSpPr>
              <p:sp>
                <p:nvSpPr>
                  <p:cNvPr id="277" name="Text 15">
                    <a:extLst>
                      <a:ext uri="{FF2B5EF4-FFF2-40B4-BE49-F238E27FC236}">
                        <a16:creationId xmlns:a16="http://schemas.microsoft.com/office/drawing/2014/main" id="{3F5D0AF5-7D4B-874C-102B-24FBFC45FF24}"/>
                      </a:ext>
                    </a:extLst>
                  </p:cNvPr>
                  <p:cNvSpPr/>
                  <p:nvPr/>
                </p:nvSpPr>
                <p:spPr>
                  <a:xfrm>
                    <a:off x="7808780" y="7410434"/>
                    <a:ext cx="143787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 xml:space="preserve">德國產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美國產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78" name="Text 15">
                    <a:extLst>
                      <a:ext uri="{FF2B5EF4-FFF2-40B4-BE49-F238E27FC236}">
                        <a16:creationId xmlns:a16="http://schemas.microsoft.com/office/drawing/2014/main" id="{3C3F511D-9DB6-6EC9-3DCF-876EA807BFD5}"/>
                      </a:ext>
                    </a:extLst>
                  </p:cNvPr>
                  <p:cNvSpPr/>
                  <p:nvPr/>
                </p:nvSpPr>
                <p:spPr>
                  <a:xfrm>
                    <a:off x="5572876" y="7410434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50,000</a:t>
                    </a: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國產高階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70,000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AD221EEB-515D-0710-B22A-94B9FA86AC6E}"/>
                  </a:ext>
                </a:extLst>
              </p:cNvPr>
              <p:cNvGrpSpPr/>
              <p:nvPr/>
            </p:nvGrpSpPr>
            <p:grpSpPr>
              <a:xfrm>
                <a:off x="1041515" y="6768616"/>
                <a:ext cx="8205142" cy="1274106"/>
                <a:chOff x="1041515" y="4276772"/>
                <a:chExt cx="8205142" cy="1274106"/>
              </a:xfrm>
            </p:grpSpPr>
            <p:sp>
              <p:nvSpPr>
                <p:cNvPr id="272" name="Shape 7">
                  <a:extLst>
                    <a:ext uri="{FF2B5EF4-FFF2-40B4-BE49-F238E27FC236}">
                      <a16:creationId xmlns:a16="http://schemas.microsoft.com/office/drawing/2014/main" id="{0525A485-B817-347C-3DCB-54128A586299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73" name="Shape 7">
                  <a:extLst>
                    <a:ext uri="{FF2B5EF4-FFF2-40B4-BE49-F238E27FC236}">
                      <a16:creationId xmlns:a16="http://schemas.microsoft.com/office/drawing/2014/main" id="{85AE7972-A152-B8AF-43B7-DC0392B6B2F0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74" name="Shape 7">
                  <a:extLst>
                    <a:ext uri="{FF2B5EF4-FFF2-40B4-BE49-F238E27FC236}">
                      <a16:creationId xmlns:a16="http://schemas.microsoft.com/office/drawing/2014/main" id="{A2B5AEF7-014E-18D9-2AB7-F187E0C80A76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B039B8DD-91A2-CAAB-0AB2-D17320111790}"/>
              </a:ext>
            </a:extLst>
          </p:cNvPr>
          <p:cNvGrpSpPr/>
          <p:nvPr/>
        </p:nvGrpSpPr>
        <p:grpSpPr>
          <a:xfrm>
            <a:off x="930580" y="9022501"/>
            <a:ext cx="8316077" cy="1600861"/>
            <a:chOff x="930580" y="8302009"/>
            <a:chExt cx="8316077" cy="1600861"/>
          </a:xfrm>
        </p:grpSpPr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1FF61860-7275-79B9-DBB1-00DC061F7EEF}"/>
                </a:ext>
              </a:extLst>
            </p:cNvPr>
            <p:cNvSpPr txBox="1"/>
            <p:nvPr/>
          </p:nvSpPr>
          <p:spPr>
            <a:xfrm>
              <a:off x="930580" y="8302009"/>
              <a:ext cx="237148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止汗 · 身體塑形肉毒</a:t>
              </a:r>
            </a:p>
          </p:txBody>
        </p: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E21CA896-0B6B-D40A-6C52-936189436D7E}"/>
                </a:ext>
              </a:extLst>
            </p:cNvPr>
            <p:cNvGrpSpPr/>
            <p:nvPr/>
          </p:nvGrpSpPr>
          <p:grpSpPr>
            <a:xfrm>
              <a:off x="1041515" y="8628764"/>
              <a:ext cx="8205142" cy="1274106"/>
              <a:chOff x="1041515" y="8628764"/>
              <a:chExt cx="8205142" cy="1274106"/>
            </a:xfrm>
          </p:grpSpPr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25351B94-FF58-2BF0-1AA4-D34289BEBAC8}"/>
                  </a:ext>
                </a:extLst>
              </p:cNvPr>
              <p:cNvGrpSpPr/>
              <p:nvPr/>
            </p:nvGrpSpPr>
            <p:grpSpPr>
              <a:xfrm>
                <a:off x="1044691" y="8639428"/>
                <a:ext cx="8201965" cy="620151"/>
                <a:chOff x="1044691" y="8639428"/>
                <a:chExt cx="8201965" cy="620151"/>
              </a:xfrm>
            </p:grpSpPr>
            <p:sp>
              <p:nvSpPr>
                <p:cNvPr id="296" name="Text 11">
                  <a:extLst>
                    <a:ext uri="{FF2B5EF4-FFF2-40B4-BE49-F238E27FC236}">
                      <a16:creationId xmlns:a16="http://schemas.microsoft.com/office/drawing/2014/main" id="{A6BF49D4-244E-134F-A3CD-59E562290087}"/>
                    </a:ext>
                  </a:extLst>
                </p:cNvPr>
                <p:cNvSpPr/>
                <p:nvPr/>
              </p:nvSpPr>
              <p:spPr>
                <a:xfrm>
                  <a:off x="1044691" y="8639428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止汗肉毒 100U</a:t>
                  </a:r>
                </a:p>
                <a:p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手 / 腳 / 腋下 中選1</a:t>
                  </a:r>
                </a:p>
              </p:txBody>
            </p:sp>
            <p:grpSp>
              <p:nvGrpSpPr>
                <p:cNvPr id="319" name="그룹 318">
                  <a:extLst>
                    <a:ext uri="{FF2B5EF4-FFF2-40B4-BE49-F238E27FC236}">
                      <a16:creationId xmlns:a16="http://schemas.microsoft.com/office/drawing/2014/main" id="{107D53F5-F119-A814-B98D-C1E44420C2FC}"/>
                    </a:ext>
                  </a:extLst>
                </p:cNvPr>
                <p:cNvGrpSpPr/>
                <p:nvPr/>
              </p:nvGrpSpPr>
              <p:grpSpPr>
                <a:xfrm>
                  <a:off x="5572876" y="8640899"/>
                  <a:ext cx="3673780" cy="617208"/>
                  <a:chOff x="5572876" y="8640899"/>
                  <a:chExt cx="3673780" cy="617208"/>
                </a:xfrm>
              </p:grpSpPr>
              <p:sp>
                <p:nvSpPr>
                  <p:cNvPr id="297" name="Text 15">
                    <a:extLst>
                      <a:ext uri="{FF2B5EF4-FFF2-40B4-BE49-F238E27FC236}">
                        <a16:creationId xmlns:a16="http://schemas.microsoft.com/office/drawing/2014/main" id="{7A52F2EE-CCED-D233-8EB5-CB2905617567}"/>
                      </a:ext>
                    </a:extLst>
                  </p:cNvPr>
                  <p:cNvSpPr/>
                  <p:nvPr/>
                </p:nvSpPr>
                <p:spPr>
                  <a:xfrm>
                    <a:off x="7808780" y="8640899"/>
                    <a:ext cx="143787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 xml:space="preserve">德國產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400,000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美國產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98" name="Text 15">
                    <a:extLst>
                      <a:ext uri="{FF2B5EF4-FFF2-40B4-BE49-F238E27FC236}">
                        <a16:creationId xmlns:a16="http://schemas.microsoft.com/office/drawing/2014/main" id="{72C57547-4880-BC9A-8E38-0E1565712E95}"/>
                      </a:ext>
                    </a:extLst>
                  </p:cNvPr>
                  <p:cNvSpPr/>
                  <p:nvPr/>
                </p:nvSpPr>
                <p:spPr>
                  <a:xfrm>
                    <a:off x="5572876" y="8640899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國產高階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25" name="그룹 324">
                <a:extLst>
                  <a:ext uri="{FF2B5EF4-FFF2-40B4-BE49-F238E27FC236}">
                    <a16:creationId xmlns:a16="http://schemas.microsoft.com/office/drawing/2014/main" id="{2C5BACB5-5722-8DCB-C7F0-F73C96DA6903}"/>
                  </a:ext>
                </a:extLst>
              </p:cNvPr>
              <p:cNvGrpSpPr/>
              <p:nvPr/>
            </p:nvGrpSpPr>
            <p:grpSpPr>
              <a:xfrm>
                <a:off x="1044691" y="9269111"/>
                <a:ext cx="8201965" cy="620151"/>
                <a:chOff x="1044691" y="9269111"/>
                <a:chExt cx="8201965" cy="620151"/>
              </a:xfrm>
            </p:grpSpPr>
            <p:sp>
              <p:nvSpPr>
                <p:cNvPr id="293" name="Text 11">
                  <a:extLst>
                    <a:ext uri="{FF2B5EF4-FFF2-40B4-BE49-F238E27FC236}">
                      <a16:creationId xmlns:a16="http://schemas.microsoft.com/office/drawing/2014/main" id="{85E79812-FBE1-4EAA-EC73-2E6B89A6BF2B}"/>
                    </a:ext>
                  </a:extLst>
                </p:cNvPr>
                <p:cNvSpPr/>
                <p:nvPr/>
              </p:nvSpPr>
              <p:spPr>
                <a:xfrm>
                  <a:off x="1044691" y="9269111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身體塑形肉毒 100U</a:t>
                  </a:r>
                </a:p>
                <a:p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 xml:space="preserve">小腿 / 大腿前側 / 斜方肌 中選1 · </a:t>
                  </a:r>
                  <a:r>
                    <a:rPr lang="zh-TW" sz="1000" dirty="0">
                      <a:solidFill>
                        <a:srgbClr val="2498BD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客製化設計後進行施作</a:t>
                  </a:r>
                </a:p>
              </p:txBody>
            </p:sp>
            <p:grpSp>
              <p:nvGrpSpPr>
                <p:cNvPr id="324" name="그룹 323">
                  <a:extLst>
                    <a:ext uri="{FF2B5EF4-FFF2-40B4-BE49-F238E27FC236}">
                      <a16:creationId xmlns:a16="http://schemas.microsoft.com/office/drawing/2014/main" id="{B0F2FC6C-CD40-F7B2-504C-84A7A67944DC}"/>
                    </a:ext>
                  </a:extLst>
                </p:cNvPr>
                <p:cNvGrpSpPr/>
                <p:nvPr/>
              </p:nvGrpSpPr>
              <p:grpSpPr>
                <a:xfrm>
                  <a:off x="5572876" y="9270582"/>
                  <a:ext cx="3673780" cy="617208"/>
                  <a:chOff x="5572876" y="9270582"/>
                  <a:chExt cx="3673780" cy="617208"/>
                </a:xfrm>
              </p:grpSpPr>
              <p:sp>
                <p:nvSpPr>
                  <p:cNvPr id="294" name="Text 15">
                    <a:extLst>
                      <a:ext uri="{FF2B5EF4-FFF2-40B4-BE49-F238E27FC236}">
                        <a16:creationId xmlns:a16="http://schemas.microsoft.com/office/drawing/2014/main" id="{EFDA83B5-B078-158E-97E7-0631E6E4D65D}"/>
                      </a:ext>
                    </a:extLst>
                  </p:cNvPr>
                  <p:cNvSpPr/>
                  <p:nvPr/>
                </p:nvSpPr>
                <p:spPr>
                  <a:xfrm>
                    <a:off x="7808780" y="9270582"/>
                    <a:ext cx="143787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 xml:space="preserve">德國產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450,000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美國產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95" name="Text 15">
                    <a:extLst>
                      <a:ext uri="{FF2B5EF4-FFF2-40B4-BE49-F238E27FC236}">
                        <a16:creationId xmlns:a16="http://schemas.microsoft.com/office/drawing/2014/main" id="{DA43CE62-7852-9549-1D19-A0DEAC9C7BFF}"/>
                      </a:ext>
                    </a:extLst>
                  </p:cNvPr>
                  <p:cNvSpPr/>
                  <p:nvPr/>
                </p:nvSpPr>
                <p:spPr>
                  <a:xfrm>
                    <a:off x="5572876" y="9270582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250,000</a:t>
                    </a: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國產高階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89" name="그룹 288">
                <a:extLst>
                  <a:ext uri="{FF2B5EF4-FFF2-40B4-BE49-F238E27FC236}">
                    <a16:creationId xmlns:a16="http://schemas.microsoft.com/office/drawing/2014/main" id="{168061F8-0422-B0E1-49D2-49C43FB5A90D}"/>
                  </a:ext>
                </a:extLst>
              </p:cNvPr>
              <p:cNvGrpSpPr/>
              <p:nvPr/>
            </p:nvGrpSpPr>
            <p:grpSpPr>
              <a:xfrm>
                <a:off x="1041515" y="8628764"/>
                <a:ext cx="8205142" cy="1274106"/>
                <a:chOff x="1041515" y="4276772"/>
                <a:chExt cx="8205142" cy="1274106"/>
              </a:xfrm>
            </p:grpSpPr>
            <p:sp>
              <p:nvSpPr>
                <p:cNvPr id="290" name="Shape 7">
                  <a:extLst>
                    <a:ext uri="{FF2B5EF4-FFF2-40B4-BE49-F238E27FC236}">
                      <a16:creationId xmlns:a16="http://schemas.microsoft.com/office/drawing/2014/main" id="{F88CD917-BFF7-82CA-D0F9-5999B4883829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91" name="Shape 7">
                  <a:extLst>
                    <a:ext uri="{FF2B5EF4-FFF2-40B4-BE49-F238E27FC236}">
                      <a16:creationId xmlns:a16="http://schemas.microsoft.com/office/drawing/2014/main" id="{4314EC96-4333-D86F-0765-50FD5598F8E3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92" name="Shape 7">
                  <a:extLst>
                    <a:ext uri="{FF2B5EF4-FFF2-40B4-BE49-F238E27FC236}">
                      <a16:creationId xmlns:a16="http://schemas.microsoft.com/office/drawing/2014/main" id="{61858C5A-3A23-C15B-C3CA-AD30496D1BF1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849B8FD-A2D7-DB24-A85F-6A11B8F402C1}"/>
              </a:ext>
            </a:extLst>
          </p:cNvPr>
          <p:cNvGrpSpPr/>
          <p:nvPr/>
        </p:nvGrpSpPr>
        <p:grpSpPr>
          <a:xfrm>
            <a:off x="930579" y="5239971"/>
            <a:ext cx="8316077" cy="1631916"/>
            <a:chOff x="930580" y="3950017"/>
            <a:chExt cx="8316077" cy="16319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E1B9771-5EA0-E51F-F8CE-0415AD1350CF}"/>
                </a:ext>
              </a:extLst>
            </p:cNvPr>
            <p:cNvSpPr txBox="1"/>
            <p:nvPr/>
          </p:nvSpPr>
          <p:spPr>
            <a:xfrm>
              <a:off x="930580" y="3950017"/>
              <a:ext cx="186301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特殊部位肉毒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155CBC1-8E00-9B8B-04AA-6D075C44235A}"/>
                </a:ext>
              </a:extLst>
            </p:cNvPr>
            <p:cNvGrpSpPr/>
            <p:nvPr/>
          </p:nvGrpSpPr>
          <p:grpSpPr>
            <a:xfrm>
              <a:off x="1041515" y="4276772"/>
              <a:ext cx="8205142" cy="1305161"/>
              <a:chOff x="1041515" y="4276772"/>
              <a:chExt cx="8205142" cy="1305161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5E4A8884-A865-5EE3-4638-76C44B3D5430}"/>
                  </a:ext>
                </a:extLst>
              </p:cNvPr>
              <p:cNvGrpSpPr/>
              <p:nvPr/>
            </p:nvGrpSpPr>
            <p:grpSpPr>
              <a:xfrm>
                <a:off x="1044691" y="4446320"/>
                <a:ext cx="8201965" cy="948561"/>
                <a:chOff x="1044691" y="4446320"/>
                <a:chExt cx="8201965" cy="948561"/>
              </a:xfrm>
            </p:grpSpPr>
            <p:sp>
              <p:nvSpPr>
                <p:cNvPr id="12" name="Text 11">
                  <a:extLst>
                    <a:ext uri="{FF2B5EF4-FFF2-40B4-BE49-F238E27FC236}">
                      <a16:creationId xmlns:a16="http://schemas.microsoft.com/office/drawing/2014/main" id="{B61DCD30-47F7-54DA-A1E2-AB2AF82D33FC}"/>
                    </a:ext>
                  </a:extLst>
                </p:cNvPr>
                <p:cNvSpPr/>
                <p:nvPr/>
              </p:nvSpPr>
              <p:spPr>
                <a:xfrm>
                  <a:off x="1044691" y="4446320"/>
                  <a:ext cx="5660909" cy="94856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 lnSpcReduction="10000"/>
                </a:bodyPr>
                <a:lstStyle/>
                <a:p>
                  <a:r>
                    <a:rPr lang="zh-TW" sz="14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特殊部位肉毒 50U</a:t>
                  </a:r>
                </a:p>
                <a:p>
                  <a:pPr>
                    <a:lnSpc>
                      <a:spcPct val="110000"/>
                    </a:lnSpc>
                  </a:pPr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 xml:space="preserve">調節各部位肌肉的過度活動，改善臉部不對稱或 </a:t>
                  </a:r>
                  <a:endPara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>
                    <a:lnSpc>
                      <a:spcPct val="110000"/>
                    </a:lnSpc>
                  </a:pPr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 xml:space="preserve">因表情習慣造成的失衡， </a:t>
                  </a:r>
                </a:p>
                <a:p>
                  <a:pPr>
                    <a:lnSpc>
                      <a:spcPct val="110000"/>
                    </a:lnSpc>
                  </a:pPr>
                  <a:r>
                    <a:rPr lang="zh-TW" sz="1000" dirty="0">
                      <a:solidFill>
                        <a:srgbClr val="555555"/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打造臉部線條整體俐落的印象</a:t>
                  </a:r>
                  <a:endPara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r>
                    <a:rPr lang="zh-TW" sz="1000" dirty="0">
                      <a:solidFill>
                        <a:schemeClr val="bg1">
                          <a:lumMod val="50000"/>
                        </a:schemeClr>
                      </a:solidFill>
                      <a:latin typeface="Noto Sans TC Medium"/>
                      <a:ea typeface="Noto Sans TC Medium"/>
                      <a:cs typeface="Arial" pitchFamily="34" charset="-120"/>
                    </a:rPr>
                    <a:t>鼻翼 / 嘴角 / 上唇皺紋 / 露齦笑 / 顳肌 / 下頷腺 / 耳下腺 中選1</a:t>
                  </a:r>
                  <a:endPara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</p:txBody>
            </p:sp>
            <p:grpSp>
              <p:nvGrpSpPr>
                <p:cNvPr id="13" name="그룹 12">
                  <a:extLst>
                    <a:ext uri="{FF2B5EF4-FFF2-40B4-BE49-F238E27FC236}">
                      <a16:creationId xmlns:a16="http://schemas.microsoft.com/office/drawing/2014/main" id="{D4304D79-9F06-4551-36EC-2A132BE9D396}"/>
                    </a:ext>
                  </a:extLst>
                </p:cNvPr>
                <p:cNvGrpSpPr/>
                <p:nvPr/>
              </p:nvGrpSpPr>
              <p:grpSpPr>
                <a:xfrm>
                  <a:off x="5572876" y="4615560"/>
                  <a:ext cx="3673780" cy="617208"/>
                  <a:chOff x="5572876" y="4615560"/>
                  <a:chExt cx="3673780" cy="617208"/>
                </a:xfrm>
              </p:grpSpPr>
              <p:sp>
                <p:nvSpPr>
                  <p:cNvPr id="14" name="Text 15">
                    <a:extLst>
                      <a:ext uri="{FF2B5EF4-FFF2-40B4-BE49-F238E27FC236}">
                        <a16:creationId xmlns:a16="http://schemas.microsoft.com/office/drawing/2014/main" id="{75FA4010-F522-2DB5-E5D8-BAC0F18BF63D}"/>
                      </a:ext>
                    </a:extLst>
                  </p:cNvPr>
                  <p:cNvSpPr/>
                  <p:nvPr/>
                </p:nvSpPr>
                <p:spPr>
                  <a:xfrm>
                    <a:off x="7808780" y="4615560"/>
                    <a:ext cx="143787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 xml:space="preserve">德國產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美國產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15" name="Text 15">
                    <a:extLst>
                      <a:ext uri="{FF2B5EF4-FFF2-40B4-BE49-F238E27FC236}">
                        <a16:creationId xmlns:a16="http://schemas.microsoft.com/office/drawing/2014/main" id="{1A6B5D2C-9692-E8DD-E2D7-D7339B9DB2F9}"/>
                      </a:ext>
                    </a:extLst>
                  </p:cNvPr>
                  <p:cNvSpPr/>
                  <p:nvPr/>
                </p:nvSpPr>
                <p:spPr>
                  <a:xfrm>
                    <a:off x="5572876" y="4615560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zh-TW" sz="1200" dirty="0">
                        <a:solidFill>
                          <a:srgbClr val="2498BD"/>
                        </a:solidFill>
                        <a:latin typeface="Noto Sans TC Medium"/>
                        <a:ea typeface="Noto Sans TC Medium"/>
                        <a:cs typeface="GC 16 Mono" pitchFamily="34" charset="-120"/>
                      </a:rPr>
                      <a:t>國產高階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B7F41EE2-1A65-4EC5-2E54-493C9ACA816D}"/>
                  </a:ext>
                </a:extLst>
              </p:cNvPr>
              <p:cNvGrpSpPr/>
              <p:nvPr/>
            </p:nvGrpSpPr>
            <p:grpSpPr>
              <a:xfrm>
                <a:off x="1041515" y="4276772"/>
                <a:ext cx="8205142" cy="1305161"/>
                <a:chOff x="1041515" y="4276772"/>
                <a:chExt cx="8205142" cy="1305161"/>
              </a:xfrm>
            </p:grpSpPr>
            <p:sp>
              <p:nvSpPr>
                <p:cNvPr id="10" name="Shape 7">
                  <a:extLst>
                    <a:ext uri="{FF2B5EF4-FFF2-40B4-BE49-F238E27FC236}">
                      <a16:creationId xmlns:a16="http://schemas.microsoft.com/office/drawing/2014/main" id="{9807D895-9DAD-BEB9-EACE-AA5C32E247B0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11" name="Shape 7">
                  <a:extLst>
                    <a:ext uri="{FF2B5EF4-FFF2-40B4-BE49-F238E27FC236}">
                      <a16:creationId xmlns:a16="http://schemas.microsoft.com/office/drawing/2014/main" id="{B6672116-9E78-928F-FDC5-1C115CD6F727}"/>
                    </a:ext>
                  </a:extLst>
                </p:cNvPr>
                <p:cNvSpPr/>
                <p:nvPr/>
              </p:nvSpPr>
              <p:spPr>
                <a:xfrm>
                  <a:off x="1041515" y="5568326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9777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FILLER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1120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2623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玻尿酸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4606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豐盈填充療程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3" name="Text 96">
            <a:extLst>
              <a:ext uri="{FF2B5EF4-FFF2-40B4-BE49-F238E27FC236}">
                <a16:creationId xmlns:a16="http://schemas.microsoft.com/office/drawing/2014/main" id="{D5264B2C-F74E-4906-646B-334A930B67C5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41964D08-743C-BD07-BDBA-D2BF47465CFE}"/>
              </a:ext>
            </a:extLst>
          </p:cNvPr>
          <p:cNvGrpSpPr/>
          <p:nvPr/>
        </p:nvGrpSpPr>
        <p:grpSpPr>
          <a:xfrm>
            <a:off x="930580" y="2720019"/>
            <a:ext cx="8316077" cy="2131206"/>
            <a:chOff x="930580" y="2720019"/>
            <a:chExt cx="8316077" cy="213120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4DF25302-C46E-E95E-5C11-F89F82025C73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1804451"/>
              <a:chOff x="1041515" y="3046774"/>
              <a:chExt cx="8205142" cy="1804451"/>
            </a:xfrm>
          </p:grpSpPr>
          <p:sp>
            <p:nvSpPr>
              <p:cNvPr id="198" name="Shape 7">
                <a:extLst>
                  <a:ext uri="{FF2B5EF4-FFF2-40B4-BE49-F238E27FC236}">
                    <a16:creationId xmlns:a16="http://schemas.microsoft.com/office/drawing/2014/main" id="{9EBF731F-EF48-1237-9080-A254479644E3}"/>
                  </a:ext>
                </a:extLst>
              </p:cNvPr>
              <p:cNvSpPr/>
              <p:nvPr/>
            </p:nvSpPr>
            <p:spPr>
              <a:xfrm>
                <a:off x="1041515" y="4066521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54" name="Shape 7">
                <a:extLst>
                  <a:ext uri="{FF2B5EF4-FFF2-40B4-BE49-F238E27FC236}">
                    <a16:creationId xmlns:a16="http://schemas.microsoft.com/office/drawing/2014/main" id="{3DBD9DE7-69F8-0411-E992-249E9A106987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55" name="Shape 7">
                <a:extLst>
                  <a:ext uri="{FF2B5EF4-FFF2-40B4-BE49-F238E27FC236}">
                    <a16:creationId xmlns:a16="http://schemas.microsoft.com/office/drawing/2014/main" id="{29A1914E-207F-F0F0-DECB-BE481023B04A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78" name="Shape 7">
                <a:extLst>
                  <a:ext uri="{FF2B5EF4-FFF2-40B4-BE49-F238E27FC236}">
                    <a16:creationId xmlns:a16="http://schemas.microsoft.com/office/drawing/2014/main" id="{5EE53BE9-CD95-852C-B132-4BF5D67192E1}"/>
                  </a:ext>
                </a:extLst>
              </p:cNvPr>
              <p:cNvSpPr/>
              <p:nvPr/>
            </p:nvSpPr>
            <p:spPr>
              <a:xfrm>
                <a:off x="1041515" y="445221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84" name="Shape 7">
                <a:extLst>
                  <a:ext uri="{FF2B5EF4-FFF2-40B4-BE49-F238E27FC236}">
                    <a16:creationId xmlns:a16="http://schemas.microsoft.com/office/drawing/2014/main" id="{C38301E5-C881-2C16-3E1D-5B2EC1A19635}"/>
                  </a:ext>
                </a:extLst>
              </p:cNvPr>
              <p:cNvSpPr/>
              <p:nvPr/>
            </p:nvSpPr>
            <p:spPr>
              <a:xfrm>
                <a:off x="1041515" y="4837618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D2A525AC-7220-4717-B071-BBBD64225C34}"/>
                </a:ext>
              </a:extLst>
            </p:cNvPr>
            <p:cNvGrpSpPr/>
            <p:nvPr/>
          </p:nvGrpSpPr>
          <p:grpSpPr>
            <a:xfrm>
              <a:off x="1044691" y="3446369"/>
              <a:ext cx="8201965" cy="620151"/>
              <a:chOff x="1044691" y="3446369"/>
              <a:chExt cx="8201965" cy="620151"/>
            </a:xfrm>
          </p:grpSpPr>
          <p:sp>
            <p:nvSpPr>
              <p:cNvPr id="193" name="Text 11">
                <a:extLst>
                  <a:ext uri="{FF2B5EF4-FFF2-40B4-BE49-F238E27FC236}">
                    <a16:creationId xmlns:a16="http://schemas.microsoft.com/office/drawing/2014/main" id="{E33B0C1A-D9EB-9959-73C1-B7259EF8AE30}"/>
                  </a:ext>
                </a:extLst>
              </p:cNvPr>
              <p:cNvSpPr/>
              <p:nvPr/>
            </p:nvSpPr>
            <p:spPr>
              <a:xfrm>
                <a:off x="1044691" y="3446369"/>
                <a:ext cx="5660909" cy="62015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zh-TW" sz="1400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Arial" pitchFamily="34" charset="-120"/>
                  </a:rPr>
                  <a:t>喬雅登 / 保柔緹</a:t>
                </a:r>
                <a:endPara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endParaRPr>
              </a:p>
              <a:p>
                <a:r>
                  <a:rPr lang="zh-TW" sz="1000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Arial" pitchFamily="34" charset="-120"/>
                  </a:rPr>
                  <a:t>全球知名藥廠推出的高品質玻尿酸（HA）</a:t>
                </a:r>
              </a:p>
            </p:txBody>
          </p:sp>
          <p:sp>
            <p:nvSpPr>
              <p:cNvPr id="195" name="Text 15">
                <a:extLst>
                  <a:ext uri="{FF2B5EF4-FFF2-40B4-BE49-F238E27FC236}">
                    <a16:creationId xmlns:a16="http://schemas.microsoft.com/office/drawing/2014/main" id="{A6BA7195-8D5B-2C0B-1AE8-2923DA791415}"/>
                  </a:ext>
                </a:extLst>
              </p:cNvPr>
              <p:cNvSpPr/>
              <p:nvPr/>
            </p:nvSpPr>
            <p:spPr>
              <a:xfrm>
                <a:off x="4356412" y="3447840"/>
                <a:ext cx="4890244" cy="617208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zh-TW" sz="1200" dirty="0">
                    <a:solidFill>
                      <a:srgbClr val="2498BD"/>
                    </a:solidFill>
                    <a:latin typeface="Noto Sans TC Medium"/>
                    <a:ea typeface="Noto Sans TC Medium"/>
                    <a:cs typeface="GC 16 Mono" pitchFamily="34" charset="-120"/>
                  </a:rPr>
                  <a:t xml:space="preserve">臉部 1cc </a:t>
                </a:r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400,000</a:t>
                </a:r>
                <a:endParaRPr lang="en-US" altLang="ko-KR" sz="1400" dirty="0">
                  <a:latin typeface="신세계 Bold" panose="02000300000000000000" pitchFamily="50" charset="-127"/>
                  <a:ea typeface="신세계 Bold" panose="02000300000000000000" pitchFamily="50" charset="-127"/>
                </a:endParaRPr>
              </a:p>
              <a:p>
                <a:pPr algn="r"/>
                <a:r>
                  <a:rPr lang="zh-TW" sz="1200" dirty="0">
                    <a:solidFill>
                      <a:srgbClr val="2498BD"/>
                    </a:solidFill>
                    <a:latin typeface="Noto Sans TC Medium"/>
                    <a:ea typeface="Noto Sans TC Medium"/>
                    <a:cs typeface="GC 16 Mono" pitchFamily="34" charset="-120"/>
                  </a:rPr>
                  <a:t xml:space="preserve">臥蠶 · 眼下 · 特殊部位 · 眉間 · 上眼皮 · 眉骨上方 1cc </a:t>
                </a:r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550,000</a:t>
                </a:r>
                <a:endParaRPr lang="en-US" altLang="ko-KR" sz="1400" dirty="0">
                  <a:latin typeface="신세계 Bold" panose="02000300000000000000" pitchFamily="50" charset="-127"/>
                  <a:ea typeface="신세계 Bold" panose="02000300000000000000" pitchFamily="50" charset="-127"/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0A5E9A65-2D3C-0D8F-358A-721B3D595AD5}"/>
                </a:ext>
              </a:extLst>
            </p:cNvPr>
            <p:cNvGrpSpPr/>
            <p:nvPr/>
          </p:nvGrpSpPr>
          <p:grpSpPr>
            <a:xfrm>
              <a:off x="1044691" y="3057439"/>
              <a:ext cx="8201966" cy="375481"/>
              <a:chOff x="1044691" y="3057439"/>
              <a:chExt cx="8201966" cy="375481"/>
            </a:xfrm>
          </p:grpSpPr>
          <p:sp>
            <p:nvSpPr>
              <p:cNvPr id="163" name="Text 11">
                <a:extLst>
                  <a:ext uri="{FF2B5EF4-FFF2-40B4-BE49-F238E27FC236}">
                    <a16:creationId xmlns:a16="http://schemas.microsoft.com/office/drawing/2014/main" id="{87EAF4CA-42A5-1C5F-3389-0A0FC6660FA2}"/>
                  </a:ext>
                </a:extLst>
              </p:cNvPr>
              <p:cNvSpPr/>
              <p:nvPr/>
            </p:nvSpPr>
            <p:spPr>
              <a:xfrm>
                <a:off x="1044691" y="3057439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zh-TW" sz="1400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Arial" pitchFamily="34" charset="-120"/>
                  </a:rPr>
                  <a:t xml:space="preserve">Celestella  </a:t>
                </a:r>
                <a:r>
                  <a:rPr lang="zh-TW" sz="1000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Arial" pitchFamily="34" charset="-120"/>
                  </a:rPr>
                  <a:t>以透明質酸（HA）為基礎的玻尿酸</a:t>
                </a:r>
              </a:p>
            </p:txBody>
          </p:sp>
          <p:sp>
            <p:nvSpPr>
              <p:cNvPr id="164" name="Text 15">
                <a:extLst>
                  <a:ext uri="{FF2B5EF4-FFF2-40B4-BE49-F238E27FC236}">
                    <a16:creationId xmlns:a16="http://schemas.microsoft.com/office/drawing/2014/main" id="{F8FBEDF1-4FCD-03C5-CA11-21476938FCDB}"/>
                  </a:ext>
                </a:extLst>
              </p:cNvPr>
              <p:cNvSpPr/>
              <p:nvPr/>
            </p:nvSpPr>
            <p:spPr>
              <a:xfrm>
                <a:off x="6981209" y="3058910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zh-TW" sz="1200" dirty="0">
                    <a:solidFill>
                      <a:srgbClr val="2498BD"/>
                    </a:solidFill>
                    <a:latin typeface="Noto Sans TC Medium"/>
                    <a:ea typeface="Noto Sans TC Medium"/>
                    <a:cs typeface="GC 16 Mono" pitchFamily="34" charset="-120"/>
                  </a:rPr>
                  <a:t>臉部 1cc</a:t>
                </a:r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 150,000</a:t>
                </a:r>
              </a:p>
            </p:txBody>
          </p:sp>
        </p:grp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B656D27A-7F4A-C39E-9D57-9AA8172A1612}"/>
                </a:ext>
              </a:extLst>
            </p:cNvPr>
            <p:cNvGrpSpPr/>
            <p:nvPr/>
          </p:nvGrpSpPr>
          <p:grpSpPr>
            <a:xfrm>
              <a:off x="1044691" y="4081063"/>
              <a:ext cx="8201966" cy="375481"/>
              <a:chOff x="1044691" y="4081063"/>
              <a:chExt cx="8201966" cy="375481"/>
            </a:xfrm>
          </p:grpSpPr>
          <p:sp>
            <p:nvSpPr>
              <p:cNvPr id="181" name="Text 11">
                <a:extLst>
                  <a:ext uri="{FF2B5EF4-FFF2-40B4-BE49-F238E27FC236}">
                    <a16:creationId xmlns:a16="http://schemas.microsoft.com/office/drawing/2014/main" id="{5DDEC076-EA72-5CE5-B7E5-368645567F99}"/>
                  </a:ext>
                </a:extLst>
              </p:cNvPr>
              <p:cNvSpPr/>
              <p:nvPr/>
            </p:nvSpPr>
            <p:spPr>
              <a:xfrm>
                <a:off x="1044691" y="4081063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zh-TW" sz="1400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Arial" pitchFamily="34" charset="-120"/>
                  </a:rPr>
                  <a:t xml:space="preserve">瑞絲朗 </a:t>
                </a:r>
                <a:r>
                  <a:rPr lang="zh-TW" sz="1000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Arial" pitchFamily="34" charset="-120"/>
                  </a:rPr>
                  <a:t>瑞典Galderma Restylane高品質玻尿酸（HA）</a:t>
                </a:r>
              </a:p>
            </p:txBody>
          </p:sp>
          <p:sp>
            <p:nvSpPr>
              <p:cNvPr id="182" name="Text 15">
                <a:extLst>
                  <a:ext uri="{FF2B5EF4-FFF2-40B4-BE49-F238E27FC236}">
                    <a16:creationId xmlns:a16="http://schemas.microsoft.com/office/drawing/2014/main" id="{596C1295-C235-E9E6-43AF-3088E22C78A8}"/>
                  </a:ext>
                </a:extLst>
              </p:cNvPr>
              <p:cNvSpPr/>
              <p:nvPr/>
            </p:nvSpPr>
            <p:spPr>
              <a:xfrm>
                <a:off x="6981209" y="4082534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zh-TW" sz="1200" dirty="0">
                    <a:solidFill>
                      <a:srgbClr val="2498BD"/>
                    </a:solidFill>
                    <a:latin typeface="Noto Sans TC Medium"/>
                    <a:ea typeface="Noto Sans TC Medium"/>
                    <a:cs typeface="GC 16 Mono" pitchFamily="34" charset="-120"/>
                  </a:rPr>
                  <a:t>臉部 1cc</a:t>
                </a:r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 450,000</a:t>
                </a:r>
              </a:p>
            </p:txBody>
          </p:sp>
        </p:grp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FAD48DA6-9AE7-E46A-949A-669960D71A8B}"/>
                </a:ext>
              </a:extLst>
            </p:cNvPr>
            <p:cNvGrpSpPr/>
            <p:nvPr/>
          </p:nvGrpSpPr>
          <p:grpSpPr>
            <a:xfrm>
              <a:off x="1044691" y="4460522"/>
              <a:ext cx="8201966" cy="375481"/>
              <a:chOff x="1044691" y="4460522"/>
              <a:chExt cx="8201966" cy="375481"/>
            </a:xfrm>
          </p:grpSpPr>
          <p:sp>
            <p:nvSpPr>
              <p:cNvPr id="186" name="Text 11">
                <a:extLst>
                  <a:ext uri="{FF2B5EF4-FFF2-40B4-BE49-F238E27FC236}">
                    <a16:creationId xmlns:a16="http://schemas.microsoft.com/office/drawing/2014/main" id="{816E0619-1566-D457-E04B-797E733CAF27}"/>
                  </a:ext>
                </a:extLst>
              </p:cNvPr>
              <p:cNvSpPr/>
              <p:nvPr/>
            </p:nvSpPr>
            <p:spPr>
              <a:xfrm>
                <a:off x="1044691" y="4460522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zh-TW" sz="1400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Arial" pitchFamily="34" charset="-120"/>
                  </a:rPr>
                  <a:t xml:space="preserve">玻尿酸套組  </a:t>
                </a:r>
                <a:r>
                  <a:rPr lang="zh-TW" sz="1000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Arial" pitchFamily="34" charset="-120"/>
                  </a:rPr>
                  <a:t>3cc起可施作</a:t>
                </a:r>
              </a:p>
            </p:txBody>
          </p:sp>
          <p:sp>
            <p:nvSpPr>
              <p:cNvPr id="187" name="Text 15">
                <a:extLst>
                  <a:ext uri="{FF2B5EF4-FFF2-40B4-BE49-F238E27FC236}">
                    <a16:creationId xmlns:a16="http://schemas.microsoft.com/office/drawing/2014/main" id="{07206E08-754E-0E95-F4F3-42526515707B}"/>
                  </a:ext>
                </a:extLst>
              </p:cNvPr>
              <p:cNvSpPr/>
              <p:nvPr/>
            </p:nvSpPr>
            <p:spPr>
              <a:xfrm>
                <a:off x="6981209" y="4461993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zh-TW" sz="1400" dirty="0">
                    <a:solidFill>
                      <a:srgbClr val="1A1A1A"/>
                    </a:solidFill>
                    <a:latin typeface="Noto Sans TC SemiBold"/>
                    <a:ea typeface="Noto Sans TC SemiBold"/>
                    <a:cs typeface="Arial" pitchFamily="34" charset="-120"/>
                  </a:rPr>
                  <a:t>諮詢後決定</a:t>
                </a:r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D344E0D-6C42-26B8-5AFA-9C072F36D0E6}"/>
                </a:ext>
              </a:extLst>
            </p:cNvPr>
            <p:cNvSpPr txBox="1"/>
            <p:nvPr/>
          </p:nvSpPr>
          <p:spPr>
            <a:xfrm>
              <a:off x="930580" y="2720019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臉部玻尿酸</a:t>
              </a:r>
            </a:p>
          </p:txBody>
        </p:sp>
        <p:sp>
          <p:nvSpPr>
            <p:cNvPr id="166" name="Text 9">
              <a:extLst>
                <a:ext uri="{FF2B5EF4-FFF2-40B4-BE49-F238E27FC236}">
                  <a16:creationId xmlns:a16="http://schemas.microsoft.com/office/drawing/2014/main" id="{0B3FE6CB-582E-126C-4813-E9A8D4527D20}"/>
                </a:ext>
              </a:extLst>
            </p:cNvPr>
            <p:cNvSpPr/>
            <p:nvPr/>
          </p:nvSpPr>
          <p:spPr>
            <a:xfrm>
              <a:off x="7494524" y="2780484"/>
              <a:ext cx="1752133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TW" sz="1000" dirty="0">
                  <a:solidFill>
                    <a:srgbClr val="2498BD"/>
                  </a:solidFill>
                  <a:latin typeface="Noto Sans TC Medium"/>
                  <a:ea typeface="Noto Sans TC Medium"/>
                  <a:cs typeface="Arial" pitchFamily="34" charset="-120"/>
                </a:rPr>
                <a:t>*臉部1cc不含特殊部位</a:t>
              </a: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6A9CF325-89D3-1A7D-170A-0B45651F8401}"/>
              </a:ext>
            </a:extLst>
          </p:cNvPr>
          <p:cNvGrpSpPr/>
          <p:nvPr/>
        </p:nvGrpSpPr>
        <p:grpSpPr>
          <a:xfrm>
            <a:off x="930580" y="5114999"/>
            <a:ext cx="8316077" cy="728123"/>
            <a:chOff x="930580" y="8035012"/>
            <a:chExt cx="8316077" cy="728123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C90EEEB7-B2C3-8A01-2671-B931C2F61503}"/>
                </a:ext>
              </a:extLst>
            </p:cNvPr>
            <p:cNvSpPr txBox="1"/>
            <p:nvPr/>
          </p:nvSpPr>
          <p:spPr>
            <a:xfrm>
              <a:off x="930580" y="8035012"/>
              <a:ext cx="206569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玻尿酸溶解酶注射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32FBB249-61C0-758C-1826-8766179BED27}"/>
                </a:ext>
              </a:extLst>
            </p:cNvPr>
            <p:cNvGrpSpPr/>
            <p:nvPr/>
          </p:nvGrpSpPr>
          <p:grpSpPr>
            <a:xfrm>
              <a:off x="1041515" y="8361767"/>
              <a:ext cx="8205142" cy="401368"/>
              <a:chOff x="1041515" y="3046774"/>
              <a:chExt cx="8205142" cy="401368"/>
            </a:xfrm>
          </p:grpSpPr>
          <p:sp>
            <p:nvSpPr>
              <p:cNvPr id="250" name="Shape 7">
                <a:extLst>
                  <a:ext uri="{FF2B5EF4-FFF2-40B4-BE49-F238E27FC236}">
                    <a16:creationId xmlns:a16="http://schemas.microsoft.com/office/drawing/2014/main" id="{A4BA8F8E-0843-F8EE-5851-DC57B93C835B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1" name="Shape 7">
                <a:extLst>
                  <a:ext uri="{FF2B5EF4-FFF2-40B4-BE49-F238E27FC236}">
                    <a16:creationId xmlns:a16="http://schemas.microsoft.com/office/drawing/2014/main" id="{ACC72E94-1FE5-93EA-C176-CE01CDF48120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48" name="Text 11">
              <a:extLst>
                <a:ext uri="{FF2B5EF4-FFF2-40B4-BE49-F238E27FC236}">
                  <a16:creationId xmlns:a16="http://schemas.microsoft.com/office/drawing/2014/main" id="{D58A4AD5-9A94-E4A6-25C3-159696C91A3E}"/>
                </a:ext>
              </a:extLst>
            </p:cNvPr>
            <p:cNvSpPr/>
            <p:nvPr/>
          </p:nvSpPr>
          <p:spPr>
            <a:xfrm>
              <a:off x="1044691" y="837243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玻尿酸溶解酶 1支</a:t>
              </a:r>
            </a:p>
          </p:txBody>
        </p:sp>
        <p:sp>
          <p:nvSpPr>
            <p:cNvPr id="249" name="Text 15">
              <a:extLst>
                <a:ext uri="{FF2B5EF4-FFF2-40B4-BE49-F238E27FC236}">
                  <a16:creationId xmlns:a16="http://schemas.microsoft.com/office/drawing/2014/main" id="{C1F49C4C-2E86-6F70-8D01-1F7ACF019237}"/>
                </a:ext>
              </a:extLst>
            </p:cNvPr>
            <p:cNvSpPr/>
            <p:nvPr/>
          </p:nvSpPr>
          <p:spPr>
            <a:xfrm>
              <a:off x="6981209" y="837390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0535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FAT DISSOLVING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1878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脂肪分解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5364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臉部與身體線條整理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" name="Text 96">
            <a:extLst>
              <a:ext uri="{FF2B5EF4-FFF2-40B4-BE49-F238E27FC236}">
                <a16:creationId xmlns:a16="http://schemas.microsoft.com/office/drawing/2014/main" id="{29654C6C-705B-5CDA-879B-3140AB96EC02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A757011C-CE84-E099-8AED-D24479CB3E40}"/>
              </a:ext>
            </a:extLst>
          </p:cNvPr>
          <p:cNvGrpSpPr/>
          <p:nvPr/>
        </p:nvGrpSpPr>
        <p:grpSpPr>
          <a:xfrm>
            <a:off x="930580" y="2720019"/>
            <a:ext cx="8316077" cy="1114967"/>
            <a:chOff x="930580" y="2720019"/>
            <a:chExt cx="8316077" cy="11149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904B3917-C656-1E90-55B5-CC5B7E77BA86}"/>
                </a:ext>
              </a:extLst>
            </p:cNvPr>
            <p:cNvSpPr txBox="1"/>
            <p:nvPr/>
          </p:nvSpPr>
          <p:spPr>
            <a:xfrm>
              <a:off x="930580" y="2720019"/>
              <a:ext cx="184407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CeraFit 溶脂針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BEABCBB4-D6D6-5746-B58D-300DCE768A81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788212"/>
              <a:chOff x="1041515" y="4036831"/>
              <a:chExt cx="8205142" cy="788212"/>
            </a:xfrm>
          </p:grpSpPr>
          <p:sp>
            <p:nvSpPr>
              <p:cNvPr id="194" name="Shape 7">
                <a:extLst>
                  <a:ext uri="{FF2B5EF4-FFF2-40B4-BE49-F238E27FC236}">
                    <a16:creationId xmlns:a16="http://schemas.microsoft.com/office/drawing/2014/main" id="{72227479-87E2-B05C-89AF-81F73A362EE5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95" name="Shape 7">
                <a:extLst>
                  <a:ext uri="{FF2B5EF4-FFF2-40B4-BE49-F238E27FC236}">
                    <a16:creationId xmlns:a16="http://schemas.microsoft.com/office/drawing/2014/main" id="{A8EEB8A2-5F82-C9EC-3B50-74CE403C09CA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96" name="Shape 7">
                <a:extLst>
                  <a:ext uri="{FF2B5EF4-FFF2-40B4-BE49-F238E27FC236}">
                    <a16:creationId xmlns:a16="http://schemas.microsoft.com/office/drawing/2014/main" id="{9B05AD55-A6B4-62D2-1A79-46D8346C9EEC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92" name="Text 11">
              <a:extLst>
                <a:ext uri="{FF2B5EF4-FFF2-40B4-BE49-F238E27FC236}">
                  <a16:creationId xmlns:a16="http://schemas.microsoft.com/office/drawing/2014/main" id="{D8BD542A-09BD-C101-D8C1-CFC9C7BAF781}"/>
                </a:ext>
              </a:extLst>
            </p:cNvPr>
            <p:cNvSpPr/>
            <p:nvPr/>
          </p:nvSpPr>
          <p:spPr>
            <a:xfrm>
              <a:off x="1044691" y="3057439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CeraFit 臉部 (1cc)</a:t>
              </a:r>
            </a:p>
          </p:txBody>
        </p:sp>
        <p:sp>
          <p:nvSpPr>
            <p:cNvPr id="193" name="Text 15">
              <a:extLst>
                <a:ext uri="{FF2B5EF4-FFF2-40B4-BE49-F238E27FC236}">
                  <a16:creationId xmlns:a16="http://schemas.microsoft.com/office/drawing/2014/main" id="{D09934F4-0AE0-1B52-F88E-2D84FB1E8BD3}"/>
                </a:ext>
              </a:extLst>
            </p:cNvPr>
            <p:cNvSpPr/>
            <p:nvPr/>
          </p:nvSpPr>
          <p:spPr>
            <a:xfrm>
              <a:off x="8101760" y="3137457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13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197" name="Text 15">
              <a:extLst>
                <a:ext uri="{FF2B5EF4-FFF2-40B4-BE49-F238E27FC236}">
                  <a16:creationId xmlns:a16="http://schemas.microsoft.com/office/drawing/2014/main" id="{A8EB6C8B-4ABC-E9B1-3295-2689BBBD1D3A}"/>
                </a:ext>
              </a:extLst>
            </p:cNvPr>
            <p:cNvSpPr/>
            <p:nvPr/>
          </p:nvSpPr>
          <p:spPr>
            <a:xfrm>
              <a:off x="6834767" y="3137457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  <p:sp>
          <p:nvSpPr>
            <p:cNvPr id="198" name="Text 15">
              <a:extLst>
                <a:ext uri="{FF2B5EF4-FFF2-40B4-BE49-F238E27FC236}">
                  <a16:creationId xmlns:a16="http://schemas.microsoft.com/office/drawing/2014/main" id="{83D649F9-F6D1-D3FF-3A4D-663F68E08028}"/>
                </a:ext>
              </a:extLst>
            </p:cNvPr>
            <p:cNvSpPr/>
            <p:nvPr/>
          </p:nvSpPr>
          <p:spPr>
            <a:xfrm>
              <a:off x="5393104" y="3137457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87C450E7-C4DA-D0FE-AA70-CFEF6591663D}"/>
                </a:ext>
              </a:extLst>
            </p:cNvPr>
            <p:cNvSpPr/>
            <p:nvPr/>
          </p:nvSpPr>
          <p:spPr>
            <a:xfrm>
              <a:off x="1044691" y="3445091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CeraFit 身體 (10cc)</a:t>
              </a:r>
            </a:p>
          </p:txBody>
        </p:sp>
        <p:sp>
          <p:nvSpPr>
            <p:cNvPr id="199" name="Text 15">
              <a:extLst>
                <a:ext uri="{FF2B5EF4-FFF2-40B4-BE49-F238E27FC236}">
                  <a16:creationId xmlns:a16="http://schemas.microsoft.com/office/drawing/2014/main" id="{CF458971-8C6D-1D70-A6AB-2C81508634E2}"/>
                </a:ext>
              </a:extLst>
            </p:cNvPr>
            <p:cNvSpPr/>
            <p:nvPr/>
          </p:nvSpPr>
          <p:spPr>
            <a:xfrm>
              <a:off x="8101760" y="3525109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200" name="Text 15">
              <a:extLst>
                <a:ext uri="{FF2B5EF4-FFF2-40B4-BE49-F238E27FC236}">
                  <a16:creationId xmlns:a16="http://schemas.microsoft.com/office/drawing/2014/main" id="{817FFDC0-1E3E-7751-1D17-8D0D4647B2D3}"/>
                </a:ext>
              </a:extLst>
            </p:cNvPr>
            <p:cNvSpPr/>
            <p:nvPr/>
          </p:nvSpPr>
          <p:spPr>
            <a:xfrm>
              <a:off x="6788280" y="3525109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  <p:sp>
          <p:nvSpPr>
            <p:cNvPr id="201" name="Text 15">
              <a:extLst>
                <a:ext uri="{FF2B5EF4-FFF2-40B4-BE49-F238E27FC236}">
                  <a16:creationId xmlns:a16="http://schemas.microsoft.com/office/drawing/2014/main" id="{BE5B4C27-B94E-E1B1-B07D-22E67DB9198D}"/>
                </a:ext>
              </a:extLst>
            </p:cNvPr>
            <p:cNvSpPr/>
            <p:nvPr/>
          </p:nvSpPr>
          <p:spPr>
            <a:xfrm>
              <a:off x="5393104" y="3525109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5CCC9AFE-DD03-1C6D-53B3-4A5D48A37A61}"/>
              </a:ext>
            </a:extLst>
          </p:cNvPr>
          <p:cNvGrpSpPr/>
          <p:nvPr/>
        </p:nvGrpSpPr>
        <p:grpSpPr>
          <a:xfrm>
            <a:off x="930580" y="4106416"/>
            <a:ext cx="8316077" cy="1496252"/>
            <a:chOff x="930580" y="4104754"/>
            <a:chExt cx="8316077" cy="1496252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17E640E-73F4-6114-E2CD-FE5443193008}"/>
                </a:ext>
              </a:extLst>
            </p:cNvPr>
            <p:cNvSpPr txBox="1"/>
            <p:nvPr/>
          </p:nvSpPr>
          <p:spPr>
            <a:xfrm>
              <a:off x="930580" y="4104754"/>
              <a:ext cx="251222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CeraFit 套組 (臉部)</a:t>
              </a:r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03978FAB-A023-8F06-148A-908B57FAE3AF}"/>
                </a:ext>
              </a:extLst>
            </p:cNvPr>
            <p:cNvGrpSpPr/>
            <p:nvPr/>
          </p:nvGrpSpPr>
          <p:grpSpPr>
            <a:xfrm>
              <a:off x="1041515" y="4431509"/>
              <a:ext cx="8205142" cy="1169497"/>
              <a:chOff x="1041515" y="5446644"/>
              <a:chExt cx="8205142" cy="1169497"/>
            </a:xfrm>
          </p:grpSpPr>
          <p:sp>
            <p:nvSpPr>
              <p:cNvPr id="227" name="Shape 7">
                <a:extLst>
                  <a:ext uri="{FF2B5EF4-FFF2-40B4-BE49-F238E27FC236}">
                    <a16:creationId xmlns:a16="http://schemas.microsoft.com/office/drawing/2014/main" id="{792ECD2E-0CF4-41C0-2F90-931EAD36341E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28" name="Shape 7">
                <a:extLst>
                  <a:ext uri="{FF2B5EF4-FFF2-40B4-BE49-F238E27FC236}">
                    <a16:creationId xmlns:a16="http://schemas.microsoft.com/office/drawing/2014/main" id="{BEA9CB6E-0CC8-160C-B59E-4C22E2A28F00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9" name="Shape 7">
                <a:extLst>
                  <a:ext uri="{FF2B5EF4-FFF2-40B4-BE49-F238E27FC236}">
                    <a16:creationId xmlns:a16="http://schemas.microsoft.com/office/drawing/2014/main" id="{2978404F-A8B3-3D79-A312-0312DCFA1390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30" name="Shape 7">
                <a:extLst>
                  <a:ext uri="{FF2B5EF4-FFF2-40B4-BE49-F238E27FC236}">
                    <a16:creationId xmlns:a16="http://schemas.microsoft.com/office/drawing/2014/main" id="{E32BBC2F-7A53-5DF2-CE24-43E2E64CBFD0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D91945FE-E360-12E2-88BD-B7CF8CC8A459}"/>
                </a:ext>
              </a:extLst>
            </p:cNvPr>
            <p:cNvSpPr/>
            <p:nvPr/>
          </p:nvSpPr>
          <p:spPr>
            <a:xfrm>
              <a:off x="1044691" y="443338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雙下巴 (3cc)</a:t>
              </a:r>
            </a:p>
          </p:txBody>
        </p:sp>
        <p:sp>
          <p:nvSpPr>
            <p:cNvPr id="223" name="Text 11">
              <a:extLst>
                <a:ext uri="{FF2B5EF4-FFF2-40B4-BE49-F238E27FC236}">
                  <a16:creationId xmlns:a16="http://schemas.microsoft.com/office/drawing/2014/main" id="{CD08FF4E-D414-C0FE-10C0-35B20D9CF602}"/>
                </a:ext>
              </a:extLst>
            </p:cNvPr>
            <p:cNvSpPr/>
            <p:nvPr/>
          </p:nvSpPr>
          <p:spPr>
            <a:xfrm>
              <a:off x="1044691" y="4826748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嘴角肉 (3cc)</a:t>
              </a:r>
            </a:p>
          </p:txBody>
        </p:sp>
        <p:sp>
          <p:nvSpPr>
            <p:cNvPr id="221" name="Text 11">
              <a:extLst>
                <a:ext uri="{FF2B5EF4-FFF2-40B4-BE49-F238E27FC236}">
                  <a16:creationId xmlns:a16="http://schemas.microsoft.com/office/drawing/2014/main" id="{B2FA6B45-1173-C7EF-5D29-ED62E127E781}"/>
                </a:ext>
              </a:extLst>
            </p:cNvPr>
            <p:cNvSpPr/>
            <p:nvPr/>
          </p:nvSpPr>
          <p:spPr>
            <a:xfrm>
              <a:off x="1044691" y="5208824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雙頰 (6cc)</a:t>
              </a:r>
            </a:p>
          </p:txBody>
        </p:sp>
        <p:sp>
          <p:nvSpPr>
            <p:cNvPr id="234" name="Text 15">
              <a:extLst>
                <a:ext uri="{FF2B5EF4-FFF2-40B4-BE49-F238E27FC236}">
                  <a16:creationId xmlns:a16="http://schemas.microsoft.com/office/drawing/2014/main" id="{954922C1-293E-2E99-00D2-8D556832007B}"/>
                </a:ext>
              </a:extLst>
            </p:cNvPr>
            <p:cNvSpPr/>
            <p:nvPr/>
          </p:nvSpPr>
          <p:spPr>
            <a:xfrm>
              <a:off x="8101760" y="4513401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5" name="Text 15">
              <a:extLst>
                <a:ext uri="{FF2B5EF4-FFF2-40B4-BE49-F238E27FC236}">
                  <a16:creationId xmlns:a16="http://schemas.microsoft.com/office/drawing/2014/main" id="{6F3DF52D-7025-718F-D0EC-B3D87865C1E1}"/>
                </a:ext>
              </a:extLst>
            </p:cNvPr>
            <p:cNvSpPr/>
            <p:nvPr/>
          </p:nvSpPr>
          <p:spPr>
            <a:xfrm>
              <a:off x="6781066" y="4513401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6" name="Text 15">
              <a:extLst>
                <a:ext uri="{FF2B5EF4-FFF2-40B4-BE49-F238E27FC236}">
                  <a16:creationId xmlns:a16="http://schemas.microsoft.com/office/drawing/2014/main" id="{6F53F855-0429-E1B2-3601-21D4A2DAA6E3}"/>
                </a:ext>
              </a:extLst>
            </p:cNvPr>
            <p:cNvSpPr/>
            <p:nvPr/>
          </p:nvSpPr>
          <p:spPr>
            <a:xfrm>
              <a:off x="5393104" y="4513401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37" name="Text 15">
              <a:extLst>
                <a:ext uri="{FF2B5EF4-FFF2-40B4-BE49-F238E27FC236}">
                  <a16:creationId xmlns:a16="http://schemas.microsoft.com/office/drawing/2014/main" id="{5CF1E4A4-2995-2ACA-1A1C-7F2D38BB5B27}"/>
                </a:ext>
              </a:extLst>
            </p:cNvPr>
            <p:cNvSpPr/>
            <p:nvPr/>
          </p:nvSpPr>
          <p:spPr>
            <a:xfrm>
              <a:off x="8101760" y="4906766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8" name="Text 15">
              <a:extLst>
                <a:ext uri="{FF2B5EF4-FFF2-40B4-BE49-F238E27FC236}">
                  <a16:creationId xmlns:a16="http://schemas.microsoft.com/office/drawing/2014/main" id="{C7883A66-AB9C-2220-7248-3AFD64534B39}"/>
                </a:ext>
              </a:extLst>
            </p:cNvPr>
            <p:cNvSpPr/>
            <p:nvPr/>
          </p:nvSpPr>
          <p:spPr>
            <a:xfrm>
              <a:off x="6781066" y="4906766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9" name="Text 15">
              <a:extLst>
                <a:ext uri="{FF2B5EF4-FFF2-40B4-BE49-F238E27FC236}">
                  <a16:creationId xmlns:a16="http://schemas.microsoft.com/office/drawing/2014/main" id="{6EF0E4DA-2B5C-2EB1-26AB-1990BA9C730E}"/>
                </a:ext>
              </a:extLst>
            </p:cNvPr>
            <p:cNvSpPr/>
            <p:nvPr/>
          </p:nvSpPr>
          <p:spPr>
            <a:xfrm>
              <a:off x="5393104" y="4906766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40" name="Text 15">
              <a:extLst>
                <a:ext uri="{FF2B5EF4-FFF2-40B4-BE49-F238E27FC236}">
                  <a16:creationId xmlns:a16="http://schemas.microsoft.com/office/drawing/2014/main" id="{23C19C63-C78F-390F-7431-4220DB0B880B}"/>
                </a:ext>
              </a:extLst>
            </p:cNvPr>
            <p:cNvSpPr/>
            <p:nvPr/>
          </p:nvSpPr>
          <p:spPr>
            <a:xfrm>
              <a:off x="8101760" y="5288842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41" name="Text 15">
              <a:extLst>
                <a:ext uri="{FF2B5EF4-FFF2-40B4-BE49-F238E27FC236}">
                  <a16:creationId xmlns:a16="http://schemas.microsoft.com/office/drawing/2014/main" id="{AE829B99-00D0-3559-E425-B518D4CD4130}"/>
                </a:ext>
              </a:extLst>
            </p:cNvPr>
            <p:cNvSpPr/>
            <p:nvPr/>
          </p:nvSpPr>
          <p:spPr>
            <a:xfrm>
              <a:off x="6812324" y="5288842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42" name="Text 15">
              <a:extLst>
                <a:ext uri="{FF2B5EF4-FFF2-40B4-BE49-F238E27FC236}">
                  <a16:creationId xmlns:a16="http://schemas.microsoft.com/office/drawing/2014/main" id="{E06E2027-D303-27F5-0348-FA91A9634496}"/>
                </a:ext>
              </a:extLst>
            </p:cNvPr>
            <p:cNvSpPr/>
            <p:nvPr/>
          </p:nvSpPr>
          <p:spPr>
            <a:xfrm>
              <a:off x="5393104" y="5288842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12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246C5A50-5458-ECDF-E191-E0FF5682E23D}"/>
              </a:ext>
            </a:extLst>
          </p:cNvPr>
          <p:cNvGrpSpPr/>
          <p:nvPr/>
        </p:nvGrpSpPr>
        <p:grpSpPr>
          <a:xfrm>
            <a:off x="930580" y="5874098"/>
            <a:ext cx="8316077" cy="728123"/>
            <a:chOff x="930580" y="5872776"/>
            <a:chExt cx="8316077" cy="728123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B8EBB94D-41C9-D23E-33B8-341D10D934AD}"/>
                </a:ext>
              </a:extLst>
            </p:cNvPr>
            <p:cNvSpPr txBox="1"/>
            <p:nvPr/>
          </p:nvSpPr>
          <p:spPr>
            <a:xfrm>
              <a:off x="930580" y="5872776"/>
              <a:ext cx="172739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Bella Choline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AD688E30-F6BB-60A3-0619-8F3C5F3E2F76}"/>
                </a:ext>
              </a:extLst>
            </p:cNvPr>
            <p:cNvGrpSpPr/>
            <p:nvPr/>
          </p:nvGrpSpPr>
          <p:grpSpPr>
            <a:xfrm>
              <a:off x="1041515" y="6199531"/>
              <a:ext cx="8205142" cy="401368"/>
              <a:chOff x="1041515" y="3046774"/>
              <a:chExt cx="8205142" cy="401368"/>
            </a:xfrm>
          </p:grpSpPr>
          <p:sp>
            <p:nvSpPr>
              <p:cNvPr id="250" name="Shape 7">
                <a:extLst>
                  <a:ext uri="{FF2B5EF4-FFF2-40B4-BE49-F238E27FC236}">
                    <a16:creationId xmlns:a16="http://schemas.microsoft.com/office/drawing/2014/main" id="{C0513C5F-F57D-F86E-695A-A09569B0AE2C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1" name="Shape 7">
                <a:extLst>
                  <a:ext uri="{FF2B5EF4-FFF2-40B4-BE49-F238E27FC236}">
                    <a16:creationId xmlns:a16="http://schemas.microsoft.com/office/drawing/2014/main" id="{39E022C7-44A1-CBFE-87EF-B245305EBC79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48" name="Text 11">
              <a:extLst>
                <a:ext uri="{FF2B5EF4-FFF2-40B4-BE49-F238E27FC236}">
                  <a16:creationId xmlns:a16="http://schemas.microsoft.com/office/drawing/2014/main" id="{20C68E6C-49CA-5AFA-0F26-E4BA22B47D47}"/>
                </a:ext>
              </a:extLst>
            </p:cNvPr>
            <p:cNvSpPr/>
            <p:nvPr/>
          </p:nvSpPr>
          <p:spPr>
            <a:xfrm>
              <a:off x="1044691" y="6210196"/>
              <a:ext cx="453314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Bella Choline 雙下巴 (2cc)</a:t>
              </a:r>
            </a:p>
          </p:txBody>
        </p:sp>
        <p:sp>
          <p:nvSpPr>
            <p:cNvPr id="253" name="Text 15">
              <a:extLst>
                <a:ext uri="{FF2B5EF4-FFF2-40B4-BE49-F238E27FC236}">
                  <a16:creationId xmlns:a16="http://schemas.microsoft.com/office/drawing/2014/main" id="{90F411CF-F62C-3F27-09A2-0E78BB8BA15E}"/>
                </a:ext>
              </a:extLst>
            </p:cNvPr>
            <p:cNvSpPr/>
            <p:nvPr/>
          </p:nvSpPr>
          <p:spPr>
            <a:xfrm>
              <a:off x="7899068" y="6290214"/>
              <a:ext cx="134758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5次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4" name="Text 15">
              <a:extLst>
                <a:ext uri="{FF2B5EF4-FFF2-40B4-BE49-F238E27FC236}">
                  <a16:creationId xmlns:a16="http://schemas.microsoft.com/office/drawing/2014/main" id="{67D25469-2262-D93F-8A7C-E4668BEDEB4D}"/>
                </a:ext>
              </a:extLst>
            </p:cNvPr>
            <p:cNvSpPr/>
            <p:nvPr/>
          </p:nvSpPr>
          <p:spPr>
            <a:xfrm>
              <a:off x="6761830" y="6290214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5" name="Text 15">
              <a:extLst>
                <a:ext uri="{FF2B5EF4-FFF2-40B4-BE49-F238E27FC236}">
                  <a16:creationId xmlns:a16="http://schemas.microsoft.com/office/drawing/2014/main" id="{C5D5EE9C-C2E7-8A02-05E9-7C8F95C1100F}"/>
                </a:ext>
              </a:extLst>
            </p:cNvPr>
            <p:cNvSpPr/>
            <p:nvPr/>
          </p:nvSpPr>
          <p:spPr>
            <a:xfrm>
              <a:off x="5460587" y="6290214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0485FD40-8B73-9A19-B894-3C6F7FE1B3B5}"/>
              </a:ext>
            </a:extLst>
          </p:cNvPr>
          <p:cNvGrpSpPr/>
          <p:nvPr/>
        </p:nvGrpSpPr>
        <p:grpSpPr>
          <a:xfrm>
            <a:off x="930580" y="6873651"/>
            <a:ext cx="8316077" cy="1496252"/>
            <a:chOff x="930580" y="6873651"/>
            <a:chExt cx="8316077" cy="1496252"/>
          </a:xfrm>
        </p:grpSpPr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ABA4F15E-29F8-C1D7-82E2-5C8F8CBDBA23}"/>
                </a:ext>
              </a:extLst>
            </p:cNvPr>
            <p:cNvSpPr txBox="1"/>
            <p:nvPr/>
          </p:nvSpPr>
          <p:spPr>
            <a:xfrm>
              <a:off x="930580" y="6873651"/>
              <a:ext cx="255390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CeraFit 套組 (身體)</a:t>
              </a:r>
            </a:p>
          </p:txBody>
        </p: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AF37A422-80C0-C2B7-9197-33C7CC121836}"/>
                </a:ext>
              </a:extLst>
            </p:cNvPr>
            <p:cNvGrpSpPr/>
            <p:nvPr/>
          </p:nvGrpSpPr>
          <p:grpSpPr>
            <a:xfrm>
              <a:off x="1041515" y="7200406"/>
              <a:ext cx="8205142" cy="1169497"/>
              <a:chOff x="1041515" y="5446644"/>
              <a:chExt cx="8205142" cy="1169497"/>
            </a:xfrm>
          </p:grpSpPr>
          <p:sp>
            <p:nvSpPr>
              <p:cNvPr id="259" name="Shape 7">
                <a:extLst>
                  <a:ext uri="{FF2B5EF4-FFF2-40B4-BE49-F238E27FC236}">
                    <a16:creationId xmlns:a16="http://schemas.microsoft.com/office/drawing/2014/main" id="{44313223-094C-F197-ED89-D11707B06B50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0" name="Shape 7">
                <a:extLst>
                  <a:ext uri="{FF2B5EF4-FFF2-40B4-BE49-F238E27FC236}">
                    <a16:creationId xmlns:a16="http://schemas.microsoft.com/office/drawing/2014/main" id="{381105ED-36F8-6003-D309-9DA3629FFC54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61" name="Shape 7">
                <a:extLst>
                  <a:ext uri="{FF2B5EF4-FFF2-40B4-BE49-F238E27FC236}">
                    <a16:creationId xmlns:a16="http://schemas.microsoft.com/office/drawing/2014/main" id="{8102E38C-BF5E-9669-34E7-293DC3FA0B2A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2" name="Shape 7">
                <a:extLst>
                  <a:ext uri="{FF2B5EF4-FFF2-40B4-BE49-F238E27FC236}">
                    <a16:creationId xmlns:a16="http://schemas.microsoft.com/office/drawing/2014/main" id="{415A2327-3DCA-507B-728A-C77A7B908BB8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63" name="Text 11">
              <a:extLst>
                <a:ext uri="{FF2B5EF4-FFF2-40B4-BE49-F238E27FC236}">
                  <a16:creationId xmlns:a16="http://schemas.microsoft.com/office/drawing/2014/main" id="{E9CEB9D5-9228-6BDA-69EE-983E14910842}"/>
                </a:ext>
              </a:extLst>
            </p:cNvPr>
            <p:cNvSpPr/>
            <p:nvPr/>
          </p:nvSpPr>
          <p:spPr>
            <a:xfrm>
              <a:off x="1044691" y="7202280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上腹部／下腹部／側腰 (30cc)</a:t>
              </a:r>
            </a:p>
          </p:txBody>
        </p:sp>
        <p:sp>
          <p:nvSpPr>
            <p:cNvPr id="264" name="Text 11">
              <a:extLst>
                <a:ext uri="{FF2B5EF4-FFF2-40B4-BE49-F238E27FC236}">
                  <a16:creationId xmlns:a16="http://schemas.microsoft.com/office/drawing/2014/main" id="{3B587DA3-27DF-3B58-7F2F-DC3403E60E9C}"/>
                </a:ext>
              </a:extLst>
            </p:cNvPr>
            <p:cNvSpPr/>
            <p:nvPr/>
          </p:nvSpPr>
          <p:spPr>
            <a:xfrm>
              <a:off x="1044691" y="7595645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蝴蝶袖／副乳／內衣線 (60cc)</a:t>
              </a:r>
            </a:p>
          </p:txBody>
        </p:sp>
        <p:sp>
          <p:nvSpPr>
            <p:cNvPr id="265" name="Text 11">
              <a:extLst>
                <a:ext uri="{FF2B5EF4-FFF2-40B4-BE49-F238E27FC236}">
                  <a16:creationId xmlns:a16="http://schemas.microsoft.com/office/drawing/2014/main" id="{65DBA793-7B1C-7466-D50F-864A17C0FD6C}"/>
                </a:ext>
              </a:extLst>
            </p:cNvPr>
            <p:cNvSpPr/>
            <p:nvPr/>
          </p:nvSpPr>
          <p:spPr>
            <a:xfrm>
              <a:off x="1044691" y="7977721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大腿內側／外側／馬鞍肉 三選一</a:t>
              </a:r>
            </a:p>
          </p:txBody>
        </p:sp>
        <p:sp>
          <p:nvSpPr>
            <p:cNvPr id="266" name="Text 15">
              <a:extLst>
                <a:ext uri="{FF2B5EF4-FFF2-40B4-BE49-F238E27FC236}">
                  <a16:creationId xmlns:a16="http://schemas.microsoft.com/office/drawing/2014/main" id="{1206ED3E-8341-DB24-D209-45E127527177}"/>
                </a:ext>
              </a:extLst>
            </p:cNvPr>
            <p:cNvSpPr/>
            <p:nvPr/>
          </p:nvSpPr>
          <p:spPr>
            <a:xfrm>
              <a:off x="8101760" y="7282298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67" name="Text 15">
              <a:extLst>
                <a:ext uri="{FF2B5EF4-FFF2-40B4-BE49-F238E27FC236}">
                  <a16:creationId xmlns:a16="http://schemas.microsoft.com/office/drawing/2014/main" id="{1AFF095B-53F7-5C8F-35AB-887878B5B6F5}"/>
                </a:ext>
              </a:extLst>
            </p:cNvPr>
            <p:cNvSpPr/>
            <p:nvPr/>
          </p:nvSpPr>
          <p:spPr>
            <a:xfrm>
              <a:off x="6819538" y="7282298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68" name="Text 15">
              <a:extLst>
                <a:ext uri="{FF2B5EF4-FFF2-40B4-BE49-F238E27FC236}">
                  <a16:creationId xmlns:a16="http://schemas.microsoft.com/office/drawing/2014/main" id="{8A7BC97A-2D30-923C-2F5E-CF4ED76DB515}"/>
                </a:ext>
              </a:extLst>
            </p:cNvPr>
            <p:cNvSpPr/>
            <p:nvPr/>
          </p:nvSpPr>
          <p:spPr>
            <a:xfrm>
              <a:off x="5393104" y="7282298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69" name="Text 15">
              <a:extLst>
                <a:ext uri="{FF2B5EF4-FFF2-40B4-BE49-F238E27FC236}">
                  <a16:creationId xmlns:a16="http://schemas.microsoft.com/office/drawing/2014/main" id="{C82F86C7-AD79-238C-8DDC-9BB161CBABFE}"/>
                </a:ext>
              </a:extLst>
            </p:cNvPr>
            <p:cNvSpPr/>
            <p:nvPr/>
          </p:nvSpPr>
          <p:spPr>
            <a:xfrm>
              <a:off x="7902624" y="7675663"/>
              <a:ext cx="13440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A353C804-53CA-153D-EE34-460641F3C0B2}"/>
                </a:ext>
              </a:extLst>
            </p:cNvPr>
            <p:cNvSpPr/>
            <p:nvPr/>
          </p:nvSpPr>
          <p:spPr>
            <a:xfrm>
              <a:off x="6763433" y="7675663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1" name="Text 15">
              <a:extLst>
                <a:ext uri="{FF2B5EF4-FFF2-40B4-BE49-F238E27FC236}">
                  <a16:creationId xmlns:a16="http://schemas.microsoft.com/office/drawing/2014/main" id="{6DA98017-74B1-1A5F-E320-ED13AE307710}"/>
                </a:ext>
              </a:extLst>
            </p:cNvPr>
            <p:cNvSpPr/>
            <p:nvPr/>
          </p:nvSpPr>
          <p:spPr>
            <a:xfrm>
              <a:off x="5460587" y="7675663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72" name="Text 15">
              <a:extLst>
                <a:ext uri="{FF2B5EF4-FFF2-40B4-BE49-F238E27FC236}">
                  <a16:creationId xmlns:a16="http://schemas.microsoft.com/office/drawing/2014/main" id="{92195AD0-ACDB-29CB-20A2-F29D96E2DBC0}"/>
                </a:ext>
              </a:extLst>
            </p:cNvPr>
            <p:cNvSpPr/>
            <p:nvPr/>
          </p:nvSpPr>
          <p:spPr>
            <a:xfrm>
              <a:off x="7902624" y="8057739"/>
              <a:ext cx="13440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3" name="Text 15">
              <a:extLst>
                <a:ext uri="{FF2B5EF4-FFF2-40B4-BE49-F238E27FC236}">
                  <a16:creationId xmlns:a16="http://schemas.microsoft.com/office/drawing/2014/main" id="{66AB41B7-B4FC-A3F0-5F5F-A32B5F7A4CDB}"/>
                </a:ext>
              </a:extLst>
            </p:cNvPr>
            <p:cNvSpPr/>
            <p:nvPr/>
          </p:nvSpPr>
          <p:spPr>
            <a:xfrm>
              <a:off x="6566584" y="8057739"/>
              <a:ext cx="1272032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4" name="Text 15">
              <a:extLst>
                <a:ext uri="{FF2B5EF4-FFF2-40B4-BE49-F238E27FC236}">
                  <a16:creationId xmlns:a16="http://schemas.microsoft.com/office/drawing/2014/main" id="{DA9D5690-190D-BD43-CE13-B72BABDCD554}"/>
                </a:ext>
              </a:extLst>
            </p:cNvPr>
            <p:cNvSpPr/>
            <p:nvPr/>
          </p:nvSpPr>
          <p:spPr>
            <a:xfrm>
              <a:off x="5393104" y="8057739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>
            <a:off x="945043" y="516604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74291" y="3161562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SOFWAVE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874291" y="3365884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681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索夫波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4291" y="3660546"/>
            <a:ext cx="2388035" cy="133259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精準鎖定1.5mm中下層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真皮層的超音波拉提。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無臉頰凹陷疑慮，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讓薄弱鬆弛的肌膚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變得緊實。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317386" y="516604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324645" y="3368167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ULTHERAPY PRIME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24645" y="3572489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681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美版音波二代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24646" y="3867152"/>
            <a:ext cx="2388035" cy="112033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深達鬆弛的臉部筋膜層(SMAS)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的聚焦式超音波。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可維持1年以上的強效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輪廓改善與拉提效果。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45043" y="8110020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874291" y="6299734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THERMAGE FLX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874291" y="6504057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568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鳳凰電波 FLX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4291" y="6798718"/>
            <a:ext cx="2388035" cy="143694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以單極電波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全面緊緻真皮層，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有效改善肌膚彈性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與細紋。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17386" y="8110020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353868" y="6319138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TITANIUM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53868" y="6523461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681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鈦提升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53869" y="6818122"/>
            <a:ext cx="2388035" cy="1260349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以精密能量傳導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活化膠原蛋白，由內而外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打造飽滿深層的彈力與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持久的拉提效果。</a:t>
            </a:r>
          </a:p>
        </p:txBody>
      </p:sp>
      <p:sp>
        <p:nvSpPr>
          <p:cNvPr id="26" name="Shape 23"/>
          <p:cNvSpPr/>
          <p:nvPr/>
        </p:nvSpPr>
        <p:spPr>
          <a:xfrm>
            <a:off x="945043" y="1103002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874291" y="9198453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ONDA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874291" y="9402776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681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Onda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4291" y="9697438"/>
            <a:ext cx="2388035" cy="1245211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以微波能量</a:t>
            </a:r>
            <a:endParaRPr lang="en-US" sz="1152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分解脂肪、改善橘皮組織。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疼痛感低，FACE · BODY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皆可護理。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317386" y="1103002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353869" y="918611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SHURINK UNIVERSE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353869" y="9390434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681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海芙音波媚必提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353870" y="9685097"/>
            <a:ext cx="2388035" cy="112033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從筋膜層(SMAS)至真皮層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傳遞能量的第二代HIFU。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速度提升2.5倍，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搭配7種客製化探頭。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874291" y="1216890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VOLNEWMER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874291" y="12373223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484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海芙電波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874291" y="12667886"/>
            <a:ext cx="2388035" cy="13239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將6.78MHz單極電波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傳遞至肌膚深層，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促進真皮層膠原蛋白再生， 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提升拉提與彈力。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9553D465-CCF8-67E0-F52C-C8D62FF14AF9}"/>
              </a:ext>
            </a:extLst>
          </p:cNvPr>
          <p:cNvSpPr/>
          <p:nvPr/>
        </p:nvSpPr>
        <p:spPr>
          <a:xfrm>
            <a:off x="-514350" y="86936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LIFTING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6BC3CC80-5B62-9639-6525-E44B770D98C1}"/>
              </a:ext>
            </a:extLst>
          </p:cNvPr>
          <p:cNvSpPr/>
          <p:nvPr/>
        </p:nvSpPr>
        <p:spPr>
          <a:xfrm>
            <a:off x="-514350" y="107070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拉提儀器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29656B43-A3F5-08E5-103C-EEE3EA00A63D}"/>
              </a:ext>
            </a:extLst>
          </p:cNvPr>
          <p:cNvSpPr/>
          <p:nvPr/>
        </p:nvSpPr>
        <p:spPr>
          <a:xfrm>
            <a:off x="-514350" y="154419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打造最適合您的抗老規劃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689248E-18A4-6F5F-F7D1-246897A93B12}"/>
              </a:ext>
            </a:extLst>
          </p:cNvPr>
          <p:cNvSpPr/>
          <p:nvPr/>
        </p:nvSpPr>
        <p:spPr>
          <a:xfrm>
            <a:off x="945043" y="2570497"/>
            <a:ext cx="1663708" cy="232919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C50483F-B92B-ACB1-9245-0CF3DF91166C}"/>
              </a:ext>
            </a:extLst>
          </p:cNvPr>
          <p:cNvSpPr/>
          <p:nvPr/>
        </p:nvSpPr>
        <p:spPr>
          <a:xfrm>
            <a:off x="5424620" y="2570497"/>
            <a:ext cx="1663708" cy="232919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8E1DBC2-78FE-CD30-8809-C006D468FA41}"/>
              </a:ext>
            </a:extLst>
          </p:cNvPr>
          <p:cNvSpPr/>
          <p:nvPr/>
        </p:nvSpPr>
        <p:spPr>
          <a:xfrm>
            <a:off x="945043" y="5466323"/>
            <a:ext cx="1663708" cy="232919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9E5842A-5291-E9BC-F5A2-4C6859AA2642}"/>
              </a:ext>
            </a:extLst>
          </p:cNvPr>
          <p:cNvSpPr/>
          <p:nvPr/>
        </p:nvSpPr>
        <p:spPr>
          <a:xfrm>
            <a:off x="5424620" y="5466323"/>
            <a:ext cx="1663708" cy="2329192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300192A-C033-2EB7-2847-83D391428870}"/>
              </a:ext>
            </a:extLst>
          </p:cNvPr>
          <p:cNvSpPr/>
          <p:nvPr/>
        </p:nvSpPr>
        <p:spPr>
          <a:xfrm>
            <a:off x="945043" y="8390316"/>
            <a:ext cx="1663708" cy="2329192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F8828A9-9349-87F6-92A6-9FAB811571EC}"/>
              </a:ext>
            </a:extLst>
          </p:cNvPr>
          <p:cNvSpPr/>
          <p:nvPr/>
        </p:nvSpPr>
        <p:spPr>
          <a:xfrm>
            <a:off x="5424620" y="8390316"/>
            <a:ext cx="1663708" cy="2329192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27E0C15-636A-BD01-5701-FD05C14C22FC}"/>
              </a:ext>
            </a:extLst>
          </p:cNvPr>
          <p:cNvSpPr/>
          <p:nvPr/>
        </p:nvSpPr>
        <p:spPr>
          <a:xfrm>
            <a:off x="945043" y="11346120"/>
            <a:ext cx="1663708" cy="2329192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31">
            <a:extLst>
              <a:ext uri="{FF2B5EF4-FFF2-40B4-BE49-F238E27FC236}">
                <a16:creationId xmlns:a16="http://schemas.microsoft.com/office/drawing/2014/main" id="{71C97DCB-3442-B99A-112C-A084B336D2D1}"/>
              </a:ext>
            </a:extLst>
          </p:cNvPr>
          <p:cNvSpPr/>
          <p:nvPr/>
        </p:nvSpPr>
        <p:spPr>
          <a:xfrm>
            <a:off x="7353869" y="1216890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FORTRA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D5401861-B558-7F53-42EC-63D82092DD91}"/>
              </a:ext>
            </a:extLst>
          </p:cNvPr>
          <p:cNvSpPr/>
          <p:nvPr/>
        </p:nvSpPr>
        <p:spPr>
          <a:xfrm>
            <a:off x="7353869" y="12373223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1681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Fortra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33">
            <a:extLst>
              <a:ext uri="{FF2B5EF4-FFF2-40B4-BE49-F238E27FC236}">
                <a16:creationId xmlns:a16="http://schemas.microsoft.com/office/drawing/2014/main" id="{1F2CA6EE-881B-7489-045B-DC259213A2AE}"/>
              </a:ext>
            </a:extLst>
          </p:cNvPr>
          <p:cNvSpPr/>
          <p:nvPr/>
        </p:nvSpPr>
        <p:spPr>
          <a:xfrm>
            <a:off x="7353869" y="12667886"/>
            <a:ext cx="2388035" cy="13239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755·808·940·1064nm</a:t>
            </a:r>
          </a:p>
          <a:p>
            <a:pPr>
              <a:lnSpc>
                <a:spcPct val="143375"/>
              </a:lnSpc>
            </a:pPr>
            <a:r>
              <a:rPr lang="zh-TW" sz="1152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以4種波長與強效冷卻降低疼痛，促進脂肪收縮・強化支持韌帶・膠原蛋白重塑。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ACABAC7-5937-B4B4-1562-0C18CCD74C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4621" y="11357325"/>
            <a:ext cx="1663707" cy="232919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1399-DF42-6566-3D95-FB0DD587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LIFTING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拉提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打造最適合您的抗老規劃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7F30518A-240A-4E4B-F33A-69A24FA2055F}"/>
              </a:ext>
            </a:extLst>
          </p:cNvPr>
          <p:cNvGrpSpPr/>
          <p:nvPr/>
        </p:nvGrpSpPr>
        <p:grpSpPr>
          <a:xfrm>
            <a:off x="930580" y="2501630"/>
            <a:ext cx="8316077" cy="728123"/>
            <a:chOff x="930580" y="2720019"/>
            <a:chExt cx="8316077" cy="728123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8DA01E9F-A1B4-868E-FBDF-592F835229C2}"/>
                </a:ext>
              </a:extLst>
            </p:cNvPr>
            <p:cNvSpPr txBox="1"/>
            <p:nvPr/>
          </p:nvSpPr>
          <p:spPr>
            <a:xfrm>
              <a:off x="930580" y="2720019"/>
              <a:ext cx="133882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索夫波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53" name="그룹 252">
              <a:extLst>
                <a:ext uri="{FF2B5EF4-FFF2-40B4-BE49-F238E27FC236}">
                  <a16:creationId xmlns:a16="http://schemas.microsoft.com/office/drawing/2014/main" id="{4FFEE9A2-8173-98CE-F30F-0890B8A22E08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401368"/>
              <a:chOff x="1041515" y="3046774"/>
              <a:chExt cx="8205142" cy="401368"/>
            </a:xfrm>
          </p:grpSpPr>
          <p:sp>
            <p:nvSpPr>
              <p:cNvPr id="254" name="Shape 7">
                <a:extLst>
                  <a:ext uri="{FF2B5EF4-FFF2-40B4-BE49-F238E27FC236}">
                    <a16:creationId xmlns:a16="http://schemas.microsoft.com/office/drawing/2014/main" id="{EDF12578-D341-D8EB-43DD-F6BCDBA41D68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5" name="Shape 7">
                <a:extLst>
                  <a:ext uri="{FF2B5EF4-FFF2-40B4-BE49-F238E27FC236}">
                    <a16:creationId xmlns:a16="http://schemas.microsoft.com/office/drawing/2014/main" id="{64127FB2-31D8-1A56-FE3F-A142E6D63B7F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56" name="Text 11">
              <a:extLst>
                <a:ext uri="{FF2B5EF4-FFF2-40B4-BE49-F238E27FC236}">
                  <a16:creationId xmlns:a16="http://schemas.microsoft.com/office/drawing/2014/main" id="{A3E3B819-E0D2-5245-F783-B7C3665FF436}"/>
                </a:ext>
              </a:extLst>
            </p:cNvPr>
            <p:cNvSpPr/>
            <p:nvPr/>
          </p:nvSpPr>
          <p:spPr>
            <a:xfrm>
              <a:off x="1044691" y="3057439"/>
              <a:ext cx="453314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索夫波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57" name="Text 15">
              <a:extLst>
                <a:ext uri="{FF2B5EF4-FFF2-40B4-BE49-F238E27FC236}">
                  <a16:creationId xmlns:a16="http://schemas.microsoft.com/office/drawing/2014/main" id="{BE58BB34-C113-C828-EA10-A41183697BC1}"/>
                </a:ext>
              </a:extLst>
            </p:cNvPr>
            <p:cNvSpPr/>
            <p:nvPr/>
          </p:nvSpPr>
          <p:spPr>
            <a:xfrm>
              <a:off x="7710092" y="3137457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300發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2,700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58" name="Text 15">
              <a:extLst>
                <a:ext uri="{FF2B5EF4-FFF2-40B4-BE49-F238E27FC236}">
                  <a16:creationId xmlns:a16="http://schemas.microsoft.com/office/drawing/2014/main" id="{73630F27-E2BD-8DFD-C0C9-ACE453AB800B}"/>
                </a:ext>
              </a:extLst>
            </p:cNvPr>
            <p:cNvSpPr/>
            <p:nvPr/>
          </p:nvSpPr>
          <p:spPr>
            <a:xfrm>
              <a:off x="6093991" y="3137457"/>
              <a:ext cx="146100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200發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1,90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9" name="Text 15">
              <a:extLst>
                <a:ext uri="{FF2B5EF4-FFF2-40B4-BE49-F238E27FC236}">
                  <a16:creationId xmlns:a16="http://schemas.microsoft.com/office/drawing/2014/main" id="{3D61D61B-03BF-968A-C93D-FA9DA0B54934}"/>
                </a:ext>
              </a:extLst>
            </p:cNvPr>
            <p:cNvSpPr/>
            <p:nvPr/>
          </p:nvSpPr>
          <p:spPr>
            <a:xfrm>
              <a:off x="4504955" y="3137457"/>
              <a:ext cx="146100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100發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08" name="그룹 407">
            <a:extLst>
              <a:ext uri="{FF2B5EF4-FFF2-40B4-BE49-F238E27FC236}">
                <a16:creationId xmlns:a16="http://schemas.microsoft.com/office/drawing/2014/main" id="{A467D01C-825D-BAD5-AFAB-97DB09A3968C}"/>
              </a:ext>
            </a:extLst>
          </p:cNvPr>
          <p:cNvGrpSpPr/>
          <p:nvPr/>
        </p:nvGrpSpPr>
        <p:grpSpPr>
          <a:xfrm>
            <a:off x="930580" y="3413169"/>
            <a:ext cx="8316077" cy="1119552"/>
            <a:chOff x="930580" y="3713153"/>
            <a:chExt cx="8316077" cy="1119552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24350834-563E-C035-AAEF-20E033954618}"/>
                </a:ext>
              </a:extLst>
            </p:cNvPr>
            <p:cNvSpPr txBox="1"/>
            <p:nvPr/>
          </p:nvSpPr>
          <p:spPr>
            <a:xfrm>
              <a:off x="930580" y="3713153"/>
              <a:ext cx="186301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美版音波二代</a:t>
              </a:r>
            </a:p>
          </p:txBody>
        </p: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6AE10D28-24E2-FDB8-3D7A-4114A8F0213C}"/>
                </a:ext>
              </a:extLst>
            </p:cNvPr>
            <p:cNvGrpSpPr/>
            <p:nvPr/>
          </p:nvGrpSpPr>
          <p:grpSpPr>
            <a:xfrm>
              <a:off x="1041515" y="4044493"/>
              <a:ext cx="8205142" cy="788212"/>
              <a:chOff x="1041515" y="4036831"/>
              <a:chExt cx="8205142" cy="788212"/>
            </a:xfrm>
          </p:grpSpPr>
          <p:sp>
            <p:nvSpPr>
              <p:cNvPr id="265" name="Shape 7">
                <a:extLst>
                  <a:ext uri="{FF2B5EF4-FFF2-40B4-BE49-F238E27FC236}">
                    <a16:creationId xmlns:a16="http://schemas.microsoft.com/office/drawing/2014/main" id="{8199D808-51C2-4368-42F9-92B59CAE7C74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66" name="Shape 7">
                <a:extLst>
                  <a:ext uri="{FF2B5EF4-FFF2-40B4-BE49-F238E27FC236}">
                    <a16:creationId xmlns:a16="http://schemas.microsoft.com/office/drawing/2014/main" id="{636D7534-B71B-67F9-0C02-FDE67BD40551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7" name="Shape 7">
                <a:extLst>
                  <a:ext uri="{FF2B5EF4-FFF2-40B4-BE49-F238E27FC236}">
                    <a16:creationId xmlns:a16="http://schemas.microsoft.com/office/drawing/2014/main" id="{93F11E70-9E67-DBDF-871B-31CAE9B6B618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68" name="Text 11">
              <a:extLst>
                <a:ext uri="{FF2B5EF4-FFF2-40B4-BE49-F238E27FC236}">
                  <a16:creationId xmlns:a16="http://schemas.microsoft.com/office/drawing/2014/main" id="{22F0A32A-8D4B-AEEB-E454-591DA5121A05}"/>
                </a:ext>
              </a:extLst>
            </p:cNvPr>
            <p:cNvSpPr/>
            <p:nvPr/>
          </p:nvSpPr>
          <p:spPr>
            <a:xfrm>
              <a:off x="1044691" y="405515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美版音波二代</a:t>
              </a:r>
            </a:p>
          </p:txBody>
        </p:sp>
        <p:sp>
          <p:nvSpPr>
            <p:cNvPr id="269" name="Text 15">
              <a:extLst>
                <a:ext uri="{FF2B5EF4-FFF2-40B4-BE49-F238E27FC236}">
                  <a16:creationId xmlns:a16="http://schemas.microsoft.com/office/drawing/2014/main" id="{E1F9666A-A929-08C7-CB00-B24D0A54DD74}"/>
                </a:ext>
              </a:extLst>
            </p:cNvPr>
            <p:cNvSpPr/>
            <p:nvPr/>
          </p:nvSpPr>
          <p:spPr>
            <a:xfrm>
              <a:off x="7710092" y="4135176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900發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3,40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EAE95153-2FB6-F2B4-1E9B-FD67914E0434}"/>
                </a:ext>
              </a:extLst>
            </p:cNvPr>
            <p:cNvSpPr/>
            <p:nvPr/>
          </p:nvSpPr>
          <p:spPr>
            <a:xfrm>
              <a:off x="6035130" y="4135176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600發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1" name="Text 15">
              <a:extLst>
                <a:ext uri="{FF2B5EF4-FFF2-40B4-BE49-F238E27FC236}">
                  <a16:creationId xmlns:a16="http://schemas.microsoft.com/office/drawing/2014/main" id="{60B13E2C-F7E4-1F5E-ABEA-CA09A6826889}"/>
                </a:ext>
              </a:extLst>
            </p:cNvPr>
            <p:cNvSpPr/>
            <p:nvPr/>
          </p:nvSpPr>
          <p:spPr>
            <a:xfrm>
              <a:off x="4504955" y="4135176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300發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2" name="Text 11">
              <a:extLst>
                <a:ext uri="{FF2B5EF4-FFF2-40B4-BE49-F238E27FC236}">
                  <a16:creationId xmlns:a16="http://schemas.microsoft.com/office/drawing/2014/main" id="{987F0E45-8658-49AA-7DB5-FA67CE0B83E6}"/>
                </a:ext>
              </a:extLst>
            </p:cNvPr>
            <p:cNvSpPr/>
            <p:nvPr/>
          </p:nvSpPr>
          <p:spPr>
            <a:xfrm>
              <a:off x="1044691" y="444281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加購 100發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不可單獨</a:t>
              </a:r>
            </a:p>
          </p:txBody>
        </p:sp>
        <p:sp>
          <p:nvSpPr>
            <p:cNvPr id="273" name="Text 15">
              <a:extLst>
                <a:ext uri="{FF2B5EF4-FFF2-40B4-BE49-F238E27FC236}">
                  <a16:creationId xmlns:a16="http://schemas.microsoft.com/office/drawing/2014/main" id="{AD2FD1F0-FC71-2D70-5066-54102EF9BCAD}"/>
                </a:ext>
              </a:extLst>
            </p:cNvPr>
            <p:cNvSpPr/>
            <p:nvPr/>
          </p:nvSpPr>
          <p:spPr>
            <a:xfrm>
              <a:off x="8468632" y="4522828"/>
              <a:ext cx="7780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</a:p>
          </p:txBody>
        </p: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8E9A3294-6ADC-57A2-27C4-E7E8914AE877}"/>
              </a:ext>
            </a:extLst>
          </p:cNvPr>
          <p:cNvGrpSpPr/>
          <p:nvPr/>
        </p:nvGrpSpPr>
        <p:grpSpPr>
          <a:xfrm>
            <a:off x="930580" y="4639850"/>
            <a:ext cx="8316077" cy="1119552"/>
            <a:chOff x="930580" y="5104573"/>
            <a:chExt cx="8316077" cy="1119552"/>
          </a:xfrm>
        </p:grpSpPr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B0FA39E2-A5D7-7FA7-A224-5F19B50018C4}"/>
                </a:ext>
              </a:extLst>
            </p:cNvPr>
            <p:cNvSpPr txBox="1"/>
            <p:nvPr/>
          </p:nvSpPr>
          <p:spPr>
            <a:xfrm>
              <a:off x="930580" y="5104573"/>
              <a:ext cx="166157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鳳凰電波 FLX</a:t>
              </a:r>
            </a:p>
          </p:txBody>
        </p:sp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15FB02C6-4F0E-580E-B3AE-D8BBF2590143}"/>
                </a:ext>
              </a:extLst>
            </p:cNvPr>
            <p:cNvGrpSpPr/>
            <p:nvPr/>
          </p:nvGrpSpPr>
          <p:grpSpPr>
            <a:xfrm>
              <a:off x="1041515" y="5435913"/>
              <a:ext cx="8205142" cy="788212"/>
              <a:chOff x="1041515" y="4036831"/>
              <a:chExt cx="8205142" cy="788212"/>
            </a:xfrm>
          </p:grpSpPr>
          <p:sp>
            <p:nvSpPr>
              <p:cNvPr id="281" name="Shape 7">
                <a:extLst>
                  <a:ext uri="{FF2B5EF4-FFF2-40B4-BE49-F238E27FC236}">
                    <a16:creationId xmlns:a16="http://schemas.microsoft.com/office/drawing/2014/main" id="{A538C9DC-57F0-E5CA-6B74-C78D8EEDBFE7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82" name="Shape 7">
                <a:extLst>
                  <a:ext uri="{FF2B5EF4-FFF2-40B4-BE49-F238E27FC236}">
                    <a16:creationId xmlns:a16="http://schemas.microsoft.com/office/drawing/2014/main" id="{E3F6206E-C4B4-433B-8D68-4E1AABEE25A2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83" name="Shape 7">
                <a:extLst>
                  <a:ext uri="{FF2B5EF4-FFF2-40B4-BE49-F238E27FC236}">
                    <a16:creationId xmlns:a16="http://schemas.microsoft.com/office/drawing/2014/main" id="{13CF50CC-2B89-A6F9-9A74-9CD0319881A5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84" name="Text 11">
              <a:extLst>
                <a:ext uri="{FF2B5EF4-FFF2-40B4-BE49-F238E27FC236}">
                  <a16:creationId xmlns:a16="http://schemas.microsoft.com/office/drawing/2014/main" id="{506F17A7-39A0-EC47-8D6E-E6D1B54C6CFD}"/>
                </a:ext>
              </a:extLst>
            </p:cNvPr>
            <p:cNvSpPr/>
            <p:nvPr/>
          </p:nvSpPr>
          <p:spPr>
            <a:xfrm>
              <a:off x="1044691" y="544657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眼部鳳凰電波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85" name="Text 15">
              <a:extLst>
                <a:ext uri="{FF2B5EF4-FFF2-40B4-BE49-F238E27FC236}">
                  <a16:creationId xmlns:a16="http://schemas.microsoft.com/office/drawing/2014/main" id="{6102AD7D-B35E-776B-09C5-9EA150FAEA46}"/>
                </a:ext>
              </a:extLst>
            </p:cNvPr>
            <p:cNvSpPr/>
            <p:nvPr/>
          </p:nvSpPr>
          <p:spPr>
            <a:xfrm>
              <a:off x="7710092" y="5526596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450發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86" name="Text 15">
              <a:extLst>
                <a:ext uri="{FF2B5EF4-FFF2-40B4-BE49-F238E27FC236}">
                  <a16:creationId xmlns:a16="http://schemas.microsoft.com/office/drawing/2014/main" id="{1549756E-3097-9816-12C2-EFBC3B1F9ECE}"/>
                </a:ext>
              </a:extLst>
            </p:cNvPr>
            <p:cNvSpPr/>
            <p:nvPr/>
          </p:nvSpPr>
          <p:spPr>
            <a:xfrm>
              <a:off x="6002269" y="5526596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225發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88" name="Text 11">
              <a:extLst>
                <a:ext uri="{FF2B5EF4-FFF2-40B4-BE49-F238E27FC236}">
                  <a16:creationId xmlns:a16="http://schemas.microsoft.com/office/drawing/2014/main" id="{B3FD0BF4-E160-2BB4-6843-A04EF4B04B59}"/>
                </a:ext>
              </a:extLst>
            </p:cNvPr>
            <p:cNvSpPr/>
            <p:nvPr/>
          </p:nvSpPr>
          <p:spPr>
            <a:xfrm>
              <a:off x="1044691" y="583423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鳳凰電波 FLX</a:t>
              </a:r>
            </a:p>
          </p:txBody>
        </p:sp>
        <p:sp>
          <p:nvSpPr>
            <p:cNvPr id="289" name="Text 15">
              <a:extLst>
                <a:ext uri="{FF2B5EF4-FFF2-40B4-BE49-F238E27FC236}">
                  <a16:creationId xmlns:a16="http://schemas.microsoft.com/office/drawing/2014/main" id="{A0374023-2519-70DE-75BC-CAE3DD21D0F5}"/>
                </a:ext>
              </a:extLst>
            </p:cNvPr>
            <p:cNvSpPr/>
            <p:nvPr/>
          </p:nvSpPr>
          <p:spPr>
            <a:xfrm>
              <a:off x="7710092" y="5914248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900發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3,000,000</a:t>
              </a:r>
            </a:p>
          </p:txBody>
        </p:sp>
        <p:sp>
          <p:nvSpPr>
            <p:cNvPr id="291" name="Text 15">
              <a:extLst>
                <a:ext uri="{FF2B5EF4-FFF2-40B4-BE49-F238E27FC236}">
                  <a16:creationId xmlns:a16="http://schemas.microsoft.com/office/drawing/2014/main" id="{6428E6C1-54BC-80DF-C60E-110526729531}"/>
                </a:ext>
              </a:extLst>
            </p:cNvPr>
            <p:cNvSpPr/>
            <p:nvPr/>
          </p:nvSpPr>
          <p:spPr>
            <a:xfrm>
              <a:off x="6033527" y="5914248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600發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92" name="Text 15">
              <a:extLst>
                <a:ext uri="{FF2B5EF4-FFF2-40B4-BE49-F238E27FC236}">
                  <a16:creationId xmlns:a16="http://schemas.microsoft.com/office/drawing/2014/main" id="{728EA739-4971-C4B7-3EB6-E61ED4A18C18}"/>
                </a:ext>
              </a:extLst>
            </p:cNvPr>
            <p:cNvSpPr/>
            <p:nvPr/>
          </p:nvSpPr>
          <p:spPr>
            <a:xfrm>
              <a:off x="4504955" y="5914248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300發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0" name="그룹 409">
            <a:extLst>
              <a:ext uri="{FF2B5EF4-FFF2-40B4-BE49-F238E27FC236}">
                <a16:creationId xmlns:a16="http://schemas.microsoft.com/office/drawing/2014/main" id="{E2294037-9E72-9212-D5F6-E3371305EA36}"/>
              </a:ext>
            </a:extLst>
          </p:cNvPr>
          <p:cNvGrpSpPr/>
          <p:nvPr/>
        </p:nvGrpSpPr>
        <p:grpSpPr>
          <a:xfrm>
            <a:off x="930580" y="7228976"/>
            <a:ext cx="8316077" cy="1119552"/>
            <a:chOff x="930580" y="6495674"/>
            <a:chExt cx="8316077" cy="1119552"/>
          </a:xfrm>
        </p:grpSpPr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91AA99A9-A620-BB28-8A2B-A4F03F4FECFE}"/>
                </a:ext>
              </a:extLst>
            </p:cNvPr>
            <p:cNvSpPr txBox="1"/>
            <p:nvPr/>
          </p:nvSpPr>
          <p:spPr>
            <a:xfrm>
              <a:off x="930580" y="6495674"/>
              <a:ext cx="91373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鈦提升</a:t>
              </a:r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99042B02-6DA4-17EC-E699-10F7C3B46936}"/>
                </a:ext>
              </a:extLst>
            </p:cNvPr>
            <p:cNvGrpSpPr/>
            <p:nvPr/>
          </p:nvGrpSpPr>
          <p:grpSpPr>
            <a:xfrm>
              <a:off x="1041515" y="6827014"/>
              <a:ext cx="8205142" cy="788212"/>
              <a:chOff x="1041515" y="4036831"/>
              <a:chExt cx="8205142" cy="788212"/>
            </a:xfrm>
          </p:grpSpPr>
          <p:sp>
            <p:nvSpPr>
              <p:cNvPr id="296" name="Shape 7">
                <a:extLst>
                  <a:ext uri="{FF2B5EF4-FFF2-40B4-BE49-F238E27FC236}">
                    <a16:creationId xmlns:a16="http://schemas.microsoft.com/office/drawing/2014/main" id="{2758B90A-45AB-6EF8-1F59-F1AA7B28656F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97" name="Shape 7">
                <a:extLst>
                  <a:ext uri="{FF2B5EF4-FFF2-40B4-BE49-F238E27FC236}">
                    <a16:creationId xmlns:a16="http://schemas.microsoft.com/office/drawing/2014/main" id="{A1750EB6-A679-8FB3-9059-8CEEDBE8F48C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98" name="Shape 7">
                <a:extLst>
                  <a:ext uri="{FF2B5EF4-FFF2-40B4-BE49-F238E27FC236}">
                    <a16:creationId xmlns:a16="http://schemas.microsoft.com/office/drawing/2014/main" id="{1F992ED4-B7E3-50F8-3731-EBBD9AD57FC3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99" name="Text 11">
              <a:extLst>
                <a:ext uri="{FF2B5EF4-FFF2-40B4-BE49-F238E27FC236}">
                  <a16:creationId xmlns:a16="http://schemas.microsoft.com/office/drawing/2014/main" id="{945F4294-0BA8-67E1-763E-D2DC57DA56F1}"/>
                </a:ext>
              </a:extLst>
            </p:cNvPr>
            <p:cNvSpPr/>
            <p:nvPr/>
          </p:nvSpPr>
          <p:spPr>
            <a:xfrm>
              <a:off x="1044691" y="6837679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鈦提升</a:t>
              </a:r>
            </a:p>
          </p:txBody>
        </p:sp>
        <p:sp>
          <p:nvSpPr>
            <p:cNvPr id="300" name="Text 15">
              <a:extLst>
                <a:ext uri="{FF2B5EF4-FFF2-40B4-BE49-F238E27FC236}">
                  <a16:creationId xmlns:a16="http://schemas.microsoft.com/office/drawing/2014/main" id="{43C46973-9356-626A-924C-1AEF8EBE5042}"/>
                </a:ext>
              </a:extLst>
            </p:cNvPr>
            <p:cNvSpPr/>
            <p:nvPr/>
          </p:nvSpPr>
          <p:spPr>
            <a:xfrm>
              <a:off x="7902771" y="6917697"/>
              <a:ext cx="1343885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01" name="Text 15">
              <a:extLst>
                <a:ext uri="{FF2B5EF4-FFF2-40B4-BE49-F238E27FC236}">
                  <a16:creationId xmlns:a16="http://schemas.microsoft.com/office/drawing/2014/main" id="{C7DF73BB-CB5B-3FFA-D037-8F53271A5460}"/>
                </a:ext>
              </a:extLst>
            </p:cNvPr>
            <p:cNvSpPr/>
            <p:nvPr/>
          </p:nvSpPr>
          <p:spPr>
            <a:xfrm>
              <a:off x="6223704" y="6917697"/>
              <a:ext cx="106760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02" name="Text 11">
              <a:extLst>
                <a:ext uri="{FF2B5EF4-FFF2-40B4-BE49-F238E27FC236}">
                  <a16:creationId xmlns:a16="http://schemas.microsoft.com/office/drawing/2014/main" id="{27CDD484-7781-65BB-B590-E42DE45205D4}"/>
                </a:ext>
              </a:extLst>
            </p:cNvPr>
            <p:cNvSpPr/>
            <p:nvPr/>
          </p:nvSpPr>
          <p:spPr>
            <a:xfrm>
              <a:off x="1044691" y="7225331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加購 10KJ  </a:t>
              </a:r>
              <a:r>
                <a:rPr lang="zh-TW" sz="1000" dirty="0">
                  <a:solidFill>
                    <a:srgbClr val="6E6E6E"/>
                  </a:solidFill>
                  <a:latin typeface="Noto Sans TC Medium"/>
                  <a:ea typeface="Noto Sans TC Medium"/>
                  <a:cs typeface="Arial" pitchFamily="34" charset="-120"/>
                </a:rPr>
                <a:t>不可單獨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03" name="Text 15">
              <a:extLst>
                <a:ext uri="{FF2B5EF4-FFF2-40B4-BE49-F238E27FC236}">
                  <a16:creationId xmlns:a16="http://schemas.microsoft.com/office/drawing/2014/main" id="{A4A29E3D-7E1F-50D5-E6D1-53107D2108CC}"/>
                </a:ext>
              </a:extLst>
            </p:cNvPr>
            <p:cNvSpPr/>
            <p:nvPr/>
          </p:nvSpPr>
          <p:spPr>
            <a:xfrm>
              <a:off x="8468632" y="7305349"/>
              <a:ext cx="7780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307" name="Text 15">
              <a:extLst>
                <a:ext uri="{FF2B5EF4-FFF2-40B4-BE49-F238E27FC236}">
                  <a16:creationId xmlns:a16="http://schemas.microsoft.com/office/drawing/2014/main" id="{055F6127-C3CC-645E-CB66-6C0D66E25FD6}"/>
                </a:ext>
              </a:extLst>
            </p:cNvPr>
            <p:cNvSpPr/>
            <p:nvPr/>
          </p:nvSpPr>
          <p:spPr>
            <a:xfrm>
              <a:off x="4546240" y="6917697"/>
              <a:ext cx="106599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1" name="그룹 410">
            <a:extLst>
              <a:ext uri="{FF2B5EF4-FFF2-40B4-BE49-F238E27FC236}">
                <a16:creationId xmlns:a16="http://schemas.microsoft.com/office/drawing/2014/main" id="{DA8911E5-5552-5EA1-92A6-3E367443352A}"/>
              </a:ext>
            </a:extLst>
          </p:cNvPr>
          <p:cNvGrpSpPr/>
          <p:nvPr/>
        </p:nvGrpSpPr>
        <p:grpSpPr>
          <a:xfrm>
            <a:off x="930580" y="8530968"/>
            <a:ext cx="8316077" cy="1988959"/>
            <a:chOff x="930580" y="7888167"/>
            <a:chExt cx="8316077" cy="1988959"/>
          </a:xfrm>
        </p:grpSpPr>
        <p:sp>
          <p:nvSpPr>
            <p:cNvPr id="357" name="Shape 7">
              <a:extLst>
                <a:ext uri="{FF2B5EF4-FFF2-40B4-BE49-F238E27FC236}">
                  <a16:creationId xmlns:a16="http://schemas.microsoft.com/office/drawing/2014/main" id="{E607798E-B0E9-8267-6480-2620851711F5}"/>
                </a:ext>
              </a:extLst>
            </p:cNvPr>
            <p:cNvSpPr/>
            <p:nvPr/>
          </p:nvSpPr>
          <p:spPr>
            <a:xfrm>
              <a:off x="1041515" y="821574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8" name="Shape 7">
              <a:extLst>
                <a:ext uri="{FF2B5EF4-FFF2-40B4-BE49-F238E27FC236}">
                  <a16:creationId xmlns:a16="http://schemas.microsoft.com/office/drawing/2014/main" id="{8E939770-BA6D-024F-CE6A-038DDD4D8C10}"/>
                </a:ext>
              </a:extLst>
            </p:cNvPr>
            <p:cNvSpPr/>
            <p:nvPr/>
          </p:nvSpPr>
          <p:spPr>
            <a:xfrm>
              <a:off x="1041515" y="884618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9" name="Text 11">
              <a:extLst>
                <a:ext uri="{FF2B5EF4-FFF2-40B4-BE49-F238E27FC236}">
                  <a16:creationId xmlns:a16="http://schemas.microsoft.com/office/drawing/2014/main" id="{09F0A2BC-67C2-41E8-F3B1-5C29C2C1C454}"/>
                </a:ext>
              </a:extLst>
            </p:cNvPr>
            <p:cNvSpPr/>
            <p:nvPr/>
          </p:nvSpPr>
          <p:spPr>
            <a:xfrm>
              <a:off x="1044692" y="8226034"/>
              <a:ext cx="2801771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Onda 臉部</a:t>
              </a:r>
            </a:p>
          </p:txBody>
        </p:sp>
        <p:sp>
          <p:nvSpPr>
            <p:cNvPr id="361" name="Text 15">
              <a:extLst>
                <a:ext uri="{FF2B5EF4-FFF2-40B4-BE49-F238E27FC236}">
                  <a16:creationId xmlns:a16="http://schemas.microsoft.com/office/drawing/2014/main" id="{16297137-69C1-8D96-3646-A624F5B89804}"/>
                </a:ext>
              </a:extLst>
            </p:cNvPr>
            <p:cNvSpPr/>
            <p:nvPr/>
          </p:nvSpPr>
          <p:spPr>
            <a:xfrm>
              <a:off x="6848524" y="8320666"/>
              <a:ext cx="2398132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80KJ 雙下巴 + 下半臉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100KJ 全臉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62" name="Text 15">
              <a:extLst>
                <a:ext uri="{FF2B5EF4-FFF2-40B4-BE49-F238E27FC236}">
                  <a16:creationId xmlns:a16="http://schemas.microsoft.com/office/drawing/2014/main" id="{67D9AF22-C1BD-A055-F45B-2E79AB7CEBB4}"/>
                </a:ext>
              </a:extLst>
            </p:cNvPr>
            <p:cNvSpPr/>
            <p:nvPr/>
          </p:nvSpPr>
          <p:spPr>
            <a:xfrm>
              <a:off x="4546240" y="8428387"/>
              <a:ext cx="170205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50KJ 雙下巴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CC1D7ABF-4E5F-FDAA-4C9D-6E39E29DE00F}"/>
                </a:ext>
              </a:extLst>
            </p:cNvPr>
            <p:cNvSpPr txBox="1"/>
            <p:nvPr/>
          </p:nvSpPr>
          <p:spPr>
            <a:xfrm>
              <a:off x="930580" y="7888167"/>
              <a:ext cx="71071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Onda</a:t>
              </a:r>
            </a:p>
          </p:txBody>
        </p:sp>
        <p:sp>
          <p:nvSpPr>
            <p:cNvPr id="313" name="Shape 7">
              <a:extLst>
                <a:ext uri="{FF2B5EF4-FFF2-40B4-BE49-F238E27FC236}">
                  <a16:creationId xmlns:a16="http://schemas.microsoft.com/office/drawing/2014/main" id="{BA4C4492-A536-70F5-CA03-C0EDBCDDBE45}"/>
                </a:ext>
              </a:extLst>
            </p:cNvPr>
            <p:cNvSpPr/>
            <p:nvPr/>
          </p:nvSpPr>
          <p:spPr>
            <a:xfrm>
              <a:off x="1041515" y="8214922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317" name="Text 11">
              <a:extLst>
                <a:ext uri="{FF2B5EF4-FFF2-40B4-BE49-F238E27FC236}">
                  <a16:creationId xmlns:a16="http://schemas.microsoft.com/office/drawing/2014/main" id="{ED501A07-CBFF-3612-559B-BB987ADFEA7D}"/>
                </a:ext>
              </a:extLst>
            </p:cNvPr>
            <p:cNvSpPr/>
            <p:nvPr/>
          </p:nvSpPr>
          <p:spPr>
            <a:xfrm>
              <a:off x="1044691" y="8854658"/>
              <a:ext cx="2877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Onda 臉部 加購 10KJ  </a:t>
              </a:r>
              <a:r>
                <a:rPr lang="zh-TW" sz="1000" dirty="0">
                  <a:solidFill>
                    <a:srgbClr val="6E6E6E"/>
                  </a:solidFill>
                  <a:latin typeface="Noto Sans TC Medium"/>
                  <a:ea typeface="Noto Sans TC Medium"/>
                  <a:cs typeface="Arial" pitchFamily="34" charset="-120"/>
                </a:rPr>
                <a:t>不可單獨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1" name="Text 15">
              <a:extLst>
                <a:ext uri="{FF2B5EF4-FFF2-40B4-BE49-F238E27FC236}">
                  <a16:creationId xmlns:a16="http://schemas.microsoft.com/office/drawing/2014/main" id="{64F32DE2-E293-5533-860B-832219910D95}"/>
                </a:ext>
              </a:extLst>
            </p:cNvPr>
            <p:cNvSpPr/>
            <p:nvPr/>
          </p:nvSpPr>
          <p:spPr>
            <a:xfrm>
              <a:off x="8304506" y="8934676"/>
              <a:ext cx="942150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314" name="Shape 7">
              <a:extLst>
                <a:ext uri="{FF2B5EF4-FFF2-40B4-BE49-F238E27FC236}">
                  <a16:creationId xmlns:a16="http://schemas.microsoft.com/office/drawing/2014/main" id="{28E8B48E-0F4C-E20A-7E9A-1145292DC5E0}"/>
                </a:ext>
              </a:extLst>
            </p:cNvPr>
            <p:cNvSpPr/>
            <p:nvPr/>
          </p:nvSpPr>
          <p:spPr>
            <a:xfrm>
              <a:off x="1041515" y="923308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3" name="Shape 7">
              <a:extLst>
                <a:ext uri="{FF2B5EF4-FFF2-40B4-BE49-F238E27FC236}">
                  <a16:creationId xmlns:a16="http://schemas.microsoft.com/office/drawing/2014/main" id="{6B3829C8-8FF7-CD37-96C8-2A7650762AAC}"/>
                </a:ext>
              </a:extLst>
            </p:cNvPr>
            <p:cNvSpPr/>
            <p:nvPr/>
          </p:nvSpPr>
          <p:spPr>
            <a:xfrm>
              <a:off x="1041515" y="9863519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48" name="Text 11">
              <a:extLst>
                <a:ext uri="{FF2B5EF4-FFF2-40B4-BE49-F238E27FC236}">
                  <a16:creationId xmlns:a16="http://schemas.microsoft.com/office/drawing/2014/main" id="{5345A837-E11D-B09C-06EC-DA62CF556951}"/>
                </a:ext>
              </a:extLst>
            </p:cNvPr>
            <p:cNvSpPr/>
            <p:nvPr/>
          </p:nvSpPr>
          <p:spPr>
            <a:xfrm>
              <a:off x="1044692" y="9243367"/>
              <a:ext cx="341300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Onda 身體</a:t>
              </a:r>
            </a:p>
          </p:txBody>
        </p:sp>
        <p:sp>
          <p:nvSpPr>
            <p:cNvPr id="350" name="Text 15">
              <a:extLst>
                <a:ext uri="{FF2B5EF4-FFF2-40B4-BE49-F238E27FC236}">
                  <a16:creationId xmlns:a16="http://schemas.microsoft.com/office/drawing/2014/main" id="{42EAB791-C49E-183A-5997-17FD7FF60BCC}"/>
                </a:ext>
              </a:extLst>
            </p:cNvPr>
            <p:cNvSpPr/>
            <p:nvPr/>
          </p:nvSpPr>
          <p:spPr>
            <a:xfrm>
              <a:off x="7666404" y="9337999"/>
              <a:ext cx="1580252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300KJ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500KJ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3,000,000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51" name="Text 15">
              <a:extLst>
                <a:ext uri="{FF2B5EF4-FFF2-40B4-BE49-F238E27FC236}">
                  <a16:creationId xmlns:a16="http://schemas.microsoft.com/office/drawing/2014/main" id="{5835B752-ED29-607C-A954-0339FF3E3952}"/>
                </a:ext>
              </a:extLst>
            </p:cNvPr>
            <p:cNvSpPr/>
            <p:nvPr/>
          </p:nvSpPr>
          <p:spPr>
            <a:xfrm>
              <a:off x="4504955" y="9337999"/>
              <a:ext cx="1495806" cy="430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100KJ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900,000</a:t>
              </a:r>
            </a:p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200KJ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</p:grp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8348CF45-8DEC-984C-8DF9-ACCAB7A2BBFA}"/>
              </a:ext>
            </a:extLst>
          </p:cNvPr>
          <p:cNvGrpSpPr/>
          <p:nvPr/>
        </p:nvGrpSpPr>
        <p:grpSpPr>
          <a:xfrm>
            <a:off x="930580" y="10658636"/>
            <a:ext cx="8316077" cy="1496252"/>
            <a:chOff x="930580" y="10148941"/>
            <a:chExt cx="8316077" cy="1496252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1043C129-D908-BF2D-37A2-A9E958BB3D0B}"/>
                </a:ext>
              </a:extLst>
            </p:cNvPr>
            <p:cNvSpPr txBox="1"/>
            <p:nvPr/>
          </p:nvSpPr>
          <p:spPr>
            <a:xfrm>
              <a:off x="930580" y="10148941"/>
              <a:ext cx="186301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海芙音波媚必提</a:t>
              </a:r>
            </a:p>
          </p:txBody>
        </p:sp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E893E0F1-61F4-0556-7EBD-D9CA138B3F2F}"/>
                </a:ext>
              </a:extLst>
            </p:cNvPr>
            <p:cNvGrpSpPr/>
            <p:nvPr/>
          </p:nvGrpSpPr>
          <p:grpSpPr>
            <a:xfrm>
              <a:off x="1041515" y="10475696"/>
              <a:ext cx="8205142" cy="1169497"/>
              <a:chOff x="1041515" y="5446644"/>
              <a:chExt cx="8205142" cy="1169497"/>
            </a:xfrm>
          </p:grpSpPr>
          <p:sp>
            <p:nvSpPr>
              <p:cNvPr id="365" name="Shape 7">
                <a:extLst>
                  <a:ext uri="{FF2B5EF4-FFF2-40B4-BE49-F238E27FC236}">
                    <a16:creationId xmlns:a16="http://schemas.microsoft.com/office/drawing/2014/main" id="{C60E4055-7ABC-D722-6498-F2E0CE4E7FD3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366" name="Shape 7">
                <a:extLst>
                  <a:ext uri="{FF2B5EF4-FFF2-40B4-BE49-F238E27FC236}">
                    <a16:creationId xmlns:a16="http://schemas.microsoft.com/office/drawing/2014/main" id="{3E795A9A-0C98-7946-B6FC-BD0FAEA59873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67" name="Shape 7">
                <a:extLst>
                  <a:ext uri="{FF2B5EF4-FFF2-40B4-BE49-F238E27FC236}">
                    <a16:creationId xmlns:a16="http://schemas.microsoft.com/office/drawing/2014/main" id="{B7BBBD70-C804-EF43-CB75-A1353799D8E7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368" name="Shape 7">
                <a:extLst>
                  <a:ext uri="{FF2B5EF4-FFF2-40B4-BE49-F238E27FC236}">
                    <a16:creationId xmlns:a16="http://schemas.microsoft.com/office/drawing/2014/main" id="{9C63C51D-7F39-17B3-E8EC-277D0151B0AA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69" name="Text 11">
              <a:extLst>
                <a:ext uri="{FF2B5EF4-FFF2-40B4-BE49-F238E27FC236}">
                  <a16:creationId xmlns:a16="http://schemas.microsoft.com/office/drawing/2014/main" id="{79CA8AE1-D78E-D17F-2DC5-3B58D1715766}"/>
                </a:ext>
              </a:extLst>
            </p:cNvPr>
            <p:cNvSpPr/>
            <p:nvPr/>
          </p:nvSpPr>
          <p:spPr>
            <a:xfrm>
              <a:off x="1044691" y="10477570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眼部海芙音波媚必提</a:t>
              </a:r>
            </a:p>
          </p:txBody>
        </p:sp>
        <p:sp>
          <p:nvSpPr>
            <p:cNvPr id="370" name="Text 11">
              <a:extLst>
                <a:ext uri="{FF2B5EF4-FFF2-40B4-BE49-F238E27FC236}">
                  <a16:creationId xmlns:a16="http://schemas.microsoft.com/office/drawing/2014/main" id="{71F1F69F-8715-6099-7443-ECEE5AFD17BF}"/>
                </a:ext>
              </a:extLst>
            </p:cNvPr>
            <p:cNvSpPr/>
            <p:nvPr/>
          </p:nvSpPr>
          <p:spPr>
            <a:xfrm>
              <a:off x="1044691" y="10870935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Derma 海芙音波媚必提</a:t>
              </a:r>
            </a:p>
          </p:txBody>
        </p:sp>
        <p:sp>
          <p:nvSpPr>
            <p:cNvPr id="371" name="Text 11">
              <a:extLst>
                <a:ext uri="{FF2B5EF4-FFF2-40B4-BE49-F238E27FC236}">
                  <a16:creationId xmlns:a16="http://schemas.microsoft.com/office/drawing/2014/main" id="{ED4DC2E3-9198-8441-3BAF-E0EF9C1595C0}"/>
                </a:ext>
              </a:extLst>
            </p:cNvPr>
            <p:cNvSpPr/>
            <p:nvPr/>
          </p:nvSpPr>
          <p:spPr>
            <a:xfrm>
              <a:off x="1044691" y="11253011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海芙音波媚必提</a:t>
              </a:r>
            </a:p>
          </p:txBody>
        </p:sp>
        <p:sp>
          <p:nvSpPr>
            <p:cNvPr id="372" name="Text 15">
              <a:extLst>
                <a:ext uri="{FF2B5EF4-FFF2-40B4-BE49-F238E27FC236}">
                  <a16:creationId xmlns:a16="http://schemas.microsoft.com/office/drawing/2014/main" id="{A67BE19D-D2C0-AF86-ABC6-26549C89A644}"/>
                </a:ext>
              </a:extLst>
            </p:cNvPr>
            <p:cNvSpPr/>
            <p:nvPr/>
          </p:nvSpPr>
          <p:spPr>
            <a:xfrm>
              <a:off x="7909228" y="10557588"/>
              <a:ext cx="133742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200發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75" name="Text 15">
              <a:extLst>
                <a:ext uri="{FF2B5EF4-FFF2-40B4-BE49-F238E27FC236}">
                  <a16:creationId xmlns:a16="http://schemas.microsoft.com/office/drawing/2014/main" id="{A60DEC72-B2A1-483C-5312-67C7015EA40D}"/>
                </a:ext>
              </a:extLst>
            </p:cNvPr>
            <p:cNvSpPr/>
            <p:nvPr/>
          </p:nvSpPr>
          <p:spPr>
            <a:xfrm>
              <a:off x="7909228" y="10950953"/>
              <a:ext cx="133742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300發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3" name="Text 15">
              <a:extLst>
                <a:ext uri="{FF2B5EF4-FFF2-40B4-BE49-F238E27FC236}">
                  <a16:creationId xmlns:a16="http://schemas.microsoft.com/office/drawing/2014/main" id="{F39FB48C-783C-CA52-6269-8AB45AEBA4D5}"/>
                </a:ext>
              </a:extLst>
            </p:cNvPr>
            <p:cNvSpPr/>
            <p:nvPr/>
          </p:nvSpPr>
          <p:spPr>
            <a:xfrm>
              <a:off x="7738540" y="11333029"/>
              <a:ext cx="150811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1,000發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4" name="Text 15">
              <a:extLst>
                <a:ext uri="{FF2B5EF4-FFF2-40B4-BE49-F238E27FC236}">
                  <a16:creationId xmlns:a16="http://schemas.microsoft.com/office/drawing/2014/main" id="{E36E31C5-D939-2FAE-3D44-5093E930C586}"/>
                </a:ext>
              </a:extLst>
            </p:cNvPr>
            <p:cNvSpPr/>
            <p:nvPr/>
          </p:nvSpPr>
          <p:spPr>
            <a:xfrm>
              <a:off x="6113240" y="11333029"/>
              <a:ext cx="126542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600發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5" name="Text 15">
              <a:extLst>
                <a:ext uri="{FF2B5EF4-FFF2-40B4-BE49-F238E27FC236}">
                  <a16:creationId xmlns:a16="http://schemas.microsoft.com/office/drawing/2014/main" id="{DDD4180B-7B18-16C1-BF83-4E7D3EDEF6BB}"/>
                </a:ext>
              </a:extLst>
            </p:cNvPr>
            <p:cNvSpPr/>
            <p:nvPr/>
          </p:nvSpPr>
          <p:spPr>
            <a:xfrm>
              <a:off x="4546240" y="11333029"/>
              <a:ext cx="126542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300發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3" name="그룹 412">
            <a:extLst>
              <a:ext uri="{FF2B5EF4-FFF2-40B4-BE49-F238E27FC236}">
                <a16:creationId xmlns:a16="http://schemas.microsoft.com/office/drawing/2014/main" id="{C78D49EA-9A80-6727-AE1B-F8D0D3A23047}"/>
              </a:ext>
            </a:extLst>
          </p:cNvPr>
          <p:cNvGrpSpPr/>
          <p:nvPr/>
        </p:nvGrpSpPr>
        <p:grpSpPr>
          <a:xfrm>
            <a:off x="930580" y="12305972"/>
            <a:ext cx="8316077" cy="972827"/>
            <a:chOff x="930580" y="11913715"/>
            <a:chExt cx="8316077" cy="972827"/>
          </a:xfrm>
        </p:grpSpPr>
        <p:sp>
          <p:nvSpPr>
            <p:cNvPr id="395" name="Shape 7">
              <a:extLst>
                <a:ext uri="{FF2B5EF4-FFF2-40B4-BE49-F238E27FC236}">
                  <a16:creationId xmlns:a16="http://schemas.microsoft.com/office/drawing/2014/main" id="{D19738FC-4470-3197-B634-5342ED715F6F}"/>
                </a:ext>
              </a:extLst>
            </p:cNvPr>
            <p:cNvSpPr/>
            <p:nvPr/>
          </p:nvSpPr>
          <p:spPr>
            <a:xfrm>
              <a:off x="1041515" y="122412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96" name="Shape 7">
              <a:extLst>
                <a:ext uri="{FF2B5EF4-FFF2-40B4-BE49-F238E27FC236}">
                  <a16:creationId xmlns:a16="http://schemas.microsoft.com/office/drawing/2014/main" id="{8720DE8C-EB3C-C8D4-C4B0-853A5D65E0B6}"/>
                </a:ext>
              </a:extLst>
            </p:cNvPr>
            <p:cNvSpPr/>
            <p:nvPr/>
          </p:nvSpPr>
          <p:spPr>
            <a:xfrm>
              <a:off x="1041515" y="1287173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97" name="Text 11">
              <a:extLst>
                <a:ext uri="{FF2B5EF4-FFF2-40B4-BE49-F238E27FC236}">
                  <a16:creationId xmlns:a16="http://schemas.microsoft.com/office/drawing/2014/main" id="{A13553AA-FAC2-CC50-099A-492A33329C59}"/>
                </a:ext>
              </a:extLst>
            </p:cNvPr>
            <p:cNvSpPr/>
            <p:nvPr/>
          </p:nvSpPr>
          <p:spPr>
            <a:xfrm>
              <a:off x="1044692" y="12251582"/>
              <a:ext cx="2801771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海芙電波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398" name="Text 15">
              <a:extLst>
                <a:ext uri="{FF2B5EF4-FFF2-40B4-BE49-F238E27FC236}">
                  <a16:creationId xmlns:a16="http://schemas.microsoft.com/office/drawing/2014/main" id="{A2B5BB9B-FEB1-C673-0F36-8F0831388886}"/>
                </a:ext>
              </a:extLst>
            </p:cNvPr>
            <p:cNvSpPr/>
            <p:nvPr/>
          </p:nvSpPr>
          <p:spPr>
            <a:xfrm>
              <a:off x="7104556" y="12346214"/>
              <a:ext cx="2142100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下顎線下垂 300發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全臉 600發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99" name="Text 15">
              <a:extLst>
                <a:ext uri="{FF2B5EF4-FFF2-40B4-BE49-F238E27FC236}">
                  <a16:creationId xmlns:a16="http://schemas.microsoft.com/office/drawing/2014/main" id="{1474FF96-AEC3-C25F-24E4-B5CD69C3D198}"/>
                </a:ext>
              </a:extLst>
            </p:cNvPr>
            <p:cNvSpPr/>
            <p:nvPr/>
          </p:nvSpPr>
          <p:spPr>
            <a:xfrm>
              <a:off x="4504955" y="12453935"/>
              <a:ext cx="161290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眼周 200發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380,000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3DDF4493-0426-5D56-DC9C-A3E1AD3767DD}"/>
                </a:ext>
              </a:extLst>
            </p:cNvPr>
            <p:cNvSpPr txBox="1"/>
            <p:nvPr/>
          </p:nvSpPr>
          <p:spPr>
            <a:xfrm>
              <a:off x="930580" y="11913715"/>
              <a:ext cx="114516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海芙電波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401" name="Shape 7">
              <a:extLst>
                <a:ext uri="{FF2B5EF4-FFF2-40B4-BE49-F238E27FC236}">
                  <a16:creationId xmlns:a16="http://schemas.microsoft.com/office/drawing/2014/main" id="{7F7101F6-7E2B-5441-84AE-B7B824B9390B}"/>
                </a:ext>
              </a:extLst>
            </p:cNvPr>
            <p:cNvSpPr/>
            <p:nvPr/>
          </p:nvSpPr>
          <p:spPr>
            <a:xfrm>
              <a:off x="1041515" y="1287293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402" name="Shape 7">
              <a:extLst>
                <a:ext uri="{FF2B5EF4-FFF2-40B4-BE49-F238E27FC236}">
                  <a16:creationId xmlns:a16="http://schemas.microsoft.com/office/drawing/2014/main" id="{49AF1EA1-F5BB-BB2E-7638-76D3E75E9CD8}"/>
                </a:ext>
              </a:extLst>
            </p:cNvPr>
            <p:cNvSpPr/>
            <p:nvPr/>
          </p:nvSpPr>
          <p:spPr>
            <a:xfrm>
              <a:off x="1041515" y="12240470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</p:grpSp>
      <p:sp>
        <p:nvSpPr>
          <p:cNvPr id="406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530092-4C39-46C3-CB2C-6133E0C1CAE0}"/>
              </a:ext>
            </a:extLst>
          </p:cNvPr>
          <p:cNvGrpSpPr/>
          <p:nvPr/>
        </p:nvGrpSpPr>
        <p:grpSpPr>
          <a:xfrm>
            <a:off x="932624" y="5916826"/>
            <a:ext cx="8316077" cy="1119552"/>
            <a:chOff x="930580" y="3713153"/>
            <a:chExt cx="8316077" cy="111955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270D16-D4A6-6510-A929-4723FBDF7700}"/>
                </a:ext>
              </a:extLst>
            </p:cNvPr>
            <p:cNvSpPr txBox="1"/>
            <p:nvPr/>
          </p:nvSpPr>
          <p:spPr>
            <a:xfrm>
              <a:off x="930580" y="3713153"/>
              <a:ext cx="94151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Fortra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59D7E7C-BBB3-3886-283D-725C14708DCC}"/>
                </a:ext>
              </a:extLst>
            </p:cNvPr>
            <p:cNvGrpSpPr/>
            <p:nvPr/>
          </p:nvGrpSpPr>
          <p:grpSpPr>
            <a:xfrm>
              <a:off x="1041515" y="4044493"/>
              <a:ext cx="8205142" cy="788212"/>
              <a:chOff x="1041515" y="4036831"/>
              <a:chExt cx="8205142" cy="788212"/>
            </a:xfrm>
          </p:grpSpPr>
          <p:sp>
            <p:nvSpPr>
              <p:cNvPr id="26" name="Shape 7">
                <a:extLst>
                  <a:ext uri="{FF2B5EF4-FFF2-40B4-BE49-F238E27FC236}">
                    <a16:creationId xmlns:a16="http://schemas.microsoft.com/office/drawing/2014/main" id="{79D24777-A5BD-105F-A711-B6C092DA5025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7" name="Shape 7">
                <a:extLst>
                  <a:ext uri="{FF2B5EF4-FFF2-40B4-BE49-F238E27FC236}">
                    <a16:creationId xmlns:a16="http://schemas.microsoft.com/office/drawing/2014/main" id="{89E8929A-80ED-04C5-B8D7-A0E465696B2A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8" name="Shape 7">
                <a:extLst>
                  <a:ext uri="{FF2B5EF4-FFF2-40B4-BE49-F238E27FC236}">
                    <a16:creationId xmlns:a16="http://schemas.microsoft.com/office/drawing/2014/main" id="{FCE7C927-A23E-0C5F-68A2-3EAEA3162EFF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3E6D16DE-A783-7B44-7062-2A6C0B4FBE6C}"/>
                </a:ext>
              </a:extLst>
            </p:cNvPr>
            <p:cNvSpPr/>
            <p:nvPr/>
          </p:nvSpPr>
          <p:spPr>
            <a:xfrm>
              <a:off x="1044691" y="405515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Fortra</a:t>
              </a:r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7B6C8AEA-E5E2-E100-9543-F7E69BDE0003}"/>
                </a:ext>
              </a:extLst>
            </p:cNvPr>
            <p:cNvSpPr/>
            <p:nvPr/>
          </p:nvSpPr>
          <p:spPr>
            <a:xfrm>
              <a:off x="6412652" y="4135176"/>
              <a:ext cx="1140303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DF06781B-4F07-C245-E15C-2E014A41FE4E}"/>
                </a:ext>
              </a:extLst>
            </p:cNvPr>
            <p:cNvSpPr/>
            <p:nvPr/>
          </p:nvSpPr>
          <p:spPr>
            <a:xfrm>
              <a:off x="4496340" y="4135176"/>
              <a:ext cx="106599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498BD"/>
                  </a:solidFill>
                  <a:effectLst/>
                  <a:uLnTx/>
                  <a:uFillTx/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30KJ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500,000</a:t>
              </a: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71E75BE3-D7A8-F88A-61DB-B1E11CACA2F8}"/>
                </a:ext>
              </a:extLst>
            </p:cNvPr>
            <p:cNvSpPr/>
            <p:nvPr/>
          </p:nvSpPr>
          <p:spPr>
            <a:xfrm>
              <a:off x="1044691" y="444281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加購 10KJ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不可單獨</a:t>
              </a:r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FDA1057B-4E76-7420-36B3-ADCC9026925E}"/>
                </a:ext>
              </a:extLst>
            </p:cNvPr>
            <p:cNvSpPr/>
            <p:nvPr/>
          </p:nvSpPr>
          <p:spPr>
            <a:xfrm>
              <a:off x="8468631" y="4522828"/>
              <a:ext cx="778025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</p:grpSp>
      <p:sp>
        <p:nvSpPr>
          <p:cNvPr id="30" name="Text 15">
            <a:extLst>
              <a:ext uri="{FF2B5EF4-FFF2-40B4-BE49-F238E27FC236}">
                <a16:creationId xmlns:a16="http://schemas.microsoft.com/office/drawing/2014/main" id="{4D59A015-044D-3CA0-0E23-97296BB18EB2}"/>
              </a:ext>
            </a:extLst>
          </p:cNvPr>
          <p:cNvSpPr/>
          <p:nvPr/>
        </p:nvSpPr>
        <p:spPr>
          <a:xfrm>
            <a:off x="7848041" y="6347680"/>
            <a:ext cx="1393578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98BD"/>
                </a:solidFill>
                <a:effectLst/>
                <a:uLnTx/>
                <a:uFillTx/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100KJ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1,300,000</a:t>
            </a:r>
          </a:p>
        </p:txBody>
      </p:sp>
    </p:spTree>
    <p:extLst>
      <p:ext uri="{BB962C8B-B14F-4D97-AF65-F5344CB8AC3E}">
        <p14:creationId xmlns:p14="http://schemas.microsoft.com/office/powerpoint/2010/main" val="366163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4842000"/>
            <a:ext cx="1908000" cy="19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4726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96259" y="2880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PICOLITE BLACK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114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1723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皮秒雷射 PicoLite Black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491999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zh-TW" sz="1245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以兆分之一秒超短脈衝能量作用的皮秒雷射。 </a:t>
            </a:r>
          </a:p>
          <a:p>
            <a:pPr>
              <a:lnSpc>
                <a:spcPct val="149333"/>
              </a:lnSpc>
            </a:pPr>
            <a:r>
              <a:rPr lang="zh-TW" sz="1245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相較傳統奈秒雷射刺激更低，色素問題 · 毛孔 · 疤痕 · 膚色 </a:t>
            </a:r>
          </a:p>
          <a:p>
            <a:pPr>
              <a:lnSpc>
                <a:spcPct val="149333"/>
              </a:lnSpc>
            </a:pPr>
            <a:r>
              <a:rPr lang="zh-TW" sz="1245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皆能精準且安全地改善。</a:t>
            </a:r>
            <a:endParaRPr lang="en-US" sz="124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96259" y="4384800"/>
            <a:ext cx="74371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96259" y="4384800"/>
            <a:ext cx="74371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96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皮秒淨膚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22267" y="4384800"/>
            <a:ext cx="85249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2267" y="4384800"/>
            <a:ext cx="85249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96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肝斑 · 斑點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457058" y="4384800"/>
            <a:ext cx="1140896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57058" y="4384800"/>
            <a:ext cx="1140896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96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痣 · 老人斑 去除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6868799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696259" y="5022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CO2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256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Co2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5633999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精準汽化、切除病變組織的雷射。適用於痣、粟粒腫、老人斑、扁平疣等各種表淺性皮膚病變的去除，以及肌膚表層再生療程。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6526800"/>
            <a:ext cx="72923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417" y="6526800"/>
            <a:ext cx="72923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痣·粟粒腫 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14947" y="6526800"/>
            <a:ext cx="72923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14947" y="6526800"/>
            <a:ext cx="72923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老人斑·疣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326477" y="6526800"/>
            <a:ext cx="9235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26477" y="6526800"/>
            <a:ext cx="9235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皮膚病灶去除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7163999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POTENZA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7397999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1523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Potenza 微針電波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7775999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 xml:space="preserve">以微針穿透肌膚，將電波（RF）能量傳導至 </a:t>
            </a:r>
            <a:endParaRPr lang="en-US" altLang="ko-KR" sz="1200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目標深度的儀器。運用多種探頭與模式，改善毛孔·疤痕·</a:t>
            </a:r>
          </a:p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膚質·緊緻度，並可與肌膚增強療程併用。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8668800"/>
            <a:ext cx="781659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92213" y="8668800"/>
            <a:ext cx="781659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96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毛孔·疤痕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56168" y="8668800"/>
            <a:ext cx="72923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56168" y="8668800"/>
            <a:ext cx="72923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膚質·彈力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367698" y="8668800"/>
            <a:ext cx="10378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67698" y="8668800"/>
            <a:ext cx="10378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肌膚增強劑注射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雷射儀器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肝斑/斑點 · 泛紅 · 毛孔/疤痕 · 除毛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1908000" cy="190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6983999"/>
            <a:ext cx="1908000" cy="190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BBL Divider"/>
          <p:cNvSpPr/>
          <p:nvPr/>
        </p:nvSpPr>
        <p:spPr>
          <a:xfrm>
            <a:off x="959560" y="9010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02" name="BBL Label"/>
          <p:cNvSpPr/>
          <p:nvPr/>
        </p:nvSpPr>
        <p:spPr>
          <a:xfrm>
            <a:off x="3696259" y="9306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BROADBAND LIGHT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9540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9918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將寬頻光（BroadBand Light）能量依肌膚深度傳導的光療儀器。可同時改善肝斑、斑點等色素問題與泛紅、血管性病變，讓膚色與膚質清透均勻。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0810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6" name="BBL TagText 1"/>
          <p:cNvSpPr/>
          <p:nvPr/>
        </p:nvSpPr>
        <p:spPr>
          <a:xfrm>
            <a:off x="3703417" y="10810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肝斑 · 斑點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578955" y="10810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8" name="BBL TagText 2"/>
          <p:cNvSpPr/>
          <p:nvPr/>
        </p:nvSpPr>
        <p:spPr>
          <a:xfrm>
            <a:off x="4578955" y="10810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泛紅 · 血管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5454493" y="10810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10" name="BBL TagText 3"/>
          <p:cNvSpPr/>
          <p:nvPr/>
        </p:nvSpPr>
        <p:spPr>
          <a:xfrm>
            <a:off x="5454493" y="10810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膚色改善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9126000"/>
            <a:ext cx="1908000" cy="1908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BBL Label"/>
          <p:cNvSpPr/>
          <p:nvPr/>
        </p:nvSpPr>
        <p:spPr>
          <a:xfrm>
            <a:off x="3696259" y="11448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AVALANCHE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2" name="BBL Name"/>
          <p:cNvSpPr/>
          <p:nvPr/>
        </p:nvSpPr>
        <p:spPr>
          <a:xfrm>
            <a:off x="3696259" y="11682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1523" b="1" dirty="0">
                <a:latin typeface="Noto Sans TC Medium"/>
                <a:ea typeface="Noto Sans TC Medium"/>
              </a:rPr>
              <a:t>Avalanche 雷射除毛</a:t>
            </a:r>
          </a:p>
        </p:txBody>
      </p:sp>
      <p:sp>
        <p:nvSpPr>
          <p:cNvPr id="303" name="BBL Desc"/>
          <p:cNvSpPr/>
          <p:nvPr/>
        </p:nvSpPr>
        <p:spPr>
          <a:xfrm>
            <a:off x="3696259" y="12060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TW" sz="1200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依毛質與膚質調整能量的雷射除毛儀器。搭配強效冷卻減輕疼痛感，從臉部到身體，大範圍快速且均勻地除毛。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4" name="BBL Tag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5" name="BBL TagText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女性除毛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6" name="BBL Tag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7" name="BBL TagText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男性除毛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8" name="BBL Tag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9" name="BBL TagText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TW" sz="900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臉部 · 身體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0" name="BBL 이미지"/>
          <p:cNvSpPr/>
          <p:nvPr/>
        </p:nvSpPr>
        <p:spPr>
          <a:xfrm>
            <a:off x="1016176" y="11268000"/>
            <a:ext cx="1908000" cy="1908000"/>
          </a:xfrm>
          <a:prstGeom prst="rect">
            <a:avLst/>
          </a:prstGeom>
          <a:solidFill>
            <a:srgbClr val="EAF3F7"/>
          </a:solidFill>
          <a:ln w="9525">
            <a:solidFill>
              <a:srgbClr val="2498B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AVALANCHE 이미지 자리"/>
          <p:cNvSpPr/>
          <p:nvPr/>
        </p:nvSpPr>
        <p:spPr>
          <a:xfrm>
            <a:off x="1015200" y="12114000"/>
            <a:ext cx="1908000" cy="21600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pPr algn="ctr"/>
            <a:r>
              <a:rPr lang="zh-TW" sz="996" kern="0" spc="219" dirty="0">
                <a:solidFill>
                  <a:srgbClr val="C99A1F"/>
                </a:solidFill>
                <a:latin typeface="Noto Sans TC Medium"/>
                <a:ea typeface="Noto Sans TC Medium"/>
                <a:cs typeface="GC 16 Mono" pitchFamily="34" charset="-120"/>
              </a:rPr>
              <a:t>儀器圖片位置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雷射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肝斑/斑點 · 毛孔/疤痕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6">
            <a:extLst>
              <a:ext uri="{FF2B5EF4-FFF2-40B4-BE49-F238E27FC236}">
                <a16:creationId xmlns:a16="http://schemas.microsoft.com/office/drawing/2014/main" id="{C0714D43-A692-AD44-AEDA-33D81BEA5C8A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0" name="Shape 7">
            <a:extLst>
              <a:ext uri="{FF2B5EF4-FFF2-40B4-BE49-F238E27FC236}">
                <a16:creationId xmlns:a16="http://schemas.microsoft.com/office/drawing/2014/main" id="{48A1CEE6-14AC-B9C9-5EC7-597AC750FDF3}"/>
              </a:ext>
            </a:extLst>
          </p:cNvPr>
          <p:cNvSpPr/>
          <p:nvPr/>
        </p:nvSpPr>
        <p:spPr>
          <a:xfrm>
            <a:off x="1041515" y="343474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1" name="Shape 7">
            <a:extLst>
              <a:ext uri="{FF2B5EF4-FFF2-40B4-BE49-F238E27FC236}">
                <a16:creationId xmlns:a16="http://schemas.microsoft.com/office/drawing/2014/main" id="{DCB45975-FCBC-D014-55B1-EDC7513A0F29}"/>
              </a:ext>
            </a:extLst>
          </p:cNvPr>
          <p:cNvSpPr/>
          <p:nvPr/>
        </p:nvSpPr>
        <p:spPr>
          <a:xfrm>
            <a:off x="1041515" y="3046774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7CC88596-5234-6439-6B70-132B8F0E27AA}"/>
              </a:ext>
            </a:extLst>
          </p:cNvPr>
          <p:cNvSpPr/>
          <p:nvPr/>
        </p:nvSpPr>
        <p:spPr>
          <a:xfrm>
            <a:off x="1041515" y="38607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5" name="Shape 7">
            <a:extLst>
              <a:ext uri="{FF2B5EF4-FFF2-40B4-BE49-F238E27FC236}">
                <a16:creationId xmlns:a16="http://schemas.microsoft.com/office/drawing/2014/main" id="{434A2D39-D8E2-9632-7E24-953601533DD5}"/>
              </a:ext>
            </a:extLst>
          </p:cNvPr>
          <p:cNvSpPr/>
          <p:nvPr/>
        </p:nvSpPr>
        <p:spPr>
          <a:xfrm>
            <a:off x="1041515" y="49055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0" name="Text 11">
            <a:extLst>
              <a:ext uri="{FF2B5EF4-FFF2-40B4-BE49-F238E27FC236}">
                <a16:creationId xmlns:a16="http://schemas.microsoft.com/office/drawing/2014/main" id="{A255D62F-E346-A893-A443-D0879DBD6D2A}"/>
              </a:ext>
            </a:extLst>
          </p:cNvPr>
          <p:cNvSpPr/>
          <p:nvPr/>
        </p:nvSpPr>
        <p:spPr>
          <a:xfrm>
            <a:off x="1044691" y="4285348"/>
            <a:ext cx="458658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Co2 雷射 除痣</a:t>
            </a:r>
            <a:endParaRPr lang="en-US" altLang="ko-KR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sz="10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精準去除痣 · 粟粒腫 · 老人斑 · 扁平疣等病灶 / 不含補做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0880635-3B46-12E2-B95A-70CB15678C23}"/>
              </a:ext>
            </a:extLst>
          </p:cNvPr>
          <p:cNvSpPr txBox="1"/>
          <p:nvPr/>
        </p:nvSpPr>
        <p:spPr>
          <a:xfrm>
            <a:off x="930580" y="2720019"/>
            <a:ext cx="125037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TW" dirty="0">
                <a:latin typeface="Noto Sans TC SemiBold"/>
                <a:ea typeface="Noto Sans TC SemiBold"/>
                <a:cs typeface="Sinsegye" pitchFamily="34" charset="-120"/>
              </a:rPr>
              <a:t>肝斑/斑點</a:t>
            </a:r>
          </a:p>
        </p:txBody>
      </p:sp>
      <p:sp>
        <p:nvSpPr>
          <p:cNvPr id="108" name="Text 11">
            <a:extLst>
              <a:ext uri="{FF2B5EF4-FFF2-40B4-BE49-F238E27FC236}">
                <a16:creationId xmlns:a16="http://schemas.microsoft.com/office/drawing/2014/main" id="{3FCC0249-EDAD-9EAD-6B13-C7E10AFDCDC4}"/>
              </a:ext>
            </a:extLst>
          </p:cNvPr>
          <p:cNvSpPr/>
          <p:nvPr/>
        </p:nvSpPr>
        <p:spPr>
          <a:xfrm>
            <a:off x="1044691" y="3048648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皮秒淨膚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09" name="Text 11">
            <a:extLst>
              <a:ext uri="{FF2B5EF4-FFF2-40B4-BE49-F238E27FC236}">
                <a16:creationId xmlns:a16="http://schemas.microsoft.com/office/drawing/2014/main" id="{4FF4D6BF-9F83-9D3A-8D7F-0F0F3D618CCC}"/>
              </a:ext>
            </a:extLst>
          </p:cNvPr>
          <p:cNvSpPr/>
          <p:nvPr/>
        </p:nvSpPr>
        <p:spPr>
          <a:xfrm>
            <a:off x="1044691" y="3482277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身體淨膚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1" name="Text 15">
            <a:extLst>
              <a:ext uri="{FF2B5EF4-FFF2-40B4-BE49-F238E27FC236}">
                <a16:creationId xmlns:a16="http://schemas.microsoft.com/office/drawing/2014/main" id="{24188985-0B0B-0AE7-565D-4F827E38A0BE}"/>
              </a:ext>
            </a:extLst>
          </p:cNvPr>
          <p:cNvSpPr/>
          <p:nvPr/>
        </p:nvSpPr>
        <p:spPr>
          <a:xfrm>
            <a:off x="7808136" y="3128666"/>
            <a:ext cx="143852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10次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1,10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BC6B5B2C-26B7-A27A-D59C-F1217E84E0E2}"/>
              </a:ext>
            </a:extLst>
          </p:cNvPr>
          <p:cNvSpPr/>
          <p:nvPr/>
        </p:nvSpPr>
        <p:spPr>
          <a:xfrm>
            <a:off x="6560806" y="3128666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5143500" y="3128666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,000</a:t>
            </a:r>
          </a:p>
        </p:txBody>
      </p:sp>
      <p:sp>
        <p:nvSpPr>
          <p:cNvPr id="114" name="Text 15">
            <a:extLst>
              <a:ext uri="{FF2B5EF4-FFF2-40B4-BE49-F238E27FC236}">
                <a16:creationId xmlns:a16="http://schemas.microsoft.com/office/drawing/2014/main" id="{1010B506-8E1D-F16B-AB1F-11227C0299A4}"/>
              </a:ext>
            </a:extLst>
          </p:cNvPr>
          <p:cNvSpPr/>
          <p:nvPr/>
        </p:nvSpPr>
        <p:spPr>
          <a:xfrm>
            <a:off x="7808136" y="3562295"/>
            <a:ext cx="143852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10次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1,30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AE1AB3D8-BB82-96AA-4F6F-EB25B431BF04}"/>
              </a:ext>
            </a:extLst>
          </p:cNvPr>
          <p:cNvSpPr/>
          <p:nvPr/>
        </p:nvSpPr>
        <p:spPr>
          <a:xfrm>
            <a:off x="6563730" y="3562295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90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EFFAE2D2-484D-079B-17C5-1B0BAA23433D}"/>
              </a:ext>
            </a:extLst>
          </p:cNvPr>
          <p:cNvSpPr/>
          <p:nvPr/>
        </p:nvSpPr>
        <p:spPr>
          <a:xfrm>
            <a:off x="5143500" y="3562295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,000</a:t>
            </a:r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26DB72E4-AD56-5C19-545E-FE47FAFD42D8}"/>
              </a:ext>
            </a:extLst>
          </p:cNvPr>
          <p:cNvSpPr/>
          <p:nvPr/>
        </p:nvSpPr>
        <p:spPr>
          <a:xfrm>
            <a:off x="4421568" y="2780484"/>
            <a:ext cx="4825089" cy="248402"/>
          </a:xfrm>
          <a:prstGeom prst="rect">
            <a:avLst/>
          </a:prstGeom>
          <a:noFill/>
          <a:ln/>
        </p:spPr>
        <p:txBody>
          <a:bodyPr wrap="none" lIns="108000" tIns="46800" rIns="0" bIns="46800" rtlCol="0" anchor="ctr" anchorCtr="0">
            <a:spAutoFit/>
          </a:bodyPr>
          <a:lstStyle/>
          <a:p>
            <a:pPr marL="0" indent="0" algn="r">
              <a:buNone/>
            </a:pPr>
            <a:r>
              <a:rPr lang="zh-TW" sz="1000" dirty="0">
                <a:solidFill>
                  <a:srgbClr val="2498BD"/>
                </a:solidFill>
                <a:latin typeface="Noto Sans TC Medium"/>
                <a:ea typeface="Noto Sans TC Medium"/>
                <a:cs typeface="Arial" pitchFamily="34" charset="-120"/>
              </a:rPr>
              <a:t>PicoLite Black 皮秒雷射 — 以超短脈衝瞬間能量，精準安全地改善色素·膚色</a:t>
            </a:r>
          </a:p>
        </p:txBody>
      </p:sp>
      <p:sp>
        <p:nvSpPr>
          <p:cNvPr id="177" name="Text 15">
            <a:extLst>
              <a:ext uri="{FF2B5EF4-FFF2-40B4-BE49-F238E27FC236}">
                <a16:creationId xmlns:a16="http://schemas.microsoft.com/office/drawing/2014/main" id="{9F2DA8B7-1898-FFF9-09DC-EB43E5000B61}"/>
              </a:ext>
            </a:extLst>
          </p:cNvPr>
          <p:cNvSpPr/>
          <p:nvPr/>
        </p:nvSpPr>
        <p:spPr>
          <a:xfrm>
            <a:off x="7306455" y="4395368"/>
            <a:ext cx="1940201" cy="400110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全臉 或 全頸 (最多50個)</a:t>
            </a:r>
          </a:p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800E28E7-4AED-1839-D4D0-C394CB94B31C}"/>
              </a:ext>
            </a:extLst>
          </p:cNvPr>
          <p:cNvSpPr/>
          <p:nvPr/>
        </p:nvSpPr>
        <p:spPr>
          <a:xfrm>
            <a:off x="5631280" y="4383817"/>
            <a:ext cx="1485984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 xml:space="preserve">小痣(1個)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30,000</a:t>
            </a:r>
          </a:p>
        </p:txBody>
      </p: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45AF0B89-EF3F-5122-3502-E8174DC865D8}"/>
              </a:ext>
            </a:extLst>
          </p:cNvPr>
          <p:cNvGrpSpPr/>
          <p:nvPr/>
        </p:nvGrpSpPr>
        <p:grpSpPr>
          <a:xfrm>
            <a:off x="930580" y="6846510"/>
            <a:ext cx="8316077" cy="1600861"/>
            <a:chOff x="930580" y="4734845"/>
            <a:chExt cx="8316077" cy="1600861"/>
          </a:xfrm>
        </p:grpSpPr>
        <p:sp>
          <p:nvSpPr>
            <p:cNvPr id="201" name="Text 15">
              <a:extLst>
                <a:ext uri="{FF2B5EF4-FFF2-40B4-BE49-F238E27FC236}">
                  <a16:creationId xmlns:a16="http://schemas.microsoft.com/office/drawing/2014/main" id="{96E60DD6-114E-F68E-38EB-377A3E5872B2}"/>
                </a:ext>
              </a:extLst>
            </p:cNvPr>
            <p:cNvSpPr/>
            <p:nvPr/>
          </p:nvSpPr>
          <p:spPr>
            <a:xfrm>
              <a:off x="8097413" y="5904300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02" name="Text 15">
              <a:extLst>
                <a:ext uri="{FF2B5EF4-FFF2-40B4-BE49-F238E27FC236}">
                  <a16:creationId xmlns:a16="http://schemas.microsoft.com/office/drawing/2014/main" id="{1712E711-C01C-42CA-850C-C3A348A0874D}"/>
                </a:ext>
              </a:extLst>
            </p:cNvPr>
            <p:cNvSpPr/>
            <p:nvPr/>
          </p:nvSpPr>
          <p:spPr>
            <a:xfrm>
              <a:off x="6626190" y="5904300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03" name="Text 15">
              <a:extLst>
                <a:ext uri="{FF2B5EF4-FFF2-40B4-BE49-F238E27FC236}">
                  <a16:creationId xmlns:a16="http://schemas.microsoft.com/office/drawing/2014/main" id="{660C8F3F-0096-CBC5-3B7D-3E34A9218A04}"/>
                </a:ext>
              </a:extLst>
            </p:cNvPr>
            <p:cNvSpPr/>
            <p:nvPr/>
          </p:nvSpPr>
          <p:spPr>
            <a:xfrm>
              <a:off x="5139153" y="5904300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4181CC0E-2D76-B111-CB31-E44341B135AC}"/>
                </a:ext>
              </a:extLst>
            </p:cNvPr>
            <p:cNvSpPr txBox="1"/>
            <p:nvPr/>
          </p:nvSpPr>
          <p:spPr>
            <a:xfrm>
              <a:off x="930580" y="4734845"/>
              <a:ext cx="137617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毛孔 / 疤痕</a:t>
              </a:r>
            </a:p>
          </p:txBody>
        </p:sp>
        <p:sp>
          <p:nvSpPr>
            <p:cNvPr id="218" name="Text 11">
              <a:extLst>
                <a:ext uri="{FF2B5EF4-FFF2-40B4-BE49-F238E27FC236}">
                  <a16:creationId xmlns:a16="http://schemas.microsoft.com/office/drawing/2014/main" id="{EEFADE4A-2DA9-BF6C-764F-BA44A3FF4806}"/>
                </a:ext>
              </a:extLst>
            </p:cNvPr>
            <p:cNvSpPr/>
            <p:nvPr/>
          </p:nvSpPr>
          <p:spPr>
            <a:xfrm>
              <a:off x="1044691" y="507226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皮秒飛梭雷射</a:t>
              </a:r>
              <a:endParaRPr lang="en-US" altLang="ko-KR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以微小點狀能量作用於肌膚，誘導肌膚更新的飛梭雷射</a:t>
              </a:r>
              <a:endPara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0" name="Text 15">
              <a:extLst>
                <a:ext uri="{FF2B5EF4-FFF2-40B4-BE49-F238E27FC236}">
                  <a16:creationId xmlns:a16="http://schemas.microsoft.com/office/drawing/2014/main" id="{033D666A-695E-CD81-6826-ADD52CCB9BBB}"/>
                </a:ext>
              </a:extLst>
            </p:cNvPr>
            <p:cNvSpPr/>
            <p:nvPr/>
          </p:nvSpPr>
          <p:spPr>
            <a:xfrm>
              <a:off x="7651750" y="5073735"/>
              <a:ext cx="159490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蝴蝶區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全臉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14" name="Text 11">
              <a:extLst>
                <a:ext uri="{FF2B5EF4-FFF2-40B4-BE49-F238E27FC236}">
                  <a16:creationId xmlns:a16="http://schemas.microsoft.com/office/drawing/2014/main" id="{7D5EEC23-89C0-F0BE-F166-4BC3E83395F5}"/>
                </a:ext>
              </a:extLst>
            </p:cNvPr>
            <p:cNvSpPr/>
            <p:nvPr/>
          </p:nvSpPr>
          <p:spPr>
            <a:xfrm>
              <a:off x="1044691" y="570194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黃金微針 毛孔 · 疤痕（全臉 / 個人專屬探頭） 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透過微針熱刺激，促進肌膚再生 · 縮小毛孔</a:t>
              </a:r>
            </a:p>
          </p:txBody>
        </p: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91953C7A-E82B-A479-2CD4-AE70097FC1F0}"/>
                </a:ext>
              </a:extLst>
            </p:cNvPr>
            <p:cNvGrpSpPr/>
            <p:nvPr/>
          </p:nvGrpSpPr>
          <p:grpSpPr>
            <a:xfrm>
              <a:off x="1041515" y="5061600"/>
              <a:ext cx="8205142" cy="1274106"/>
              <a:chOff x="1041515" y="4276772"/>
              <a:chExt cx="8205142" cy="1274106"/>
            </a:xfrm>
          </p:grpSpPr>
          <p:sp>
            <p:nvSpPr>
              <p:cNvPr id="211" name="Shape 7">
                <a:extLst>
                  <a:ext uri="{FF2B5EF4-FFF2-40B4-BE49-F238E27FC236}">
                    <a16:creationId xmlns:a16="http://schemas.microsoft.com/office/drawing/2014/main" id="{27632594-FB9D-D630-9253-A1A3611E0110}"/>
                  </a:ext>
                </a:extLst>
              </p:cNvPr>
              <p:cNvSpPr/>
              <p:nvPr/>
            </p:nvSpPr>
            <p:spPr>
              <a:xfrm>
                <a:off x="1041515" y="4276772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12" name="Shape 7">
                <a:extLst>
                  <a:ext uri="{FF2B5EF4-FFF2-40B4-BE49-F238E27FC236}">
                    <a16:creationId xmlns:a16="http://schemas.microsoft.com/office/drawing/2014/main" id="{A945E07C-A83C-4657-A145-C723D512F45B}"/>
                  </a:ext>
                </a:extLst>
              </p:cNvPr>
              <p:cNvSpPr/>
              <p:nvPr/>
            </p:nvSpPr>
            <p:spPr>
              <a:xfrm>
                <a:off x="1041515" y="4907588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13" name="Shape 7">
                <a:extLst>
                  <a:ext uri="{FF2B5EF4-FFF2-40B4-BE49-F238E27FC236}">
                    <a16:creationId xmlns:a16="http://schemas.microsoft.com/office/drawing/2014/main" id="{A09457E6-0897-05B0-FB10-1E5A6A2D455D}"/>
                  </a:ext>
                </a:extLst>
              </p:cNvPr>
              <p:cNvSpPr/>
              <p:nvPr/>
            </p:nvSpPr>
            <p:spPr>
              <a:xfrm>
                <a:off x="1041515" y="5537271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</p:grpSp>
      <p:sp>
        <p:nvSpPr>
          <p:cNvPr id="23" name="Shape 7">
            <a:extLst>
              <a:ext uri="{FF2B5EF4-FFF2-40B4-BE49-F238E27FC236}">
                <a16:creationId xmlns:a16="http://schemas.microsoft.com/office/drawing/2014/main" id="{EBD6F060-A580-FB11-C29A-2A02B22136CA}"/>
              </a:ext>
            </a:extLst>
          </p:cNvPr>
          <p:cNvSpPr/>
          <p:nvPr/>
        </p:nvSpPr>
        <p:spPr>
          <a:xfrm>
            <a:off x="1047868" y="4264664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964A7EA-24F3-BAC1-DF4F-9502610E5C95}"/>
              </a:ext>
            </a:extLst>
          </p:cNvPr>
          <p:cNvSpPr/>
          <p:nvPr/>
        </p:nvSpPr>
        <p:spPr>
          <a:xfrm>
            <a:off x="1051044" y="3886241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除刺青</a:t>
            </a: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0BA8D6-2EC3-7273-231E-CADE7F1909EE}"/>
              </a:ext>
            </a:extLst>
          </p:cNvPr>
          <p:cNvSpPr/>
          <p:nvPr/>
        </p:nvSpPr>
        <p:spPr>
          <a:xfrm>
            <a:off x="7333413" y="3966259"/>
            <a:ext cx="1919596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 xml:space="preserve">1次 / 名片大小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C952C8B0-EF22-60B7-EE52-9C257CAAED86}"/>
              </a:ext>
            </a:extLst>
          </p:cNvPr>
          <p:cNvSpPr/>
          <p:nvPr/>
        </p:nvSpPr>
        <p:spPr>
          <a:xfrm>
            <a:off x="5019473" y="3966259"/>
            <a:ext cx="224993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 xml:space="preserve">1次 / 1x10 文字刺青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26" name="Text 11"/>
          <p:cNvSpPr txBox="1"/>
          <p:nvPr/>
        </p:nvSpPr>
        <p:spPr>
          <a:xfrm>
            <a:off x="1044692" y="4905500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BBL HERO (FACE)</a:t>
            </a:r>
          </a:p>
          <a:p>
            <a:pPr>
              <a:lnSpc>
                <a:spcPct val="150000"/>
              </a:lnSpc>
            </a:pPr>
            <a:r>
              <a:rPr lang="zh-TW" sz="10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頂級高端光療 · 1次</a:t>
            </a:r>
          </a:p>
        </p:txBody>
      </p:sp>
      <p:sp>
        <p:nvSpPr>
          <p:cNvPr id="227" name="Text 15"/>
          <p:cNvSpPr txBox="1"/>
          <p:nvPr/>
        </p:nvSpPr>
        <p:spPr>
          <a:xfrm>
            <a:off x="4129532" y="4905500"/>
            <a:ext cx="1823212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Forever Young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28" name="Text 15"/>
          <p:cNvSpPr txBox="1"/>
          <p:nvPr/>
        </p:nvSpPr>
        <p:spPr>
          <a:xfrm>
            <a:off x="6053328" y="4905500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SkinTyte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29" name="Text 15"/>
          <p:cNvSpPr txBox="1"/>
          <p:nvPr/>
        </p:nvSpPr>
        <p:spPr>
          <a:xfrm>
            <a:off x="7918704" y="4905500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Clear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30" name="Shape 7"/>
          <p:cNvSpPr/>
          <p:nvPr/>
        </p:nvSpPr>
        <p:spPr>
          <a:xfrm>
            <a:off x="1041515" y="5525651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1" name="Text 11"/>
          <p:cNvSpPr txBox="1"/>
          <p:nvPr/>
        </p:nvSpPr>
        <p:spPr>
          <a:xfrm>
            <a:off x="1044692" y="5525651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BBL HERO (BODY)</a:t>
            </a:r>
          </a:p>
          <a:p>
            <a:pPr>
              <a:lnSpc>
                <a:spcPct val="150000"/>
              </a:lnSpc>
            </a:pPr>
            <a:r>
              <a:rPr lang="zh-TW" sz="10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以15×15cm面積或依部位計 · 1次</a:t>
            </a:r>
          </a:p>
        </p:txBody>
      </p:sp>
      <p:sp>
        <p:nvSpPr>
          <p:cNvPr id="232" name="Text 15"/>
          <p:cNvSpPr txBox="1"/>
          <p:nvPr/>
        </p:nvSpPr>
        <p:spPr>
          <a:xfrm>
            <a:off x="4129532" y="5525651"/>
            <a:ext cx="1823212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Forever Young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3" name="Text 15"/>
          <p:cNvSpPr txBox="1"/>
          <p:nvPr/>
        </p:nvSpPr>
        <p:spPr>
          <a:xfrm>
            <a:off x="6053328" y="5525651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SkinTyte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4" name="Text 15"/>
          <p:cNvSpPr txBox="1"/>
          <p:nvPr/>
        </p:nvSpPr>
        <p:spPr>
          <a:xfrm>
            <a:off x="7918704" y="5525651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Clear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5" name="Shape 7"/>
          <p:cNvSpPr/>
          <p:nvPr/>
        </p:nvSpPr>
        <p:spPr>
          <a:xfrm>
            <a:off x="1041515" y="614580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6" name="Text 9"/>
          <p:cNvSpPr txBox="1"/>
          <p:nvPr/>
        </p:nvSpPr>
        <p:spPr>
          <a:xfrm>
            <a:off x="1044692" y="6205802"/>
            <a:ext cx="8200000" cy="2300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0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* Forever Young：膚質 · 膚色（BODY為DNA回春），   SkinTyte：毛孔 · 細紋 · 拉提，   Clear：痘痘肌</a:t>
            </a:r>
          </a:p>
        </p:txBody>
      </p:sp>
      <p:sp>
        <p:nvSpPr>
          <p:cNvPr id="237" name="Text 11"/>
          <p:cNvSpPr txBox="1"/>
          <p:nvPr/>
        </p:nvSpPr>
        <p:spPr>
          <a:xfrm>
            <a:off x="1044692" y="8433764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加購）皮下剝離術 1個部位（以手掌大小為準）</a:t>
            </a:r>
          </a:p>
          <a:p>
            <a:pPr>
              <a:lnSpc>
                <a:spcPct val="150000"/>
              </a:lnSpc>
            </a:pPr>
            <a:r>
              <a:rPr lang="zh-TW" sz="10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切斷凹陷痘疤下方的纖維化組織，使疤痕逐漸填平的療程</a:t>
            </a:r>
          </a:p>
        </p:txBody>
      </p:sp>
      <p:sp>
        <p:nvSpPr>
          <p:cNvPr id="238" name="Text 15"/>
          <p:cNvSpPr txBox="1"/>
          <p:nvPr/>
        </p:nvSpPr>
        <p:spPr>
          <a:xfrm>
            <a:off x="5946656" y="8433764"/>
            <a:ext cx="3219115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1次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239" name="Shape 7"/>
          <p:cNvSpPr/>
          <p:nvPr/>
        </p:nvSpPr>
        <p:spPr>
          <a:xfrm>
            <a:off x="1041515" y="905391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07DF2-1D3B-B489-EDAB-49E3B0CC6AAB}"/>
              </a:ext>
            </a:extLst>
          </p:cNvPr>
          <p:cNvSpPr txBox="1"/>
          <p:nvPr/>
        </p:nvSpPr>
        <p:spPr>
          <a:xfrm>
            <a:off x="5387581" y="4561296"/>
            <a:ext cx="18124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 xml:space="preserve">大痣(1個)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HAIR REMOVAL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雷射除毛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Avalanche — 女性 · 男性除毛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4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2721600"/>
            <a:ext cx="225399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TW" dirty="0">
                <a:latin typeface="Noto Sans TC SemiBold"/>
                <a:ea typeface="Noto Sans TC SemiBold"/>
                <a:cs typeface="Sinsegye" pitchFamily="34" charset="-120"/>
              </a:rPr>
              <a:t>Avalanche 女性除毛</a:t>
            </a:r>
            <a:endParaRPr lang="ko-KR" altLang="en-US" dirty="0">
              <a:latin typeface="신세계 SemiBold" panose="02000300000000000000" pitchFamily="50" charset="-127"/>
              <a:ea typeface="신세계 SemiBold" panose="02000300000000000000" pitchFamily="50" charset="-127"/>
              <a:cs typeface="Sinsegye" pitchFamily="34" charset="-120"/>
            </a:endParaRPr>
          </a:p>
        </p:txBody>
      </p:sp>
      <p:sp>
        <p:nvSpPr>
          <p:cNvPr id="10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3045599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056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腋下 或 人中(唇上) 或 鬢角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0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113999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50,000</a:t>
            </a:r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113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1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39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4091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腋下 + 人中(唇上)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466799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4667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1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75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7619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額頭 (含髮際線) 或 後頸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8196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90,000</a:t>
            </a:r>
          </a:p>
        </p:txBody>
      </p:sp>
      <p:sp>
        <p:nvSpPr>
          <p:cNvPr id="11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81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1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10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11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全臉 (含額頭 · 眉間)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456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467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手指 + 手背 或 腳趾 + 腳背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45252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2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525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809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820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前臂 或 上臂 (含手肘)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162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173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全手臂 (至手腕)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3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3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13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515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526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小腿 (含膝蓋)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3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3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868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878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大腿 (含膝蓋)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160,000</a:t>
            </a:r>
          </a:p>
        </p:txBody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</a:p>
        </p:txBody>
      </p:sp>
      <p:sp>
        <p:nvSpPr>
          <p:cNvPr id="14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220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231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全腿 (至腳踝)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230,000</a:t>
            </a:r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</a:p>
        </p:txBody>
      </p:sp>
      <p:sp>
        <p:nvSpPr>
          <p:cNvPr id="14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573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584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腹部 (含肚臍下毛髮線)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926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937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5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15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7279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7556400"/>
            <a:ext cx="225399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TW" dirty="0">
                <a:latin typeface="Noto Sans TC SemiBold"/>
                <a:ea typeface="Noto Sans TC SemiBold"/>
                <a:cs typeface="Sinsegye" pitchFamily="34" charset="-120"/>
              </a:rPr>
              <a:t>Avalanche 男性除毛</a:t>
            </a:r>
            <a:endParaRPr lang="ko-KR" altLang="en-US" dirty="0">
              <a:latin typeface="신세계 SemiBold" panose="02000300000000000000" pitchFamily="50" charset="-127"/>
              <a:ea typeface="신세계 SemiBold" panose="02000300000000000000" pitchFamily="50" charset="-127"/>
              <a:cs typeface="Sinsegye" pitchFamily="34" charset="-120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7880400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7891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人中(唇上) + 下巴 + 下巴下方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5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79488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80,000</a:t>
            </a:r>
          </a:p>
        </p:txBody>
      </p:sp>
      <p:sp>
        <p:nvSpPr>
          <p:cNvPr id="15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7948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6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233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244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全下半臉 (人中 · 下巴 · 下顎線 · 鬢角 · 臉頰 · 下巴下方)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16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586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596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全臉 (含額頭 · 髮際線 · 眉間 · 下巴下方)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6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16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650,000</a:t>
            </a:r>
          </a:p>
        </p:txBody>
      </p:sp>
      <p:sp>
        <p:nvSpPr>
          <p:cNvPr id="16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938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949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加購）頸部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0072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7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007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7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291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302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額頭 (含髮際線)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3600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7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360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7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644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655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後頸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997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008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腋下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8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0656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8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065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8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350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360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手指 + 手背 或 腳趾 + 腳背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8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4184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8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418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8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702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713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前臂 或 上臂 (含手肘)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19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055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066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全手臂 (至手腕)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230,000</a:t>
            </a:r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</a:p>
        </p:txBody>
      </p:sp>
      <p:sp>
        <p:nvSpPr>
          <p:cNvPr id="19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40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419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小腿 (含膝蓋)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9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20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76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772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大腿 (含膝蓋)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0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20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11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12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全腿 (至腳踝)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0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20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750,000</a:t>
            </a:r>
          </a:p>
        </p:txBody>
      </p:sp>
      <p:sp>
        <p:nvSpPr>
          <p:cNvPr id="20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4667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4775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胸部 (含乳暈) 或 腹部 (含肚臍下毛髮線) *以心窩為界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1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160,000</a:t>
            </a:r>
          </a:p>
        </p:txBody>
      </p:sp>
      <p:sp>
        <p:nvSpPr>
          <p:cNvPr id="21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</a:p>
        </p:txBody>
      </p:sp>
      <p:sp>
        <p:nvSpPr>
          <p:cNvPr id="21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8195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830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全背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21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750,000</a:t>
            </a:r>
          </a:p>
        </p:txBody>
      </p:sp>
      <p:sp>
        <p:nvSpPr>
          <p:cNvPr id="21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31723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F374F5D5-A62C-4439-C792-C9D88D30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68" y="5174312"/>
            <a:ext cx="1830633" cy="104411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54" name="Text 3">
            <a:extLst>
              <a:ext uri="{FF2B5EF4-FFF2-40B4-BE49-F238E27FC236}">
                <a16:creationId xmlns:a16="http://schemas.microsoft.com/office/drawing/2014/main" id="{70B1DE5D-40DB-EE22-ECCD-C0972A197244}"/>
              </a:ext>
            </a:extLst>
          </p:cNvPr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2A98A99F-80A2-D258-DB15-5DF5F5E994F0}"/>
              </a:ext>
            </a:extLst>
          </p:cNvPr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水光針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3F9F0950-79CD-71D1-D16C-D4F9BB36487D}"/>
              </a:ext>
            </a:extLst>
          </p:cNvPr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TW" sz="1227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再生 · 膠原蛋白/豐盈 · ECM · 彈力/水光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05C60A78-E929-024F-11CE-12017848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20" y="11470631"/>
            <a:ext cx="1837632" cy="1048111"/>
          </a:xfrm>
          <a:prstGeom prst="rect">
            <a:avLst/>
          </a:prstGeom>
          <a:ln w="12700">
            <a:solidFill>
              <a:schemeClr val="bg1">
                <a:lumMod val="95000"/>
              </a:schemeClr>
            </a:solidFill>
          </a:ln>
        </p:spPr>
      </p:pic>
      <p:sp>
        <p:nvSpPr>
          <p:cNvPr id="11" name="Text 8"/>
          <p:cNvSpPr/>
          <p:nvPr/>
        </p:nvSpPr>
        <p:spPr>
          <a:xfrm>
            <a:off x="927339" y="2959124"/>
            <a:ext cx="9275470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1556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再生</a:t>
            </a:r>
            <a:endParaRPr lang="en-US" altLang="ko-KR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2AB248D-F131-E8F2-0733-C64244F22B3D}"/>
              </a:ext>
            </a:extLst>
          </p:cNvPr>
          <p:cNvGrpSpPr/>
          <p:nvPr/>
        </p:nvGrpSpPr>
        <p:grpSpPr>
          <a:xfrm>
            <a:off x="927338" y="3369812"/>
            <a:ext cx="2175436" cy="1554999"/>
            <a:chOff x="927338" y="3292929"/>
            <a:chExt cx="2175436" cy="1554999"/>
          </a:xfrm>
        </p:grpSpPr>
        <p:sp>
          <p:nvSpPr>
            <p:cNvPr id="12" name="Text 9"/>
            <p:cNvSpPr/>
            <p:nvPr/>
          </p:nvSpPr>
          <p:spPr>
            <a:xfrm>
              <a:off x="927338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麗珠蘭黑盒 R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927338" y="4638766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鮭魚來源PN — 強化肌膚屏障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5BF1024-D103-4CF7-087A-3BC9F0A918A1}"/>
                </a:ext>
              </a:extLst>
            </p:cNvPr>
            <p:cNvSpPr/>
            <p:nvPr/>
          </p:nvSpPr>
          <p:spPr>
            <a:xfrm>
              <a:off x="927339" y="3292929"/>
              <a:ext cx="1837632" cy="1040862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629E457-9CAC-078C-E409-E48937729BBD}"/>
              </a:ext>
            </a:extLst>
          </p:cNvPr>
          <p:cNvGrpSpPr/>
          <p:nvPr/>
        </p:nvGrpSpPr>
        <p:grpSpPr>
          <a:xfrm>
            <a:off x="927338" y="5174312"/>
            <a:ext cx="2193623" cy="1554999"/>
            <a:chOff x="5212202" y="3292929"/>
            <a:chExt cx="2193623" cy="1554999"/>
          </a:xfrm>
        </p:grpSpPr>
        <p:sp>
          <p:nvSpPr>
            <p:cNvPr id="16" name="Text 13"/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麗珠蘭白盒 I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230389" y="4638766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眼周專用，改善細紋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1A01021-BD47-EBD4-6847-95ED29822700}"/>
                </a:ext>
              </a:extLst>
            </p:cNvPr>
            <p:cNvSpPr/>
            <p:nvPr/>
          </p:nvSpPr>
          <p:spPr>
            <a:xfrm>
              <a:off x="5212202" y="3292929"/>
              <a:ext cx="1837632" cy="1040862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6322D0-35FD-9B7B-82C4-C23F485DD1F6}"/>
              </a:ext>
            </a:extLst>
          </p:cNvPr>
          <p:cNvGrpSpPr/>
          <p:nvPr/>
        </p:nvGrpSpPr>
        <p:grpSpPr>
          <a:xfrm>
            <a:off x="3069771" y="3369812"/>
            <a:ext cx="2184529" cy="1732541"/>
            <a:chOff x="3069771" y="3292929"/>
            <a:chExt cx="2184529" cy="1732541"/>
          </a:xfrm>
        </p:grpSpPr>
        <p:sp>
          <p:nvSpPr>
            <p:cNvPr id="14" name="Text 11"/>
            <p:cNvSpPr/>
            <p:nvPr/>
          </p:nvSpPr>
          <p:spPr>
            <a:xfrm>
              <a:off x="3078864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麗珠蘭紅盒 HB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3078864" y="4638766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低疼痛感 · 含玻尿酸，兼具保濕效果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F669CEB-1944-DA80-6059-C5088AE6DDA2}"/>
                </a:ext>
              </a:extLst>
            </p:cNvPr>
            <p:cNvSpPr/>
            <p:nvPr/>
          </p:nvSpPr>
          <p:spPr>
            <a:xfrm>
              <a:off x="3069771" y="3292929"/>
              <a:ext cx="1837632" cy="1040862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96F72D-9F51-4BEA-799D-655D1545DD4F}"/>
              </a:ext>
            </a:extLst>
          </p:cNvPr>
          <p:cNvGrpSpPr/>
          <p:nvPr/>
        </p:nvGrpSpPr>
        <p:grpSpPr>
          <a:xfrm>
            <a:off x="927338" y="9675648"/>
            <a:ext cx="2202716" cy="1685006"/>
            <a:chOff x="7354635" y="3300108"/>
            <a:chExt cx="2202716" cy="1685006"/>
          </a:xfrm>
        </p:grpSpPr>
        <p:sp>
          <p:nvSpPr>
            <p:cNvPr id="22" name="Text 19"/>
            <p:cNvSpPr/>
            <p:nvPr/>
          </p:nvSpPr>
          <p:spPr>
            <a:xfrm>
              <a:off x="7381915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 xml:space="preserve">Olidia </a:t>
              </a:r>
              <a:r>
                <a:rPr lang="en-US" sz="934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120 · 365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7381915" y="4598410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 xml:space="preserve">PLLA — 刺激纖維母細胞， </a:t>
              </a:r>
            </a:p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促進膠原蛋白生成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FCC2E1F-378F-2FA4-C71B-961B07F06797}"/>
                </a:ext>
              </a:extLst>
            </p:cNvPr>
            <p:cNvSpPr/>
            <p:nvPr/>
          </p:nvSpPr>
          <p:spPr>
            <a:xfrm>
              <a:off x="7354635" y="3300108"/>
              <a:ext cx="1837632" cy="1040862"/>
            </a:xfrm>
            <a:prstGeom prst="rect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A7581D-D363-162D-470A-28A79D76B2D1}"/>
              </a:ext>
            </a:extLst>
          </p:cNvPr>
          <p:cNvGrpSpPr/>
          <p:nvPr/>
        </p:nvGrpSpPr>
        <p:grpSpPr>
          <a:xfrm>
            <a:off x="3078864" y="9675648"/>
            <a:ext cx="2193623" cy="1733009"/>
            <a:chOff x="5212202" y="5104272"/>
            <a:chExt cx="2193623" cy="1733009"/>
          </a:xfrm>
        </p:grpSpPr>
        <p:sp>
          <p:nvSpPr>
            <p:cNvPr id="24" name="Text 21"/>
            <p:cNvSpPr/>
            <p:nvPr/>
          </p:nvSpPr>
          <p:spPr>
            <a:xfrm>
              <a:off x="523038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晶亮瓷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230390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 xml:space="preserve">CaHA — 立即豐盈感與 </a:t>
              </a:r>
            </a:p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持續彈性提升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25357A3-24F0-10F9-3F57-01C1A0F34EAE}"/>
                </a:ext>
              </a:extLst>
            </p:cNvPr>
            <p:cNvSpPr/>
            <p:nvPr/>
          </p:nvSpPr>
          <p:spPr>
            <a:xfrm>
              <a:off x="5212202" y="5104272"/>
              <a:ext cx="1837632" cy="1040862"/>
            </a:xfrm>
            <a:prstGeom prst="rect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4C190F9-BDA6-D466-EC6D-0E6D9D573C8B}"/>
              </a:ext>
            </a:extLst>
          </p:cNvPr>
          <p:cNvGrpSpPr/>
          <p:nvPr/>
        </p:nvGrpSpPr>
        <p:grpSpPr>
          <a:xfrm>
            <a:off x="927338" y="7871484"/>
            <a:ext cx="2175437" cy="1562646"/>
            <a:chOff x="927338" y="5097093"/>
            <a:chExt cx="2175437" cy="1562646"/>
          </a:xfrm>
        </p:grpSpPr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267F8B4-B4A0-BF67-6F01-F232C05EFE80}"/>
                </a:ext>
              </a:extLst>
            </p:cNvPr>
            <p:cNvSpPr/>
            <p:nvPr/>
          </p:nvSpPr>
          <p:spPr>
            <a:xfrm>
              <a:off x="92733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喬雅露水光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1B32C0F2-7B72-51EC-8E75-6BE570894F8E}"/>
                </a:ext>
              </a:extLst>
            </p:cNvPr>
            <p:cNvSpPr/>
            <p:nvPr/>
          </p:nvSpPr>
          <p:spPr>
            <a:xfrm>
              <a:off x="927339" y="6450577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PDLLA — 改善膚質 · 縮小毛孔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730483F-ED13-E0B0-94A9-17B6EBC20138}"/>
                </a:ext>
              </a:extLst>
            </p:cNvPr>
            <p:cNvSpPr/>
            <p:nvPr/>
          </p:nvSpPr>
          <p:spPr>
            <a:xfrm>
              <a:off x="927338" y="5097093"/>
              <a:ext cx="1837632" cy="1040862"/>
            </a:xfrm>
            <a:prstGeom prst="rect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0AAF7C7-7E88-959E-4B8F-1097235CB6AD}"/>
              </a:ext>
            </a:extLst>
          </p:cNvPr>
          <p:cNvGrpSpPr/>
          <p:nvPr/>
        </p:nvGrpSpPr>
        <p:grpSpPr>
          <a:xfrm>
            <a:off x="3069770" y="7871484"/>
            <a:ext cx="2184529" cy="1740188"/>
            <a:chOff x="3069770" y="5097093"/>
            <a:chExt cx="2184529" cy="1740188"/>
          </a:xfrm>
        </p:grpSpPr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B0BECB8D-00BB-52AA-0DCE-4B70AE925F25}"/>
                </a:ext>
              </a:extLst>
            </p:cNvPr>
            <p:cNvSpPr/>
            <p:nvPr/>
          </p:nvSpPr>
          <p:spPr>
            <a:xfrm>
              <a:off x="3078863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喬雅露豐盈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37C54209-7E29-29E8-2B1C-C7DFCD7E6D68}"/>
                </a:ext>
              </a:extLst>
            </p:cNvPr>
            <p:cNvSpPr/>
            <p:nvPr/>
          </p:nvSpPr>
          <p:spPr>
            <a:xfrm>
              <a:off x="3078863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 xml:space="preserve">打造優雅輪廓的 </a:t>
              </a:r>
            </a:p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膠原蛋白增生劑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B2E1963-D386-0B1D-1573-EC480B2F2AFA}"/>
                </a:ext>
              </a:extLst>
            </p:cNvPr>
            <p:cNvSpPr/>
            <p:nvPr/>
          </p:nvSpPr>
          <p:spPr>
            <a:xfrm>
              <a:off x="3069770" y="5097093"/>
              <a:ext cx="1837632" cy="1040862"/>
            </a:xfrm>
            <a:prstGeom prst="rect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 26"/>
          <p:cNvSpPr/>
          <p:nvPr/>
        </p:nvSpPr>
        <p:spPr>
          <a:xfrm>
            <a:off x="927339" y="7460460"/>
            <a:ext cx="2904432" cy="22225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85000" lnSpcReduction="20000"/>
          </a:bodyPr>
          <a:lstStyle/>
          <a:p>
            <a:r>
              <a:rPr lang="zh-TW" sz="1470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膠原蛋白 / 豐盈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22D1372-66B1-421E-EC60-58B7C0D34C44}"/>
              </a:ext>
            </a:extLst>
          </p:cNvPr>
          <p:cNvGrpSpPr/>
          <p:nvPr/>
        </p:nvGrpSpPr>
        <p:grpSpPr>
          <a:xfrm>
            <a:off x="5379520" y="3338169"/>
            <a:ext cx="2175436" cy="1732206"/>
            <a:chOff x="927338" y="5508117"/>
            <a:chExt cx="2175436" cy="1732206"/>
          </a:xfrm>
        </p:grpSpPr>
        <p:sp>
          <p:nvSpPr>
            <p:cNvPr id="30" name="Text 27"/>
            <p:cNvSpPr/>
            <p:nvPr/>
          </p:nvSpPr>
          <p:spPr>
            <a:xfrm>
              <a:off x="927338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098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Celcore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927338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 xml:space="preserve">以ECM為基礎 — 肌膚結構性 </a:t>
              </a:r>
            </a:p>
            <a:p>
              <a:pPr>
                <a:lnSpc>
                  <a:spcPct val="131104"/>
                </a:lnSpc>
              </a:pPr>
              <a:r>
                <a:rPr lang="zh-TW" sz="965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再生與修復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2976A93-3C2E-C979-685E-253010963591}"/>
                </a:ext>
              </a:extLst>
            </p:cNvPr>
            <p:cNvSpPr/>
            <p:nvPr/>
          </p:nvSpPr>
          <p:spPr>
            <a:xfrm>
              <a:off x="927338" y="5508117"/>
              <a:ext cx="1837632" cy="1040862"/>
            </a:xfrm>
            <a:prstGeom prst="rect">
              <a:avLst/>
            </a:prstGeom>
            <a:blipFill dpi="0" rotWithShape="1">
              <a:blip r:embed="rId12"/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A4B7FF-5B05-CC18-2AF5-6EE4C045689E}"/>
              </a:ext>
            </a:extLst>
          </p:cNvPr>
          <p:cNvGrpSpPr/>
          <p:nvPr/>
        </p:nvGrpSpPr>
        <p:grpSpPr>
          <a:xfrm>
            <a:off x="7521952" y="3338169"/>
            <a:ext cx="2184530" cy="1732206"/>
            <a:chOff x="3069770" y="5508117"/>
            <a:chExt cx="2184530" cy="1732206"/>
          </a:xfrm>
        </p:grpSpPr>
        <p:sp>
          <p:nvSpPr>
            <p:cNvPr id="32" name="Text 29"/>
            <p:cNvSpPr/>
            <p:nvPr/>
          </p:nvSpPr>
          <p:spPr>
            <a:xfrm>
              <a:off x="3078864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Re2O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3078864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 xml:space="preserve">同種真皮來源 — 即時肌膚 </a:t>
              </a:r>
            </a:p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重塑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FAA6388-BBFB-432C-0BD8-E98CD8943AF2}"/>
                </a:ext>
              </a:extLst>
            </p:cNvPr>
            <p:cNvSpPr/>
            <p:nvPr/>
          </p:nvSpPr>
          <p:spPr>
            <a:xfrm>
              <a:off x="3069770" y="5508117"/>
              <a:ext cx="1837632" cy="1040862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C42B10-3699-9EEA-87F1-59402B3CC5BC}"/>
              </a:ext>
            </a:extLst>
          </p:cNvPr>
          <p:cNvGrpSpPr/>
          <p:nvPr/>
        </p:nvGrpSpPr>
        <p:grpSpPr>
          <a:xfrm>
            <a:off x="5379520" y="5174312"/>
            <a:ext cx="2193623" cy="1725027"/>
            <a:chOff x="5212202" y="5515296"/>
            <a:chExt cx="2193623" cy="1725027"/>
          </a:xfrm>
        </p:grpSpPr>
        <p:sp>
          <p:nvSpPr>
            <p:cNvPr id="34" name="Text 31"/>
            <p:cNvSpPr/>
            <p:nvPr/>
          </p:nvSpPr>
          <p:spPr>
            <a:xfrm>
              <a:off x="5230389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Re2O Fine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230390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 xml:space="preserve">專為精細部位打造的同種真皮 </a:t>
              </a:r>
            </a:p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水光針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677C29C-E50A-C685-B8A6-C022B8388B8D}"/>
                </a:ext>
              </a:extLst>
            </p:cNvPr>
            <p:cNvSpPr/>
            <p:nvPr/>
          </p:nvSpPr>
          <p:spPr>
            <a:xfrm>
              <a:off x="5212202" y="5515296"/>
              <a:ext cx="1837632" cy="1040862"/>
            </a:xfrm>
            <a:prstGeom prst="rect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 36"/>
          <p:cNvSpPr/>
          <p:nvPr/>
        </p:nvSpPr>
        <p:spPr>
          <a:xfrm>
            <a:off x="5379521" y="2959124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ECM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5C39862-A3A3-AB2E-CAC7-7A613C171073}"/>
              </a:ext>
            </a:extLst>
          </p:cNvPr>
          <p:cNvGrpSpPr/>
          <p:nvPr/>
        </p:nvGrpSpPr>
        <p:grpSpPr>
          <a:xfrm>
            <a:off x="5379520" y="7851915"/>
            <a:ext cx="2175436" cy="1586642"/>
            <a:chOff x="927338" y="7840652"/>
            <a:chExt cx="2175436" cy="1586642"/>
          </a:xfrm>
        </p:grpSpPr>
        <p:sp>
          <p:nvSpPr>
            <p:cNvPr id="40" name="Text 37"/>
            <p:cNvSpPr/>
            <p:nvPr/>
          </p:nvSpPr>
          <p:spPr>
            <a:xfrm>
              <a:off x="927338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Lilied M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927338" y="9218132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HA — 保濕與水油平衡調節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F8820AC2-0B7C-F3C3-C322-D7F474366210}"/>
                </a:ext>
              </a:extLst>
            </p:cNvPr>
            <p:cNvSpPr/>
            <p:nvPr/>
          </p:nvSpPr>
          <p:spPr>
            <a:xfrm>
              <a:off x="927338" y="7840652"/>
              <a:ext cx="1837632" cy="1040862"/>
            </a:xfrm>
            <a:prstGeom prst="rect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7983FEA-4D67-7A57-F534-1D009731D8B9}"/>
              </a:ext>
            </a:extLst>
          </p:cNvPr>
          <p:cNvGrpSpPr/>
          <p:nvPr/>
        </p:nvGrpSpPr>
        <p:grpSpPr>
          <a:xfrm>
            <a:off x="7521952" y="7851915"/>
            <a:ext cx="2184530" cy="1764184"/>
            <a:chOff x="3069770" y="7840652"/>
            <a:chExt cx="2184530" cy="1764184"/>
          </a:xfrm>
        </p:grpSpPr>
        <p:sp>
          <p:nvSpPr>
            <p:cNvPr id="42" name="Text 39"/>
            <p:cNvSpPr/>
            <p:nvPr/>
          </p:nvSpPr>
          <p:spPr>
            <a:xfrm>
              <a:off x="3078864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Hilowave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3078864" y="9218132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高純度 HA 膠原蛋白促進劑</a:t>
              </a:r>
              <a:endParaRPr 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  <a:p>
              <a:pPr>
                <a:lnSpc>
                  <a:spcPct val="131104"/>
                </a:lnSpc>
              </a:pPr>
              <a:r>
                <a:rPr lang="zh-TW" sz="965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 xml:space="preserve"> — 水分 · 彈力 · 膚質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7AC3AC3-F052-C230-853A-99FEF9369ACB}"/>
                </a:ext>
              </a:extLst>
            </p:cNvPr>
            <p:cNvSpPr/>
            <p:nvPr/>
          </p:nvSpPr>
          <p:spPr>
            <a:xfrm>
              <a:off x="3069770" y="7840652"/>
              <a:ext cx="1837632" cy="1040862"/>
            </a:xfrm>
            <a:prstGeom prst="rect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C93FF9B0-2397-3227-5BB6-AC461D01FDA9}"/>
              </a:ext>
            </a:extLst>
          </p:cNvPr>
          <p:cNvGrpSpPr/>
          <p:nvPr/>
        </p:nvGrpSpPr>
        <p:grpSpPr>
          <a:xfrm>
            <a:off x="5379520" y="9675648"/>
            <a:ext cx="4345149" cy="1757005"/>
            <a:chOff x="9664384" y="7263323"/>
            <a:chExt cx="4345149" cy="1757005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8CBC44F5-AC36-CF95-37DC-3400D4038C9F}"/>
                </a:ext>
              </a:extLst>
            </p:cNvPr>
            <p:cNvGrpSpPr/>
            <p:nvPr/>
          </p:nvGrpSpPr>
          <p:grpSpPr>
            <a:xfrm>
              <a:off x="9664384" y="7263323"/>
              <a:ext cx="2193623" cy="1757005"/>
              <a:chOff x="5212202" y="7847831"/>
              <a:chExt cx="2193623" cy="1757005"/>
            </a:xfrm>
          </p:grpSpPr>
          <p:sp>
            <p:nvSpPr>
              <p:cNvPr id="44" name="Text 41"/>
              <p:cNvSpPr/>
              <p:nvPr/>
            </p:nvSpPr>
            <p:spPr>
              <a:xfrm>
                <a:off x="5230389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zh-TW" sz="1183" b="1" dirty="0">
                    <a:solidFill>
                      <a:srgbClr val="1A1A1A"/>
                    </a:solidFill>
                    <a:latin typeface="Noto Sans TC Medium"/>
                    <a:ea typeface="Noto Sans TC Medium"/>
                    <a:cs typeface="Sinsegye" pitchFamily="34" charset="-120"/>
                  </a:rPr>
                  <a:t>喬雅登 Skinvive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5230390" y="9218132"/>
                <a:ext cx="2040907" cy="386704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10000"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zh-TW" sz="965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Sinsegye" pitchFamily="34" charset="-120"/>
                  </a:rPr>
                  <a:t xml:space="preserve">高級 HA — 持久保濕 · </a:t>
                </a:r>
              </a:p>
              <a:p>
                <a:pPr>
                  <a:lnSpc>
                    <a:spcPct val="131104"/>
                  </a:lnSpc>
                </a:pPr>
                <a:r>
                  <a:rPr lang="zh-TW" sz="965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Sinsegye" pitchFamily="34" charset="-120"/>
                  </a:rPr>
                  <a:t>改善細紋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78D7F5B0-12CF-C48D-0374-D756879E73E1}"/>
                  </a:ext>
                </a:extLst>
              </p:cNvPr>
              <p:cNvSpPr/>
              <p:nvPr/>
            </p:nvSpPr>
            <p:spPr>
              <a:xfrm>
                <a:off x="5212202" y="7847831"/>
                <a:ext cx="1837632" cy="1040862"/>
              </a:xfrm>
              <a:prstGeom prst="rect">
                <a:avLst/>
              </a:prstGeom>
              <a:blipFill dpi="0"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2A4D949-DF8A-3352-E43B-9DF607312FC8}"/>
                </a:ext>
              </a:extLst>
            </p:cNvPr>
            <p:cNvGrpSpPr/>
            <p:nvPr/>
          </p:nvGrpSpPr>
          <p:grpSpPr>
            <a:xfrm>
              <a:off x="11806816" y="7263323"/>
              <a:ext cx="2202717" cy="1757005"/>
              <a:chOff x="7354634" y="7847831"/>
              <a:chExt cx="2202717" cy="1757005"/>
            </a:xfrm>
          </p:grpSpPr>
          <p:sp>
            <p:nvSpPr>
              <p:cNvPr id="46" name="Text 43"/>
              <p:cNvSpPr/>
              <p:nvPr/>
            </p:nvSpPr>
            <p:spPr>
              <a:xfrm>
                <a:off x="7381915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zh-TW" sz="1183" b="1" dirty="0">
                    <a:solidFill>
                      <a:srgbClr val="1A1A1A"/>
                    </a:solidFill>
                    <a:latin typeface="Noto Sans TC Medium"/>
                    <a:ea typeface="Noto Sans TC Medium"/>
                    <a:cs typeface="Sinsegye" pitchFamily="34" charset="-120"/>
                  </a:rPr>
                  <a:t>保柔緹 Revive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7381915" y="9218132"/>
                <a:ext cx="2040907" cy="386704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10000"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zh-TW" sz="965" dirty="0">
                    <a:solidFill>
                      <a:srgbClr val="555555"/>
                    </a:solidFill>
                    <a:latin typeface="Noto Sans TC Medium"/>
                    <a:ea typeface="Noto Sans TC Medium"/>
                    <a:cs typeface="Sinsegye" pitchFamily="34" charset="-120"/>
                  </a:rPr>
                  <a:t>HA + 甘油 — 保濕 · 強化屏障 · 抗炎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6842A6A3-0F28-D48F-2F62-69A6C2DCCBC8}"/>
                  </a:ext>
                </a:extLst>
              </p:cNvPr>
              <p:cNvSpPr/>
              <p:nvPr/>
            </p:nvSpPr>
            <p:spPr>
              <a:xfrm>
                <a:off x="7354634" y="7847831"/>
                <a:ext cx="1837632" cy="1040862"/>
              </a:xfrm>
              <a:prstGeom prst="rect">
                <a:avLst/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Text 36">
            <a:extLst>
              <a:ext uri="{FF2B5EF4-FFF2-40B4-BE49-F238E27FC236}">
                <a16:creationId xmlns:a16="http://schemas.microsoft.com/office/drawing/2014/main" id="{7E4C7A88-8F87-BC7C-5E4F-37B6E63124F1}"/>
              </a:ext>
            </a:extLst>
          </p:cNvPr>
          <p:cNvSpPr/>
          <p:nvPr/>
        </p:nvSpPr>
        <p:spPr>
          <a:xfrm>
            <a:off x="5379521" y="7460460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TW" sz="1556" b="1" dirty="0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彈力 / 水光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703C385-418D-C576-3BD5-9C9EBF15EAC0}"/>
              </a:ext>
            </a:extLst>
          </p:cNvPr>
          <p:cNvSpPr/>
          <p:nvPr/>
        </p:nvSpPr>
        <p:spPr>
          <a:xfrm>
            <a:off x="5379520" y="12632221"/>
            <a:ext cx="2175436" cy="192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TW" sz="870" b="1">
                <a:solidFill>
                  <a:srgbClr val="1A1A1A"/>
                </a:solidFill>
                <a:latin typeface="Noto Sans TC Medium"/>
                <a:ea typeface="Noto Sans TC Medium"/>
                <a:cs typeface="Sinsegye" pitchFamily="34" charset="-120"/>
              </a:rPr>
              <a:t>HIJU 水光針</a:t>
            </a:r>
            <a:endParaRPr lang="en-US" sz="118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D156B3FE-DADC-EC72-3392-A81F5090B9B2}"/>
              </a:ext>
            </a:extLst>
          </p:cNvPr>
          <p:cNvSpPr/>
          <p:nvPr/>
        </p:nvSpPr>
        <p:spPr>
          <a:xfrm>
            <a:off x="5379520" y="12848111"/>
            <a:ext cx="2175436" cy="209162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31104"/>
              </a:lnSpc>
            </a:pPr>
            <a:r>
              <a:rPr lang="zh-TW" sz="965" dirty="0">
                <a:solidFill>
                  <a:srgbClr val="555555"/>
                </a:solidFill>
                <a:latin typeface="Noto Sans TC Medium"/>
                <a:ea typeface="Noto Sans TC Medium"/>
                <a:cs typeface="Sinsegye" pitchFamily="34" charset="-120"/>
              </a:rPr>
              <a:t>高密度補水護理</a:t>
            </a:r>
            <a:endParaRPr lang="en-US" sz="96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CF773360-A023-032B-A4FA-4B0B80893B79}"/>
              </a:ext>
            </a:extLst>
          </p:cNvPr>
          <p:cNvGrpSpPr/>
          <p:nvPr/>
        </p:nvGrpSpPr>
        <p:grpSpPr>
          <a:xfrm>
            <a:off x="927338" y="3248885"/>
            <a:ext cx="8432248" cy="0"/>
            <a:chOff x="927338" y="3248885"/>
            <a:chExt cx="8432248" cy="0"/>
          </a:xfrm>
        </p:grpSpPr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01735976-8FB8-113C-2A04-C4D5B5403F33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715F6CC-9CE3-EF6B-DD40-AC5C9FBB3C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780811B-7007-8124-B2BB-2B884832C080}"/>
              </a:ext>
            </a:extLst>
          </p:cNvPr>
          <p:cNvGrpSpPr/>
          <p:nvPr/>
        </p:nvGrpSpPr>
        <p:grpSpPr>
          <a:xfrm>
            <a:off x="927338" y="7760260"/>
            <a:ext cx="8432248" cy="0"/>
            <a:chOff x="927338" y="3248885"/>
            <a:chExt cx="8432248" cy="0"/>
          </a:xfrm>
        </p:grpSpPr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A10763DF-B096-9E02-9E98-EBF1ADD6F58F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CE9895A-F689-72E1-7C5E-6FA1C9D5BE46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CF7E86-60CC-4359-125C-759FD1CF35A7}"/>
              </a:ext>
            </a:extLst>
          </p:cNvPr>
          <p:cNvGrpSpPr/>
          <p:nvPr/>
        </p:nvGrpSpPr>
        <p:grpSpPr>
          <a:xfrm>
            <a:off x="3087956" y="6304259"/>
            <a:ext cx="2175436" cy="642064"/>
            <a:chOff x="5230389" y="4422876"/>
            <a:chExt cx="2175436" cy="642064"/>
          </a:xfrm>
        </p:grpSpPr>
        <p:sp>
          <p:nvSpPr>
            <p:cNvPr id="4" name="Text 13">
              <a:extLst>
                <a:ext uri="{FF2B5EF4-FFF2-40B4-BE49-F238E27FC236}">
                  <a16:creationId xmlns:a16="http://schemas.microsoft.com/office/drawing/2014/main" id="{204CB965-F157-1162-5997-13DAB2EC61C2}"/>
                </a:ext>
              </a:extLst>
            </p:cNvPr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TW" sz="1183" b="1" dirty="0">
                  <a:solidFill>
                    <a:srgbClr val="1A1A1A"/>
                  </a:solidFill>
                  <a:latin typeface="Noto Sans TC Medium"/>
                  <a:ea typeface="Noto Sans TC Medium"/>
                  <a:cs typeface="Sinsegye" pitchFamily="34" charset="-120"/>
                </a:rPr>
                <a:t>EXOXE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" name="Text 14">
              <a:extLst>
                <a:ext uri="{FF2B5EF4-FFF2-40B4-BE49-F238E27FC236}">
                  <a16:creationId xmlns:a16="http://schemas.microsoft.com/office/drawing/2014/main" id="{0D2CF46A-E595-122C-D7CC-3B57F54930E5}"/>
                </a:ext>
              </a:extLst>
            </p:cNvPr>
            <p:cNvSpPr/>
            <p:nvPr/>
          </p:nvSpPr>
          <p:spPr>
            <a:xfrm>
              <a:off x="5230389" y="4638766"/>
              <a:ext cx="2175436" cy="42617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/>
            </a:bodyPr>
            <a:lstStyle/>
            <a:p>
              <a:pPr>
                <a:lnSpc>
                  <a:spcPct val="131104"/>
                </a:lnSpc>
              </a:pPr>
              <a:r>
                <a:rPr lang="zh-TW" sz="900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傳遞再生訊號 — 改善屏障 ·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  <a:p>
              <a:pPr>
                <a:lnSpc>
                  <a:spcPct val="131104"/>
                </a:lnSpc>
              </a:pPr>
              <a:r>
                <a:rPr lang="zh-TW" sz="900" dirty="0">
                  <a:solidFill>
                    <a:srgbClr val="555555"/>
                  </a:solidFill>
                  <a:latin typeface="Noto Sans TC Medium"/>
                  <a:ea typeface="Noto Sans TC Medium"/>
                  <a:cs typeface="Sinsegye" pitchFamily="34" charset="-120"/>
                </a:rPr>
                <a:t>舒緩發炎 · 彈力 · 改善膚質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水光針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TW" sz="1227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再生 · 膠原蛋白/豐盈 · ECM · 彈力/水光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0627B9-B2BB-446F-4014-D1692DF8E8BE}"/>
              </a:ext>
            </a:extLst>
          </p:cNvPr>
          <p:cNvGrpSpPr/>
          <p:nvPr/>
        </p:nvGrpSpPr>
        <p:grpSpPr>
          <a:xfrm>
            <a:off x="930580" y="2720019"/>
            <a:ext cx="8316077" cy="1496252"/>
            <a:chOff x="930580" y="2720019"/>
            <a:chExt cx="8316077" cy="149625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F6BE59-3378-1C3C-740C-8BCFF4B73C25}"/>
                </a:ext>
              </a:extLst>
            </p:cNvPr>
            <p:cNvSpPr txBox="1"/>
            <p:nvPr/>
          </p:nvSpPr>
          <p:spPr>
            <a:xfrm>
              <a:off x="930580" y="2720019"/>
              <a:ext cx="68290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再生</a:t>
              </a:r>
            </a:p>
          </p:txBody>
        </p:sp>
        <p:sp>
          <p:nvSpPr>
            <p:cNvPr id="114" name="Shape 7">
              <a:extLst>
                <a:ext uri="{FF2B5EF4-FFF2-40B4-BE49-F238E27FC236}">
                  <a16:creationId xmlns:a16="http://schemas.microsoft.com/office/drawing/2014/main" id="{883F2A57-DC8F-5F6A-617A-619BD74F9056}"/>
                </a:ext>
              </a:extLst>
            </p:cNvPr>
            <p:cNvSpPr/>
            <p:nvPr/>
          </p:nvSpPr>
          <p:spPr>
            <a:xfrm>
              <a:off x="1041515" y="343474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16" name="Shape 7">
              <a:extLst>
                <a:ext uri="{FF2B5EF4-FFF2-40B4-BE49-F238E27FC236}">
                  <a16:creationId xmlns:a16="http://schemas.microsoft.com/office/drawing/2014/main" id="{2C7E9AFF-D4D8-409B-B054-E98A5B26C883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18" name="Shape 7">
              <a:extLst>
                <a:ext uri="{FF2B5EF4-FFF2-40B4-BE49-F238E27FC236}">
                  <a16:creationId xmlns:a16="http://schemas.microsoft.com/office/drawing/2014/main" id="{404CEEB9-FE28-B85C-760A-1116B91CFEDC}"/>
                </a:ext>
              </a:extLst>
            </p:cNvPr>
            <p:cNvSpPr/>
            <p:nvPr/>
          </p:nvSpPr>
          <p:spPr>
            <a:xfrm>
              <a:off x="1041515" y="382043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12" name="Text 11">
              <a:extLst>
                <a:ext uri="{FF2B5EF4-FFF2-40B4-BE49-F238E27FC236}">
                  <a16:creationId xmlns:a16="http://schemas.microsoft.com/office/drawing/2014/main" id="{2117F15C-6805-92B1-E917-BF8F4CAE6D0B}"/>
                </a:ext>
              </a:extLst>
            </p:cNvPr>
            <p:cNvSpPr/>
            <p:nvPr/>
          </p:nvSpPr>
          <p:spPr>
            <a:xfrm>
              <a:off x="1044691" y="3057439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麗珠蘭黑盒 R (2cc)</a:t>
              </a:r>
            </a:p>
          </p:txBody>
        </p:sp>
        <p:sp>
          <p:nvSpPr>
            <p:cNvPr id="113" name="Text 15">
              <a:extLst>
                <a:ext uri="{FF2B5EF4-FFF2-40B4-BE49-F238E27FC236}">
                  <a16:creationId xmlns:a16="http://schemas.microsoft.com/office/drawing/2014/main" id="{F2AD08AD-2B1C-9665-0D8D-A31B92704383}"/>
                </a:ext>
              </a:extLst>
            </p:cNvPr>
            <p:cNvSpPr/>
            <p:nvPr/>
          </p:nvSpPr>
          <p:spPr>
            <a:xfrm>
              <a:off x="6981209" y="3058910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300,000</a:t>
              </a:r>
            </a:p>
          </p:txBody>
        </p:sp>
        <p:sp>
          <p:nvSpPr>
            <p:cNvPr id="110" name="Text 11">
              <a:extLst>
                <a:ext uri="{FF2B5EF4-FFF2-40B4-BE49-F238E27FC236}">
                  <a16:creationId xmlns:a16="http://schemas.microsoft.com/office/drawing/2014/main" id="{43CA04EE-1A71-B8E6-FA01-26604D53849B}"/>
                </a:ext>
              </a:extLst>
            </p:cNvPr>
            <p:cNvSpPr/>
            <p:nvPr/>
          </p:nvSpPr>
          <p:spPr>
            <a:xfrm>
              <a:off x="1044691" y="344928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麗珠蘭紅盒 HB (1cc)</a:t>
              </a:r>
              <a:endPara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111" name="Text 15">
              <a:extLst>
                <a:ext uri="{FF2B5EF4-FFF2-40B4-BE49-F238E27FC236}">
                  <a16:creationId xmlns:a16="http://schemas.microsoft.com/office/drawing/2014/main" id="{4BD8EE7D-3CFF-92D2-74AB-C9EFC0206535}"/>
                </a:ext>
              </a:extLst>
            </p:cNvPr>
            <p:cNvSpPr/>
            <p:nvPr/>
          </p:nvSpPr>
          <p:spPr>
            <a:xfrm>
              <a:off x="6981209" y="345075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108" name="Text 11">
              <a:extLst>
                <a:ext uri="{FF2B5EF4-FFF2-40B4-BE49-F238E27FC236}">
                  <a16:creationId xmlns:a16="http://schemas.microsoft.com/office/drawing/2014/main" id="{0481B1C7-D92C-3795-EC47-8DDF1D1BD282}"/>
                </a:ext>
              </a:extLst>
            </p:cNvPr>
            <p:cNvSpPr/>
            <p:nvPr/>
          </p:nvSpPr>
          <p:spPr>
            <a:xfrm>
              <a:off x="1044691" y="3828743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麗珠蘭白盒 I (1cc)</a:t>
              </a:r>
            </a:p>
          </p:txBody>
        </p:sp>
        <p:sp>
          <p:nvSpPr>
            <p:cNvPr id="109" name="Text 15">
              <a:extLst>
                <a:ext uri="{FF2B5EF4-FFF2-40B4-BE49-F238E27FC236}">
                  <a16:creationId xmlns:a16="http://schemas.microsoft.com/office/drawing/2014/main" id="{ECD195C4-54E2-0260-6884-BEE2B6DFFB47}"/>
                </a:ext>
              </a:extLst>
            </p:cNvPr>
            <p:cNvSpPr/>
            <p:nvPr/>
          </p:nvSpPr>
          <p:spPr>
            <a:xfrm>
              <a:off x="6981209" y="3830214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120" name="Shape 7">
              <a:extLst>
                <a:ext uri="{FF2B5EF4-FFF2-40B4-BE49-F238E27FC236}">
                  <a16:creationId xmlns:a16="http://schemas.microsoft.com/office/drawing/2014/main" id="{90803F78-704E-9988-3DA6-864552ACA6B6}"/>
                </a:ext>
              </a:extLst>
            </p:cNvPr>
            <p:cNvSpPr/>
            <p:nvPr/>
          </p:nvSpPr>
          <p:spPr>
            <a:xfrm>
              <a:off x="1041515" y="420266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sp>
        <p:nvSpPr>
          <p:cNvPr id="123" name="Shape 7">
            <a:extLst>
              <a:ext uri="{FF2B5EF4-FFF2-40B4-BE49-F238E27FC236}">
                <a16:creationId xmlns:a16="http://schemas.microsoft.com/office/drawing/2014/main" id="{14766AB7-B42A-0519-0429-6E88F9CC9B22}"/>
              </a:ext>
            </a:extLst>
          </p:cNvPr>
          <p:cNvSpPr/>
          <p:nvPr/>
        </p:nvSpPr>
        <p:spPr>
          <a:xfrm>
            <a:off x="1041515" y="63457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29695242-7D7B-23F0-D2AC-456FF52680CA}"/>
              </a:ext>
            </a:extLst>
          </p:cNvPr>
          <p:cNvSpPr/>
          <p:nvPr/>
        </p:nvSpPr>
        <p:spPr>
          <a:xfrm>
            <a:off x="1044691" y="6354012"/>
            <a:ext cx="5660909" cy="770722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Olidia</a:t>
            </a: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A816B10-0115-6AAB-C390-DC9BEFAC69F7}"/>
              </a:ext>
            </a:extLst>
          </p:cNvPr>
          <p:cNvSpPr/>
          <p:nvPr/>
        </p:nvSpPr>
        <p:spPr>
          <a:xfrm>
            <a:off x="6981209" y="6355483"/>
            <a:ext cx="2265448" cy="7692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120 (4cc)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400,000</a:t>
            </a:r>
          </a:p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 xml:space="preserve">365 (1瓶)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  <a:endParaRPr lang="en-US" altLang="ko-KR" sz="16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485CC30B-6D60-DF5F-EE90-77B7268E13A4}"/>
              </a:ext>
            </a:extLst>
          </p:cNvPr>
          <p:cNvSpPr/>
          <p:nvPr/>
        </p:nvSpPr>
        <p:spPr>
          <a:xfrm>
            <a:off x="1041515" y="712235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60F540FE-75C4-770C-880E-F4DA89E5081B}"/>
              </a:ext>
            </a:extLst>
          </p:cNvPr>
          <p:cNvSpPr/>
          <p:nvPr/>
        </p:nvSpPr>
        <p:spPr>
          <a:xfrm>
            <a:off x="1044691" y="5092790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喬雅露水光</a:t>
            </a:r>
            <a:endParaRPr lang="ko-KR" altLang="en-US" sz="10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7" name="Text 15">
            <a:extLst>
              <a:ext uri="{FF2B5EF4-FFF2-40B4-BE49-F238E27FC236}">
                <a16:creationId xmlns:a16="http://schemas.microsoft.com/office/drawing/2014/main" id="{2141CB39-CB43-70B9-EEEC-76A42F380FEF}"/>
              </a:ext>
            </a:extLst>
          </p:cNvPr>
          <p:cNvSpPr/>
          <p:nvPr/>
        </p:nvSpPr>
        <p:spPr>
          <a:xfrm>
            <a:off x="7711440" y="5094261"/>
            <a:ext cx="1535216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4cc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1Vial(8cc)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57B17C8A-93B1-5C79-68A0-2F70088F2146}"/>
              </a:ext>
            </a:extLst>
          </p:cNvPr>
          <p:cNvSpPr/>
          <p:nvPr/>
        </p:nvSpPr>
        <p:spPr>
          <a:xfrm>
            <a:off x="1041515" y="571294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9A1CCE11-8AC1-6AF1-C454-10BF2144FDA1}"/>
              </a:ext>
            </a:extLst>
          </p:cNvPr>
          <p:cNvSpPr/>
          <p:nvPr/>
        </p:nvSpPr>
        <p:spPr>
          <a:xfrm>
            <a:off x="1044691" y="5725554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喬雅露豐盈 (8cc)</a:t>
            </a: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C68EA4E0-19DD-D21F-D992-029E097932DA}"/>
              </a:ext>
            </a:extLst>
          </p:cNvPr>
          <p:cNvSpPr/>
          <p:nvPr/>
        </p:nvSpPr>
        <p:spPr>
          <a:xfrm>
            <a:off x="7819956" y="5727025"/>
            <a:ext cx="1426700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 xml:space="preserve">1次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3次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2,000,000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204" name="Text 11">
            <a:extLst>
              <a:ext uri="{FF2B5EF4-FFF2-40B4-BE49-F238E27FC236}">
                <a16:creationId xmlns:a16="http://schemas.microsoft.com/office/drawing/2014/main" id="{F1E61DD0-E71D-481E-C763-A8D5BDE44943}"/>
              </a:ext>
            </a:extLst>
          </p:cNvPr>
          <p:cNvSpPr/>
          <p:nvPr/>
        </p:nvSpPr>
        <p:spPr>
          <a:xfrm>
            <a:off x="1044691" y="7134744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晶亮瓷 1支</a:t>
            </a:r>
          </a:p>
        </p:txBody>
      </p:sp>
      <p:sp>
        <p:nvSpPr>
          <p:cNvPr id="205" name="Text 15">
            <a:extLst>
              <a:ext uri="{FF2B5EF4-FFF2-40B4-BE49-F238E27FC236}">
                <a16:creationId xmlns:a16="http://schemas.microsoft.com/office/drawing/2014/main" id="{E79B571A-C18F-6D42-BCF1-70FA44859326}"/>
              </a:ext>
            </a:extLst>
          </p:cNvPr>
          <p:cNvSpPr/>
          <p:nvPr/>
        </p:nvSpPr>
        <p:spPr>
          <a:xfrm>
            <a:off x="7819956" y="7136215"/>
            <a:ext cx="1426700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 xml:space="preserve">1次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1,000,000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zh-TW" sz="1200" dirty="0">
                <a:solidFill>
                  <a:srgbClr val="2498BD"/>
                </a:solidFill>
                <a:latin typeface="Noto Sans TC Medium"/>
                <a:ea typeface="Noto Sans TC Medium"/>
                <a:cs typeface="GC 16 Mono" pitchFamily="34" charset="-120"/>
              </a:rPr>
              <a:t>3次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2,500,000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203" name="Shape 7">
            <a:extLst>
              <a:ext uri="{FF2B5EF4-FFF2-40B4-BE49-F238E27FC236}">
                <a16:creationId xmlns:a16="http://schemas.microsoft.com/office/drawing/2014/main" id="{17F873F4-188A-C171-6878-E560B0FA6793}"/>
              </a:ext>
            </a:extLst>
          </p:cNvPr>
          <p:cNvSpPr/>
          <p:nvPr/>
        </p:nvSpPr>
        <p:spPr>
          <a:xfrm>
            <a:off x="1041515" y="7754896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E800C45-D5B8-0604-3BB8-EC3AFBEE4796}"/>
              </a:ext>
            </a:extLst>
          </p:cNvPr>
          <p:cNvSpPr txBox="1"/>
          <p:nvPr/>
        </p:nvSpPr>
        <p:spPr>
          <a:xfrm>
            <a:off x="930580" y="4746505"/>
            <a:ext cx="191054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TW" dirty="0">
                <a:latin typeface="Noto Sans TC SemiBold"/>
                <a:ea typeface="Noto Sans TC SemiBold"/>
                <a:cs typeface="Sinsegye" pitchFamily="34" charset="-120"/>
              </a:rPr>
              <a:t>膠原蛋白 · 豐盈</a:t>
            </a:r>
          </a:p>
        </p:txBody>
      </p:sp>
      <p:sp>
        <p:nvSpPr>
          <p:cNvPr id="214" name="Shape 7">
            <a:extLst>
              <a:ext uri="{FF2B5EF4-FFF2-40B4-BE49-F238E27FC236}">
                <a16:creationId xmlns:a16="http://schemas.microsoft.com/office/drawing/2014/main" id="{B7D3E4E3-A64D-ED1B-6E12-9EF5CE2AF20F}"/>
              </a:ext>
            </a:extLst>
          </p:cNvPr>
          <p:cNvSpPr/>
          <p:nvPr/>
        </p:nvSpPr>
        <p:spPr>
          <a:xfrm>
            <a:off x="1041515" y="5073260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75E5514-E10C-C634-A1A7-8D2B67082257}"/>
              </a:ext>
            </a:extLst>
          </p:cNvPr>
          <p:cNvGrpSpPr/>
          <p:nvPr/>
        </p:nvGrpSpPr>
        <p:grpSpPr>
          <a:xfrm>
            <a:off x="930580" y="9593882"/>
            <a:ext cx="8316077" cy="2516627"/>
            <a:chOff x="930580" y="10677088"/>
            <a:chExt cx="8316077" cy="2516627"/>
          </a:xfrm>
        </p:grpSpPr>
        <p:sp>
          <p:nvSpPr>
            <p:cNvPr id="248" name="Shape 7">
              <a:extLst>
                <a:ext uri="{FF2B5EF4-FFF2-40B4-BE49-F238E27FC236}">
                  <a16:creationId xmlns:a16="http://schemas.microsoft.com/office/drawing/2014/main" id="{CEC68061-309C-D591-B275-7E6E0F5B9919}"/>
                </a:ext>
              </a:extLst>
            </p:cNvPr>
            <p:cNvSpPr/>
            <p:nvPr/>
          </p:nvSpPr>
          <p:spPr>
            <a:xfrm>
              <a:off x="1041515" y="1139181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49" name="Shape 7">
              <a:extLst>
                <a:ext uri="{FF2B5EF4-FFF2-40B4-BE49-F238E27FC236}">
                  <a16:creationId xmlns:a16="http://schemas.microsoft.com/office/drawing/2014/main" id="{C6DDB5FC-9968-D5D3-1DCE-997CC7C67F02}"/>
                </a:ext>
              </a:extLst>
            </p:cNvPr>
            <p:cNvSpPr/>
            <p:nvPr/>
          </p:nvSpPr>
          <p:spPr>
            <a:xfrm>
              <a:off x="1041515" y="11003843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50" name="Shape 7">
              <a:extLst>
                <a:ext uri="{FF2B5EF4-FFF2-40B4-BE49-F238E27FC236}">
                  <a16:creationId xmlns:a16="http://schemas.microsoft.com/office/drawing/2014/main" id="{F8182B89-255B-E588-5D04-1C853DA3965D}"/>
                </a:ext>
              </a:extLst>
            </p:cNvPr>
            <p:cNvSpPr/>
            <p:nvPr/>
          </p:nvSpPr>
          <p:spPr>
            <a:xfrm>
              <a:off x="1041515" y="1177750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4" name="Shape 7">
              <a:extLst>
                <a:ext uri="{FF2B5EF4-FFF2-40B4-BE49-F238E27FC236}">
                  <a16:creationId xmlns:a16="http://schemas.microsoft.com/office/drawing/2014/main" id="{A9E86E26-B311-6CFD-A8B9-10224E5E7DD2}"/>
                </a:ext>
              </a:extLst>
            </p:cNvPr>
            <p:cNvSpPr/>
            <p:nvPr/>
          </p:nvSpPr>
          <p:spPr>
            <a:xfrm>
              <a:off x="1041515" y="1240832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5" name="Text 11">
              <a:extLst>
                <a:ext uri="{FF2B5EF4-FFF2-40B4-BE49-F238E27FC236}">
                  <a16:creationId xmlns:a16="http://schemas.microsoft.com/office/drawing/2014/main" id="{6D564DDE-BF34-FEE0-B40C-6503F9151C36}"/>
                </a:ext>
              </a:extLst>
            </p:cNvPr>
            <p:cNvSpPr/>
            <p:nvPr/>
          </p:nvSpPr>
          <p:spPr>
            <a:xfrm>
              <a:off x="1040343" y="11788169"/>
              <a:ext cx="3905742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Hilowave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32CA14B1-54B8-5317-9EF6-3B8290F7C2FF}"/>
                </a:ext>
              </a:extLst>
            </p:cNvPr>
            <p:cNvSpPr txBox="1"/>
            <p:nvPr/>
          </p:nvSpPr>
          <p:spPr>
            <a:xfrm>
              <a:off x="930580" y="10677088"/>
              <a:ext cx="148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彈力 · 水光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237" name="Text 11">
              <a:extLst>
                <a:ext uri="{FF2B5EF4-FFF2-40B4-BE49-F238E27FC236}">
                  <a16:creationId xmlns:a16="http://schemas.microsoft.com/office/drawing/2014/main" id="{CE7C4110-0615-9FF5-AA4B-C2C2C1311DE0}"/>
                </a:ext>
              </a:extLst>
            </p:cNvPr>
            <p:cNvSpPr/>
            <p:nvPr/>
          </p:nvSpPr>
          <p:spPr>
            <a:xfrm>
              <a:off x="1044691" y="1100571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基礎水光針 (2cc)</a:t>
              </a:r>
            </a:p>
          </p:txBody>
        </p:sp>
        <p:sp>
          <p:nvSpPr>
            <p:cNvPr id="238" name="Text 11">
              <a:extLst>
                <a:ext uri="{FF2B5EF4-FFF2-40B4-BE49-F238E27FC236}">
                  <a16:creationId xmlns:a16="http://schemas.microsoft.com/office/drawing/2014/main" id="{B07E1F21-8A6F-73E7-7B9B-81FEC1F2E14C}"/>
                </a:ext>
              </a:extLst>
            </p:cNvPr>
            <p:cNvSpPr/>
            <p:nvPr/>
          </p:nvSpPr>
          <p:spPr>
            <a:xfrm>
              <a:off x="1044691" y="11399082"/>
              <a:ext cx="57752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Lilied M 1瓶 (5cc)</a:t>
              </a:r>
            </a:p>
          </p:txBody>
        </p:sp>
        <p:sp>
          <p:nvSpPr>
            <p:cNvPr id="239" name="Text 15">
              <a:extLst>
                <a:ext uri="{FF2B5EF4-FFF2-40B4-BE49-F238E27FC236}">
                  <a16:creationId xmlns:a16="http://schemas.microsoft.com/office/drawing/2014/main" id="{9F268E9E-6B92-5F3E-0D58-1D2C2C43FA55}"/>
                </a:ext>
              </a:extLst>
            </p:cNvPr>
            <p:cNvSpPr/>
            <p:nvPr/>
          </p:nvSpPr>
          <p:spPr>
            <a:xfrm>
              <a:off x="8585650" y="11085735"/>
              <a:ext cx="66100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</a:p>
          </p:txBody>
        </p:sp>
        <p:sp>
          <p:nvSpPr>
            <p:cNvPr id="242" name="Text 15">
              <a:extLst>
                <a:ext uri="{FF2B5EF4-FFF2-40B4-BE49-F238E27FC236}">
                  <a16:creationId xmlns:a16="http://schemas.microsoft.com/office/drawing/2014/main" id="{C1A8D845-0A3A-E136-EC93-65C18E0D4DA1}"/>
                </a:ext>
              </a:extLst>
            </p:cNvPr>
            <p:cNvSpPr/>
            <p:nvPr/>
          </p:nvSpPr>
          <p:spPr>
            <a:xfrm>
              <a:off x="8492676" y="11479100"/>
              <a:ext cx="75398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180,000</a:t>
              </a:r>
            </a:p>
          </p:txBody>
        </p:sp>
        <p:sp>
          <p:nvSpPr>
            <p:cNvPr id="246" name="Text 15">
              <a:extLst>
                <a:ext uri="{FF2B5EF4-FFF2-40B4-BE49-F238E27FC236}">
                  <a16:creationId xmlns:a16="http://schemas.microsoft.com/office/drawing/2014/main" id="{13EE5C0F-A992-E353-5BC8-9C7A1736D8E6}"/>
                </a:ext>
              </a:extLst>
            </p:cNvPr>
            <p:cNvSpPr/>
            <p:nvPr/>
          </p:nvSpPr>
          <p:spPr>
            <a:xfrm>
              <a:off x="8058723" y="11882801"/>
              <a:ext cx="1183584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700,000</a:t>
              </a: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4cc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52795262-C4C4-0B25-3C3B-F6BE708619A7}"/>
                </a:ext>
              </a:extLst>
            </p:cNvPr>
            <p:cNvGrpSpPr/>
            <p:nvPr/>
          </p:nvGrpSpPr>
          <p:grpSpPr>
            <a:xfrm>
              <a:off x="1041515" y="12794414"/>
              <a:ext cx="8205142" cy="399301"/>
              <a:chOff x="1041515" y="5834612"/>
              <a:chExt cx="8205142" cy="399301"/>
            </a:xfrm>
          </p:grpSpPr>
          <p:sp>
            <p:nvSpPr>
              <p:cNvPr id="252" name="Shape 7">
                <a:extLst>
                  <a:ext uri="{FF2B5EF4-FFF2-40B4-BE49-F238E27FC236}">
                    <a16:creationId xmlns:a16="http://schemas.microsoft.com/office/drawing/2014/main" id="{B152B9E3-CEB7-1AEB-9E96-0385C2C52F57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54" name="Shape 7">
                <a:extLst>
                  <a:ext uri="{FF2B5EF4-FFF2-40B4-BE49-F238E27FC236}">
                    <a16:creationId xmlns:a16="http://schemas.microsoft.com/office/drawing/2014/main" id="{856B8AE0-B325-DAB9-1ADA-121E3E3A0250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55" name="Text 11">
              <a:extLst>
                <a:ext uri="{FF2B5EF4-FFF2-40B4-BE49-F238E27FC236}">
                  <a16:creationId xmlns:a16="http://schemas.microsoft.com/office/drawing/2014/main" id="{D8D51D21-AD53-5CEE-6558-F311B03059ED}"/>
                </a:ext>
              </a:extLst>
            </p:cNvPr>
            <p:cNvSpPr/>
            <p:nvPr/>
          </p:nvSpPr>
          <p:spPr>
            <a:xfrm>
              <a:off x="1044691" y="12408320"/>
              <a:ext cx="5936518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喬雅登 Skinvive (2cc)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6" name="Text 11">
              <a:extLst>
                <a:ext uri="{FF2B5EF4-FFF2-40B4-BE49-F238E27FC236}">
                  <a16:creationId xmlns:a16="http://schemas.microsoft.com/office/drawing/2014/main" id="{3E3969C9-853C-C996-DCF7-7D280DDC0624}"/>
                </a:ext>
              </a:extLst>
            </p:cNvPr>
            <p:cNvSpPr/>
            <p:nvPr/>
          </p:nvSpPr>
          <p:spPr>
            <a:xfrm>
              <a:off x="1044691" y="12801685"/>
              <a:ext cx="5936518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保柔緹 Revive (2cc)</a:t>
              </a:r>
              <a:endPara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57" name="Text 15">
              <a:extLst>
                <a:ext uri="{FF2B5EF4-FFF2-40B4-BE49-F238E27FC236}">
                  <a16:creationId xmlns:a16="http://schemas.microsoft.com/office/drawing/2014/main" id="{0F4DC521-26BE-92B4-AFEE-AD2C45868EC8}"/>
                </a:ext>
              </a:extLst>
            </p:cNvPr>
            <p:cNvSpPr/>
            <p:nvPr/>
          </p:nvSpPr>
          <p:spPr>
            <a:xfrm>
              <a:off x="8470234" y="12488338"/>
              <a:ext cx="77642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700,000</a:t>
              </a:r>
            </a:p>
          </p:txBody>
        </p:sp>
        <p:sp>
          <p:nvSpPr>
            <p:cNvPr id="260" name="Text 15">
              <a:extLst>
                <a:ext uri="{FF2B5EF4-FFF2-40B4-BE49-F238E27FC236}">
                  <a16:creationId xmlns:a16="http://schemas.microsoft.com/office/drawing/2014/main" id="{B682348B-7883-59C9-B73F-9B98C71058FE}"/>
                </a:ext>
              </a:extLst>
            </p:cNvPr>
            <p:cNvSpPr/>
            <p:nvPr/>
          </p:nvSpPr>
          <p:spPr>
            <a:xfrm>
              <a:off x="8462219" y="12881703"/>
              <a:ext cx="784437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sp>
        <p:nvSpPr>
          <p:cNvPr id="262" name="Text 96">
            <a:extLst>
              <a:ext uri="{FF2B5EF4-FFF2-40B4-BE49-F238E27FC236}">
                <a16:creationId xmlns:a16="http://schemas.microsoft.com/office/drawing/2014/main" id="{DD66A37A-BBF2-55D4-A318-07588E9891A8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F96CF68-A027-85E7-2A41-1F0A97664104}"/>
              </a:ext>
            </a:extLst>
          </p:cNvPr>
          <p:cNvGrpSpPr/>
          <p:nvPr/>
        </p:nvGrpSpPr>
        <p:grpSpPr>
          <a:xfrm>
            <a:off x="930580" y="7918052"/>
            <a:ext cx="8316077" cy="1471832"/>
            <a:chOff x="930580" y="8302340"/>
            <a:chExt cx="8316077" cy="1471832"/>
          </a:xfrm>
        </p:grpSpPr>
        <p:sp>
          <p:nvSpPr>
            <p:cNvPr id="213" name="Shape 7">
              <a:extLst>
                <a:ext uri="{FF2B5EF4-FFF2-40B4-BE49-F238E27FC236}">
                  <a16:creationId xmlns:a16="http://schemas.microsoft.com/office/drawing/2014/main" id="{67074E1F-E7E2-D776-972A-5A62E63CE541}"/>
                </a:ext>
              </a:extLst>
            </p:cNvPr>
            <p:cNvSpPr/>
            <p:nvPr/>
          </p:nvSpPr>
          <p:spPr>
            <a:xfrm>
              <a:off x="1041515" y="899264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5" name="Shape 7">
              <a:extLst>
                <a:ext uri="{FF2B5EF4-FFF2-40B4-BE49-F238E27FC236}">
                  <a16:creationId xmlns:a16="http://schemas.microsoft.com/office/drawing/2014/main" id="{48AA2153-46D3-B118-EA8F-E6C978F65E51}"/>
                </a:ext>
              </a:extLst>
            </p:cNvPr>
            <p:cNvSpPr/>
            <p:nvPr/>
          </p:nvSpPr>
          <p:spPr>
            <a:xfrm>
              <a:off x="1041515" y="937833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7" name="Text 11">
              <a:extLst>
                <a:ext uri="{FF2B5EF4-FFF2-40B4-BE49-F238E27FC236}">
                  <a16:creationId xmlns:a16="http://schemas.microsoft.com/office/drawing/2014/main" id="{247C8FF0-C3D9-F3A8-D56D-1455B508EE28}"/>
                </a:ext>
              </a:extLst>
            </p:cNvPr>
            <p:cNvSpPr/>
            <p:nvPr/>
          </p:nvSpPr>
          <p:spPr>
            <a:xfrm>
              <a:off x="1044691" y="861534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Celcore 1支</a:t>
              </a:r>
            </a:p>
          </p:txBody>
        </p:sp>
        <p:sp>
          <p:nvSpPr>
            <p:cNvPr id="218" name="Text 15">
              <a:extLst>
                <a:ext uri="{FF2B5EF4-FFF2-40B4-BE49-F238E27FC236}">
                  <a16:creationId xmlns:a16="http://schemas.microsoft.com/office/drawing/2014/main" id="{607D2774-293A-1302-479C-E0A600F2E829}"/>
                </a:ext>
              </a:extLst>
            </p:cNvPr>
            <p:cNvSpPr/>
            <p:nvPr/>
          </p:nvSpPr>
          <p:spPr>
            <a:xfrm>
              <a:off x="6981209" y="861681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0" name="Text 11">
              <a:extLst>
                <a:ext uri="{FF2B5EF4-FFF2-40B4-BE49-F238E27FC236}">
                  <a16:creationId xmlns:a16="http://schemas.microsoft.com/office/drawing/2014/main" id="{C7EEC850-AEB6-C17B-BF0A-71A349746CB8}"/>
                </a:ext>
              </a:extLst>
            </p:cNvPr>
            <p:cNvSpPr/>
            <p:nvPr/>
          </p:nvSpPr>
          <p:spPr>
            <a:xfrm>
              <a:off x="1044691" y="9007185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Re2O 1瓶 (6cc)</a:t>
              </a:r>
            </a:p>
          </p:txBody>
        </p:sp>
        <p:sp>
          <p:nvSpPr>
            <p:cNvPr id="221" name="Text 15">
              <a:extLst>
                <a:ext uri="{FF2B5EF4-FFF2-40B4-BE49-F238E27FC236}">
                  <a16:creationId xmlns:a16="http://schemas.microsoft.com/office/drawing/2014/main" id="{0D6A5111-009A-5331-87E7-E445E0FCD266}"/>
                </a:ext>
              </a:extLst>
            </p:cNvPr>
            <p:cNvSpPr/>
            <p:nvPr/>
          </p:nvSpPr>
          <p:spPr>
            <a:xfrm>
              <a:off x="6981209" y="9008656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3" name="Text 11">
              <a:extLst>
                <a:ext uri="{FF2B5EF4-FFF2-40B4-BE49-F238E27FC236}">
                  <a16:creationId xmlns:a16="http://schemas.microsoft.com/office/drawing/2014/main" id="{ABA9B80B-983F-B6FF-A214-1E06002971B2}"/>
                </a:ext>
              </a:extLst>
            </p:cNvPr>
            <p:cNvSpPr/>
            <p:nvPr/>
          </p:nvSpPr>
          <p:spPr>
            <a:xfrm>
              <a:off x="1044691" y="938664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Re2O Fine 1瓶 (2cc)</a:t>
              </a:r>
            </a:p>
          </p:txBody>
        </p:sp>
        <p:sp>
          <p:nvSpPr>
            <p:cNvPr id="224" name="Text 15">
              <a:extLst>
                <a:ext uri="{FF2B5EF4-FFF2-40B4-BE49-F238E27FC236}">
                  <a16:creationId xmlns:a16="http://schemas.microsoft.com/office/drawing/2014/main" id="{2B7AEE63-8C86-128F-1984-37217F1D3AC2}"/>
                </a:ext>
              </a:extLst>
            </p:cNvPr>
            <p:cNvSpPr/>
            <p:nvPr/>
          </p:nvSpPr>
          <p:spPr>
            <a:xfrm>
              <a:off x="6981209" y="938811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600,000</a:t>
              </a:r>
            </a:p>
          </p:txBody>
        </p:sp>
        <p:sp>
          <p:nvSpPr>
            <p:cNvPr id="227" name="Shape 7">
              <a:extLst>
                <a:ext uri="{FF2B5EF4-FFF2-40B4-BE49-F238E27FC236}">
                  <a16:creationId xmlns:a16="http://schemas.microsoft.com/office/drawing/2014/main" id="{2E62A571-0970-AF23-C0FB-4DC41AD3F34F}"/>
                </a:ext>
              </a:extLst>
            </p:cNvPr>
            <p:cNvSpPr/>
            <p:nvPr/>
          </p:nvSpPr>
          <p:spPr>
            <a:xfrm>
              <a:off x="1041515" y="976056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E8E2D98D-5F6C-649A-ED6E-6E77FD32A196}"/>
                </a:ext>
              </a:extLst>
            </p:cNvPr>
            <p:cNvSpPr/>
            <p:nvPr/>
          </p:nvSpPr>
          <p:spPr>
            <a:xfrm>
              <a:off x="1041515" y="862909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8EEF80-0B91-1E5C-2211-2F5E6CBE6BF9}"/>
                </a:ext>
              </a:extLst>
            </p:cNvPr>
            <p:cNvSpPr txBox="1"/>
            <p:nvPr/>
          </p:nvSpPr>
          <p:spPr>
            <a:xfrm>
              <a:off x="930580" y="8302340"/>
              <a:ext cx="69442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ECM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</p:grpSp>
      <p:sp>
        <p:nvSpPr>
          <p:cNvPr id="4" name="Shape 7">
            <a:extLst>
              <a:ext uri="{FF2B5EF4-FFF2-40B4-BE49-F238E27FC236}">
                <a16:creationId xmlns:a16="http://schemas.microsoft.com/office/drawing/2014/main" id="{409CBCEA-7DD9-42D8-50E1-0F969FD18F6F}"/>
              </a:ext>
            </a:extLst>
          </p:cNvPr>
          <p:cNvSpPr/>
          <p:nvPr/>
        </p:nvSpPr>
        <p:spPr>
          <a:xfrm>
            <a:off x="1044691" y="4581004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FF8BED7-0C66-E698-3878-3A1F140944A1}"/>
              </a:ext>
            </a:extLst>
          </p:cNvPr>
          <p:cNvSpPr/>
          <p:nvPr/>
        </p:nvSpPr>
        <p:spPr>
          <a:xfrm>
            <a:off x="1037167" y="4214408"/>
            <a:ext cx="56609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EXOXE (2.5cc)</a:t>
            </a: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695BD39-EA57-CE40-19BC-5B55206D6F4E}"/>
              </a:ext>
            </a:extLst>
          </p:cNvPr>
          <p:cNvSpPr/>
          <p:nvPr/>
        </p:nvSpPr>
        <p:spPr>
          <a:xfrm>
            <a:off x="6973685" y="4215879"/>
            <a:ext cx="2265448" cy="372539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1749155-27DC-F16E-18B0-ABFA466792EE}"/>
              </a:ext>
            </a:extLst>
          </p:cNvPr>
          <p:cNvSpPr/>
          <p:nvPr/>
        </p:nvSpPr>
        <p:spPr>
          <a:xfrm>
            <a:off x="1040400" y="130104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D3A9D47-91CF-5657-A8EC-CC373B163B5E}"/>
              </a:ext>
            </a:extLst>
          </p:cNvPr>
          <p:cNvSpPr/>
          <p:nvPr/>
        </p:nvSpPr>
        <p:spPr>
          <a:xfrm>
            <a:off x="1036800" y="12628800"/>
            <a:ext cx="59365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加購 DermaShine 針頭</a:t>
            </a:r>
            <a:endParaRPr lang="en-US" altLang="ko-KR" sz="10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CC1C6413-C780-3824-E4F5-50F7D3D1FB1A}"/>
              </a:ext>
            </a:extLst>
          </p:cNvPr>
          <p:cNvSpPr/>
          <p:nvPr/>
        </p:nvSpPr>
        <p:spPr>
          <a:xfrm>
            <a:off x="1036800" y="13021200"/>
            <a:ext cx="59365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>加購 Potenza Pumping 探頭</a:t>
            </a:r>
            <a:endParaRPr lang="ko-KR" altLang="en-US" sz="1000" dirty="0">
              <a:solidFill>
                <a:srgbClr val="6E6E6E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Arial" pitchFamily="34" charset="-12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944B1EA8-48BF-4318-32BE-3E6103681DB4}"/>
              </a:ext>
            </a:extLst>
          </p:cNvPr>
          <p:cNvSpPr/>
          <p:nvPr/>
        </p:nvSpPr>
        <p:spPr>
          <a:xfrm>
            <a:off x="8463600" y="12708000"/>
            <a:ext cx="77642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100,000</a:t>
            </a: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90CC9D7-F9F0-2243-0DB3-2B47C9DE70B5}"/>
              </a:ext>
            </a:extLst>
          </p:cNvPr>
          <p:cNvSpPr/>
          <p:nvPr/>
        </p:nvSpPr>
        <p:spPr>
          <a:xfrm>
            <a:off x="8470800" y="13100400"/>
            <a:ext cx="766804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3F3B31E-F2DF-D2ED-63D8-7AC9020A30D8}"/>
              </a:ext>
            </a:extLst>
          </p:cNvPr>
          <p:cNvSpPr/>
          <p:nvPr/>
        </p:nvSpPr>
        <p:spPr>
          <a:xfrm>
            <a:off x="1040400" y="133956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3" name="TextBox 235">
            <a:extLst>
              <a:ext uri="{FF2B5EF4-FFF2-40B4-BE49-F238E27FC236}">
                <a16:creationId xmlns:a16="http://schemas.microsoft.com/office/drawing/2014/main" id="{32CA14B1-54B8-5317-9EF6-3B8290F7C2FF}"/>
              </a:ext>
            </a:extLst>
          </p:cNvPr>
          <p:cNvSpPr txBox="1"/>
          <p:nvPr/>
        </p:nvSpPr>
        <p:spPr>
          <a:xfrm>
            <a:off x="1029600" y="12290400"/>
            <a:ext cx="113385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/>
            <a:r>
              <a:rPr lang="zh-TW" dirty="0">
                <a:latin typeface="Noto Sans TC SemiBold"/>
                <a:ea typeface="Noto Sans TC SemiBold"/>
                <a:cs typeface="Sinsegye" pitchFamily="34" charset="-120"/>
              </a:rPr>
              <a:t>加購針頭</a:t>
            </a:r>
          </a:p>
        </p:txBody>
      </p:sp>
      <p:sp>
        <p:nvSpPr>
          <p:cNvPr id="264" name="Shape 7">
            <a:extLst>
              <a:ext uri="{FF2B5EF4-FFF2-40B4-BE49-F238E27FC236}">
                <a16:creationId xmlns:a16="http://schemas.microsoft.com/office/drawing/2014/main" id="{C6DDB5FC-9968-D5D3-1DCE-997CC7C67F02}"/>
              </a:ext>
            </a:extLst>
          </p:cNvPr>
          <p:cNvSpPr/>
          <p:nvPr/>
        </p:nvSpPr>
        <p:spPr>
          <a:xfrm>
            <a:off x="1040400" y="12618000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319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MEDICAL SKINCARE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453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醫療級肌膚管理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802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Ceramique推薦的醫療級肌膚管理方案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" name="Text 96">
            <a:extLst>
              <a:ext uri="{FF2B5EF4-FFF2-40B4-BE49-F238E27FC236}">
                <a16:creationId xmlns:a16="http://schemas.microsoft.com/office/drawing/2014/main" id="{9FBF630D-5C4D-0E3A-FE6B-8DFD553C0E1D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7FEB013-83EA-3243-3708-082B8D83AEE1}"/>
              </a:ext>
            </a:extLst>
          </p:cNvPr>
          <p:cNvGrpSpPr/>
          <p:nvPr/>
        </p:nvGrpSpPr>
        <p:grpSpPr>
          <a:xfrm>
            <a:off x="930580" y="2720019"/>
            <a:ext cx="8316077" cy="4124371"/>
            <a:chOff x="930580" y="2720019"/>
            <a:chExt cx="8316077" cy="412437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A0ECF7-C560-E851-FD4C-E224DF0F46DE}"/>
                </a:ext>
              </a:extLst>
            </p:cNvPr>
            <p:cNvSpPr txBox="1"/>
            <p:nvPr/>
          </p:nvSpPr>
          <p:spPr>
            <a:xfrm>
              <a:off x="930580" y="2720019"/>
              <a:ext cx="239200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清潔 &amp; 日常護理</a:t>
              </a:r>
            </a:p>
          </p:txBody>
        </p:sp>
        <p:sp>
          <p:nvSpPr>
            <p:cNvPr id="155" name="Text 11">
              <a:extLst>
                <a:ext uri="{FF2B5EF4-FFF2-40B4-BE49-F238E27FC236}">
                  <a16:creationId xmlns:a16="http://schemas.microsoft.com/office/drawing/2014/main" id="{1CE06990-7F3E-7D9F-B2EB-8E2E6C46FDD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AquaPeel 水飛梭 (1/2/3階段)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清除毛孔內髒污·油脂 + 補充水分·營養</a:t>
              </a:r>
            </a:p>
          </p:txBody>
        </p:sp>
        <p:sp>
          <p:nvSpPr>
            <p:cNvPr id="157" name="Text 15">
              <a:extLst>
                <a:ext uri="{FF2B5EF4-FFF2-40B4-BE49-F238E27FC236}">
                  <a16:creationId xmlns:a16="http://schemas.microsoft.com/office/drawing/2014/main" id="{D9F2D14D-B5FF-FA6A-ADCE-C94714205D86}"/>
                </a:ext>
              </a:extLst>
            </p:cNvPr>
            <p:cNvSpPr/>
            <p:nvPr/>
          </p:nvSpPr>
          <p:spPr>
            <a:xfrm>
              <a:off x="7924510" y="305890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51" name="Text 11">
              <a:extLst>
                <a:ext uri="{FF2B5EF4-FFF2-40B4-BE49-F238E27FC236}">
                  <a16:creationId xmlns:a16="http://schemas.microsoft.com/office/drawing/2014/main" id="{777ACBC6-E80F-3D93-2C66-9978C9601491}"/>
                </a:ext>
              </a:extLst>
            </p:cNvPr>
            <p:cNvSpPr/>
            <p:nvPr/>
          </p:nvSpPr>
          <p:spPr>
            <a:xfrm>
              <a:off x="1044691" y="364220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Cryo 冷凍鎮靜護理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快速冷卻 — 舒緩泛紅·腫脹</a:t>
              </a:r>
            </a:p>
          </p:txBody>
        </p:sp>
        <p:sp>
          <p:nvSpPr>
            <p:cNvPr id="147" name="Shape 7">
              <a:extLst>
                <a:ext uri="{FF2B5EF4-FFF2-40B4-BE49-F238E27FC236}">
                  <a16:creationId xmlns:a16="http://schemas.microsoft.com/office/drawing/2014/main" id="{071FB9FE-C029-C79B-79AD-1C09B4193E3A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48" name="Shape 7">
              <a:extLst>
                <a:ext uri="{FF2B5EF4-FFF2-40B4-BE49-F238E27FC236}">
                  <a16:creationId xmlns:a16="http://schemas.microsoft.com/office/drawing/2014/main" id="{EAAF6A05-5BF7-F5F9-A179-6F498F75EBD1}"/>
                </a:ext>
              </a:extLst>
            </p:cNvPr>
            <p:cNvSpPr/>
            <p:nvPr/>
          </p:nvSpPr>
          <p:spPr>
            <a:xfrm>
              <a:off x="1041515" y="363079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9" name="Shape 7">
              <a:extLst>
                <a:ext uri="{FF2B5EF4-FFF2-40B4-BE49-F238E27FC236}">
                  <a16:creationId xmlns:a16="http://schemas.microsoft.com/office/drawing/2014/main" id="{8FAE98C2-1F8A-B8C7-60BF-0E9C4744BE31}"/>
                </a:ext>
              </a:extLst>
            </p:cNvPr>
            <p:cNvSpPr/>
            <p:nvPr/>
          </p:nvSpPr>
          <p:spPr>
            <a:xfrm>
              <a:off x="1041515" y="421367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398D9EF1-9BB9-71B8-58B0-4697BB5AF3F4}"/>
                </a:ext>
              </a:extLst>
            </p:cNvPr>
            <p:cNvSpPr/>
            <p:nvPr/>
          </p:nvSpPr>
          <p:spPr>
            <a:xfrm>
              <a:off x="1041515" y="47980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3" name="Text 11">
              <a:extLst>
                <a:ext uri="{FF2B5EF4-FFF2-40B4-BE49-F238E27FC236}">
                  <a16:creationId xmlns:a16="http://schemas.microsoft.com/office/drawing/2014/main" id="{97411113-E4D2-34A6-F7ED-123889FA2BAD}"/>
                </a:ext>
              </a:extLst>
            </p:cNvPr>
            <p:cNvSpPr/>
            <p:nvPr/>
          </p:nvSpPr>
          <p:spPr>
            <a:xfrm>
              <a:off x="1044691" y="422552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離子維他命C美白管理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將高濃度離子化維他命C滲透至肌膚深層</a:t>
              </a:r>
            </a:p>
          </p:txBody>
        </p:sp>
        <p:sp>
          <p:nvSpPr>
            <p:cNvPr id="176" name="Text 11">
              <a:extLst>
                <a:ext uri="{FF2B5EF4-FFF2-40B4-BE49-F238E27FC236}">
                  <a16:creationId xmlns:a16="http://schemas.microsoft.com/office/drawing/2014/main" id="{564FA673-C753-1ABC-158F-839D55DED2F6}"/>
                </a:ext>
              </a:extLst>
            </p:cNvPr>
            <p:cNvSpPr/>
            <p:nvPr/>
          </p:nvSpPr>
          <p:spPr>
            <a:xfrm>
              <a:off x="1044691" y="4809325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SONO 超音波管理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透過超音波震動，穩定肌膚狀態</a:t>
              </a:r>
            </a:p>
          </p:txBody>
        </p:sp>
        <p:sp>
          <p:nvSpPr>
            <p:cNvPr id="172" name="Text 11">
              <a:extLst>
                <a:ext uri="{FF2B5EF4-FFF2-40B4-BE49-F238E27FC236}">
                  <a16:creationId xmlns:a16="http://schemas.microsoft.com/office/drawing/2014/main" id="{ED566BC8-7587-3D1D-C231-2D9D3CD288F5}"/>
                </a:ext>
              </a:extLst>
            </p:cNvPr>
            <p:cNvSpPr/>
            <p:nvPr/>
          </p:nvSpPr>
          <p:spPr>
            <a:xfrm>
              <a:off x="1044691" y="539220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Ionzyme 美白管理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利用微電流，達到保濕 · 舒緩 · 改善膚質效果</a:t>
              </a:r>
            </a:p>
          </p:txBody>
        </p:sp>
        <p:sp>
          <p:nvSpPr>
            <p:cNvPr id="169" name="Shape 7">
              <a:extLst>
                <a:ext uri="{FF2B5EF4-FFF2-40B4-BE49-F238E27FC236}">
                  <a16:creationId xmlns:a16="http://schemas.microsoft.com/office/drawing/2014/main" id="{1E76A880-25A0-80E3-1F09-BF61725554BB}"/>
                </a:ext>
              </a:extLst>
            </p:cNvPr>
            <p:cNvSpPr/>
            <p:nvPr/>
          </p:nvSpPr>
          <p:spPr>
            <a:xfrm>
              <a:off x="1041515" y="538267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0" name="Shape 7">
              <a:extLst>
                <a:ext uri="{FF2B5EF4-FFF2-40B4-BE49-F238E27FC236}">
                  <a16:creationId xmlns:a16="http://schemas.microsoft.com/office/drawing/2014/main" id="{AC3FD692-FD84-6F02-64E2-258EB9C981FB}"/>
                </a:ext>
              </a:extLst>
            </p:cNvPr>
            <p:cNvSpPr/>
            <p:nvPr/>
          </p:nvSpPr>
          <p:spPr>
            <a:xfrm>
              <a:off x="1041515" y="596556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1" name="Shape 7">
              <a:extLst>
                <a:ext uri="{FF2B5EF4-FFF2-40B4-BE49-F238E27FC236}">
                  <a16:creationId xmlns:a16="http://schemas.microsoft.com/office/drawing/2014/main" id="{3822DEB2-4E6E-B3A1-975F-41D1FEB87A7A}"/>
                </a:ext>
              </a:extLst>
            </p:cNvPr>
            <p:cNvSpPr/>
            <p:nvPr/>
          </p:nvSpPr>
          <p:spPr>
            <a:xfrm>
              <a:off x="1041515" y="654998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07DD6227-3C12-67FB-C815-078F8F4DB919}"/>
                </a:ext>
              </a:extLst>
            </p:cNvPr>
            <p:cNvSpPr/>
            <p:nvPr/>
          </p:nvSpPr>
          <p:spPr>
            <a:xfrm>
              <a:off x="1044691" y="5976276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Ionzyme + Sono 管理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穩定肌膚狀態 · 改善膚質</a:t>
              </a:r>
            </a:p>
          </p:txBody>
        </p:sp>
        <p:sp>
          <p:nvSpPr>
            <p:cNvPr id="180" name="Text 15">
              <a:extLst>
                <a:ext uri="{FF2B5EF4-FFF2-40B4-BE49-F238E27FC236}">
                  <a16:creationId xmlns:a16="http://schemas.microsoft.com/office/drawing/2014/main" id="{483A027F-54CC-D211-BCF4-61BB49AEAB5B}"/>
                </a:ext>
              </a:extLst>
            </p:cNvPr>
            <p:cNvSpPr/>
            <p:nvPr/>
          </p:nvSpPr>
          <p:spPr>
            <a:xfrm>
              <a:off x="7924510" y="3643675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9582DA14-1B83-9AA1-3BBA-34BF3E638D78}"/>
                </a:ext>
              </a:extLst>
            </p:cNvPr>
            <p:cNvSpPr/>
            <p:nvPr/>
          </p:nvSpPr>
          <p:spPr>
            <a:xfrm>
              <a:off x="7924510" y="4226998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FEA22D18-AD1A-DB29-403F-1E6DC18C7B40}"/>
                </a:ext>
              </a:extLst>
            </p:cNvPr>
            <p:cNvSpPr/>
            <p:nvPr/>
          </p:nvSpPr>
          <p:spPr>
            <a:xfrm>
              <a:off x="7924510" y="4810796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3" name="Text 15">
              <a:extLst>
                <a:ext uri="{FF2B5EF4-FFF2-40B4-BE49-F238E27FC236}">
                  <a16:creationId xmlns:a16="http://schemas.microsoft.com/office/drawing/2014/main" id="{4E1526F8-0A06-842F-FAF5-14929F2AC46D}"/>
                </a:ext>
              </a:extLst>
            </p:cNvPr>
            <p:cNvSpPr/>
            <p:nvPr/>
          </p:nvSpPr>
          <p:spPr>
            <a:xfrm>
              <a:off x="7924510" y="539367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4" name="Text 15">
              <a:extLst>
                <a:ext uri="{FF2B5EF4-FFF2-40B4-BE49-F238E27FC236}">
                  <a16:creationId xmlns:a16="http://schemas.microsoft.com/office/drawing/2014/main" id="{D2E5B1CD-9394-BBF1-A55E-D74FB9924E71}"/>
                </a:ext>
              </a:extLst>
            </p:cNvPr>
            <p:cNvSpPr/>
            <p:nvPr/>
          </p:nvSpPr>
          <p:spPr>
            <a:xfrm>
              <a:off x="7924510" y="5977747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E35FB12-CC6A-8F3C-F14D-45852AA4FD64}"/>
              </a:ext>
            </a:extLst>
          </p:cNvPr>
          <p:cNvGrpSpPr/>
          <p:nvPr/>
        </p:nvGrpSpPr>
        <p:grpSpPr>
          <a:xfrm>
            <a:off x="930580" y="6745232"/>
            <a:ext cx="8316077" cy="1358521"/>
            <a:chOff x="930580" y="7115471"/>
            <a:chExt cx="8316077" cy="1358521"/>
          </a:xfrm>
        </p:grpSpPr>
        <p:sp>
          <p:nvSpPr>
            <p:cNvPr id="186" name="Shape 7">
              <a:extLst>
                <a:ext uri="{FF2B5EF4-FFF2-40B4-BE49-F238E27FC236}">
                  <a16:creationId xmlns:a16="http://schemas.microsoft.com/office/drawing/2014/main" id="{5739B7E3-69BB-9F99-DCB2-DD14468D178A}"/>
                </a:ext>
              </a:extLst>
            </p:cNvPr>
            <p:cNvSpPr/>
            <p:nvPr/>
          </p:nvSpPr>
          <p:spPr>
            <a:xfrm>
              <a:off x="1041515" y="744305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7136E984-437D-FEC8-858A-25C555567D65}"/>
                </a:ext>
              </a:extLst>
            </p:cNvPr>
            <p:cNvSpPr/>
            <p:nvPr/>
          </p:nvSpPr>
          <p:spPr>
            <a:xfrm>
              <a:off x="1044692" y="7453338"/>
              <a:ext cx="517195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LDM (Ulkin) </a:t>
              </a:r>
            </a:p>
            <a:p>
              <a:r>
                <a:rPr lang="zh-TW" sz="1000" dirty="0">
                  <a:solidFill>
                    <a:srgbClr val="6E6E6E"/>
                  </a:solidFill>
                  <a:latin typeface="Noto Sans TC Medium"/>
                  <a:ea typeface="Noto Sans TC Medium"/>
                  <a:cs typeface="Arial" pitchFamily="34" charset="-120"/>
                </a:rPr>
                <a:t>三重超音波 — 促進細胞活化 · 肌膚重塑 · 適用於敏感肌、瘀青腫脹及泛紅肌膚</a:t>
              </a:r>
            </a:p>
          </p:txBody>
        </p:sp>
        <p:sp>
          <p:nvSpPr>
            <p:cNvPr id="192" name="Text 15">
              <a:extLst>
                <a:ext uri="{FF2B5EF4-FFF2-40B4-BE49-F238E27FC236}">
                  <a16:creationId xmlns:a16="http://schemas.microsoft.com/office/drawing/2014/main" id="{78F74B78-2BE0-247C-8897-66C6F18F3542}"/>
                </a:ext>
              </a:extLst>
            </p:cNvPr>
            <p:cNvSpPr/>
            <p:nvPr/>
          </p:nvSpPr>
          <p:spPr>
            <a:xfrm>
              <a:off x="7402244" y="7547970"/>
              <a:ext cx="1844412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1次 (6分鐘)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1次 (12分鐘)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2E6D09-FEAF-0998-4498-5874F81B0386}"/>
                </a:ext>
              </a:extLst>
            </p:cNvPr>
            <p:cNvSpPr txBox="1"/>
            <p:nvPr/>
          </p:nvSpPr>
          <p:spPr>
            <a:xfrm>
              <a:off x="930580" y="7115471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特別護理</a:t>
              </a:r>
            </a:p>
          </p:txBody>
        </p:sp>
        <p:sp>
          <p:nvSpPr>
            <p:cNvPr id="198" name="Shape 7">
              <a:extLst>
                <a:ext uri="{FF2B5EF4-FFF2-40B4-BE49-F238E27FC236}">
                  <a16:creationId xmlns:a16="http://schemas.microsoft.com/office/drawing/2014/main" id="{5161B7A2-8B18-C769-1ED3-5320F029655D}"/>
                </a:ext>
              </a:extLst>
            </p:cNvPr>
            <p:cNvSpPr/>
            <p:nvPr/>
          </p:nvSpPr>
          <p:spPr>
            <a:xfrm>
              <a:off x="1041515" y="80746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00" name="Shape 7">
              <a:extLst>
                <a:ext uri="{FF2B5EF4-FFF2-40B4-BE49-F238E27FC236}">
                  <a16:creationId xmlns:a16="http://schemas.microsoft.com/office/drawing/2014/main" id="{33A3A469-8D4F-42BA-B3F5-DD9215ED028B}"/>
                </a:ext>
              </a:extLst>
            </p:cNvPr>
            <p:cNvSpPr/>
            <p:nvPr/>
          </p:nvSpPr>
          <p:spPr>
            <a:xfrm>
              <a:off x="1041515" y="7442226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02" name="Text 11">
              <a:extLst>
                <a:ext uri="{FF2B5EF4-FFF2-40B4-BE49-F238E27FC236}">
                  <a16:creationId xmlns:a16="http://schemas.microsoft.com/office/drawing/2014/main" id="{F0E39CDE-8BF5-284E-028F-001921E2591B}"/>
                </a:ext>
              </a:extLst>
            </p:cNvPr>
            <p:cNvSpPr/>
            <p:nvPr/>
          </p:nvSpPr>
          <p:spPr>
            <a:xfrm>
              <a:off x="1044691" y="8081962"/>
              <a:ext cx="517195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O2Derm 肌光太空氧罩  </a:t>
              </a:r>
              <a:r>
                <a:rPr lang="zh-TW" sz="1000" dirty="0">
                  <a:solidFill>
                    <a:srgbClr val="6E6E6E"/>
                  </a:solidFill>
                  <a:latin typeface="Noto Sans TC Medium"/>
                  <a:ea typeface="Noto Sans TC Medium"/>
                  <a:cs typeface="Arial" pitchFamily="34" charset="-120"/>
                </a:rPr>
                <a:t>高濃度氧氣·負離子 — 肌膚再生與鎮靜</a:t>
              </a:r>
            </a:p>
          </p:txBody>
        </p:sp>
        <p:sp>
          <p:nvSpPr>
            <p:cNvPr id="204" name="Text 15">
              <a:extLst>
                <a:ext uri="{FF2B5EF4-FFF2-40B4-BE49-F238E27FC236}">
                  <a16:creationId xmlns:a16="http://schemas.microsoft.com/office/drawing/2014/main" id="{B2F4676D-AE5B-2735-D1EF-1352BE2D48D5}"/>
                </a:ext>
              </a:extLst>
            </p:cNvPr>
            <p:cNvSpPr/>
            <p:nvPr/>
          </p:nvSpPr>
          <p:spPr>
            <a:xfrm>
              <a:off x="8304506" y="8161980"/>
              <a:ext cx="942150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206" name="Shape 7">
              <a:extLst>
                <a:ext uri="{FF2B5EF4-FFF2-40B4-BE49-F238E27FC236}">
                  <a16:creationId xmlns:a16="http://schemas.microsoft.com/office/drawing/2014/main" id="{28453F4D-ADB2-29D3-227B-BA898B16E5D3}"/>
                </a:ext>
              </a:extLst>
            </p:cNvPr>
            <p:cNvSpPr/>
            <p:nvPr/>
          </p:nvSpPr>
          <p:spPr>
            <a:xfrm>
              <a:off x="1041515" y="84603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ACD641D-236A-FC2F-A14A-2049A3627DBF}"/>
              </a:ext>
            </a:extLst>
          </p:cNvPr>
          <p:cNvGrpSpPr/>
          <p:nvPr/>
        </p:nvGrpSpPr>
        <p:grpSpPr>
          <a:xfrm>
            <a:off x="930580" y="8285395"/>
            <a:ext cx="8316077" cy="1496252"/>
            <a:chOff x="930580" y="8746283"/>
            <a:chExt cx="8316077" cy="1496252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1DA1AA6-66B3-A72B-229D-CF6210CA5756}"/>
                </a:ext>
              </a:extLst>
            </p:cNvPr>
            <p:cNvSpPr txBox="1"/>
            <p:nvPr/>
          </p:nvSpPr>
          <p:spPr>
            <a:xfrm>
              <a:off x="930580" y="8746283"/>
              <a:ext cx="68290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煥膚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221" name="Shape 7">
              <a:extLst>
                <a:ext uri="{FF2B5EF4-FFF2-40B4-BE49-F238E27FC236}">
                  <a16:creationId xmlns:a16="http://schemas.microsoft.com/office/drawing/2014/main" id="{9C6D7527-C3D2-59E3-D4B6-6FA35205287E}"/>
                </a:ext>
              </a:extLst>
            </p:cNvPr>
            <p:cNvSpPr/>
            <p:nvPr/>
          </p:nvSpPr>
          <p:spPr>
            <a:xfrm>
              <a:off x="1041515" y="94610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2" name="Shape 7">
              <a:extLst>
                <a:ext uri="{FF2B5EF4-FFF2-40B4-BE49-F238E27FC236}">
                  <a16:creationId xmlns:a16="http://schemas.microsoft.com/office/drawing/2014/main" id="{9793C565-E5CE-40CB-B6DF-1276451C0616}"/>
                </a:ext>
              </a:extLst>
            </p:cNvPr>
            <p:cNvSpPr/>
            <p:nvPr/>
          </p:nvSpPr>
          <p:spPr>
            <a:xfrm>
              <a:off x="1041515" y="9073038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23" name="Shape 7">
              <a:extLst>
                <a:ext uri="{FF2B5EF4-FFF2-40B4-BE49-F238E27FC236}">
                  <a16:creationId xmlns:a16="http://schemas.microsoft.com/office/drawing/2014/main" id="{6CB910F4-E364-5AEB-0CEA-FCEE0CA93AE9}"/>
                </a:ext>
              </a:extLst>
            </p:cNvPr>
            <p:cNvSpPr/>
            <p:nvPr/>
          </p:nvSpPr>
          <p:spPr>
            <a:xfrm>
              <a:off x="1041515" y="984670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4" name="Shape 7">
              <a:extLst>
                <a:ext uri="{FF2B5EF4-FFF2-40B4-BE49-F238E27FC236}">
                  <a16:creationId xmlns:a16="http://schemas.microsoft.com/office/drawing/2014/main" id="{F7371FDF-066E-EB9B-5437-78F091AACD0A}"/>
                </a:ext>
              </a:extLst>
            </p:cNvPr>
            <p:cNvSpPr/>
            <p:nvPr/>
          </p:nvSpPr>
          <p:spPr>
            <a:xfrm>
              <a:off x="1041515" y="1022892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47D8CA1E-1CE0-4701-20D3-C4D2E5C7E96C}"/>
                </a:ext>
              </a:extLst>
            </p:cNvPr>
            <p:cNvSpPr/>
            <p:nvPr/>
          </p:nvSpPr>
          <p:spPr>
            <a:xfrm>
              <a:off x="1044691" y="9074912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南瓜煥膚  </a:t>
              </a:r>
              <a:r>
                <a:rPr lang="zh-TW" sz="1000" dirty="0">
                  <a:solidFill>
                    <a:srgbClr val="6E6E6E"/>
                  </a:solidFill>
                  <a:latin typeface="Noto Sans TC Medium"/>
                  <a:ea typeface="Noto Sans TC Medium"/>
                  <a:cs typeface="Arial" pitchFamily="34" charset="-120"/>
                </a:rPr>
                <a:t>天然南瓜酵素 — 調理角質 · 提亮膚色 · 改善膚質</a:t>
              </a:r>
            </a:p>
          </p:txBody>
        </p: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20A4C911-ACED-A90B-7C52-85E3C3D70932}"/>
                </a:ext>
              </a:extLst>
            </p:cNvPr>
            <p:cNvSpPr/>
            <p:nvPr/>
          </p:nvSpPr>
          <p:spPr>
            <a:xfrm>
              <a:off x="1044691" y="946827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黑鑽煥膚  </a:t>
              </a:r>
              <a:r>
                <a:rPr lang="zh-TW" sz="1000" dirty="0">
                  <a:solidFill>
                    <a:srgbClr val="6E6E6E"/>
                  </a:solidFill>
                  <a:latin typeface="Noto Sans TC Medium"/>
                  <a:ea typeface="Noto Sans TC Medium"/>
                  <a:cs typeface="Arial" pitchFamily="34" charset="-120"/>
                </a:rPr>
                <a:t>去除多餘油脂 · 老廢物並調理毛孔</a:t>
              </a:r>
            </a:p>
          </p:txBody>
        </p:sp>
        <p:sp>
          <p:nvSpPr>
            <p:cNvPr id="227" name="Text 11">
              <a:extLst>
                <a:ext uri="{FF2B5EF4-FFF2-40B4-BE49-F238E27FC236}">
                  <a16:creationId xmlns:a16="http://schemas.microsoft.com/office/drawing/2014/main" id="{4A9F0CA8-7C4B-8312-1982-B9E14DC7E619}"/>
                </a:ext>
              </a:extLst>
            </p:cNvPr>
            <p:cNvSpPr/>
            <p:nvPr/>
          </p:nvSpPr>
          <p:spPr>
            <a:xfrm>
              <a:off x="1044691" y="985035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PLA 煥膚  </a:t>
              </a:r>
              <a:r>
                <a:rPr lang="zh-TW" sz="1000" dirty="0">
                  <a:solidFill>
                    <a:srgbClr val="6E6E6E"/>
                  </a:solidFill>
                  <a:latin typeface="Noto Sans TC Medium"/>
                  <a:ea typeface="Noto Sans TC Medium"/>
                  <a:cs typeface="Arial" pitchFamily="34" charset="-120"/>
                </a:rPr>
                <a:t>保護肌膚屏障的低刺激煥膚</a:t>
              </a:r>
              <a:endPara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8" name="Text 15">
              <a:extLst>
                <a:ext uri="{FF2B5EF4-FFF2-40B4-BE49-F238E27FC236}">
                  <a16:creationId xmlns:a16="http://schemas.microsoft.com/office/drawing/2014/main" id="{7BEE7F56-6008-0391-ED49-A93C862DF40F}"/>
                </a:ext>
              </a:extLst>
            </p:cNvPr>
            <p:cNvSpPr/>
            <p:nvPr/>
          </p:nvSpPr>
          <p:spPr>
            <a:xfrm>
              <a:off x="8497486" y="9154930"/>
              <a:ext cx="7491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29" name="Text 15">
              <a:extLst>
                <a:ext uri="{FF2B5EF4-FFF2-40B4-BE49-F238E27FC236}">
                  <a16:creationId xmlns:a16="http://schemas.microsoft.com/office/drawing/2014/main" id="{16C43AAE-0AD0-0921-448A-13C4429ECA94}"/>
                </a:ext>
              </a:extLst>
            </p:cNvPr>
            <p:cNvSpPr/>
            <p:nvPr/>
          </p:nvSpPr>
          <p:spPr>
            <a:xfrm>
              <a:off x="8497486" y="9548295"/>
              <a:ext cx="7491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  <p:sp>
          <p:nvSpPr>
            <p:cNvPr id="231" name="Text 15">
              <a:extLst>
                <a:ext uri="{FF2B5EF4-FFF2-40B4-BE49-F238E27FC236}">
                  <a16:creationId xmlns:a16="http://schemas.microsoft.com/office/drawing/2014/main" id="{CE976CBD-50F1-9384-8413-89D9B087256F}"/>
                </a:ext>
              </a:extLst>
            </p:cNvPr>
            <p:cNvSpPr/>
            <p:nvPr/>
          </p:nvSpPr>
          <p:spPr>
            <a:xfrm>
              <a:off x="8497485" y="9930371"/>
              <a:ext cx="74917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FB0D59-50C2-4E9E-6D81-6DEEEAA2FAA1}"/>
              </a:ext>
            </a:extLst>
          </p:cNvPr>
          <p:cNvGrpSpPr/>
          <p:nvPr/>
        </p:nvGrpSpPr>
        <p:grpSpPr>
          <a:xfrm>
            <a:off x="930580" y="11533446"/>
            <a:ext cx="8316077" cy="1600861"/>
            <a:chOff x="930580" y="10514090"/>
            <a:chExt cx="8316077" cy="160086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48100B5-3CC0-6B22-46A6-CBD0172F0BB2}"/>
                </a:ext>
              </a:extLst>
            </p:cNvPr>
            <p:cNvSpPr txBox="1"/>
            <p:nvPr/>
          </p:nvSpPr>
          <p:spPr>
            <a:xfrm>
              <a:off x="930580" y="10514090"/>
              <a:ext cx="217651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清粉刺 · 消炎注射</a:t>
              </a:r>
            </a:p>
          </p:txBody>
        </p:sp>
        <p:sp>
          <p:nvSpPr>
            <p:cNvPr id="247" name="Text 11">
              <a:extLst>
                <a:ext uri="{FF2B5EF4-FFF2-40B4-BE49-F238E27FC236}">
                  <a16:creationId xmlns:a16="http://schemas.microsoft.com/office/drawing/2014/main" id="{9F37C046-027B-6DA5-3337-53FED31B45FD}"/>
                </a:ext>
              </a:extLst>
            </p:cNvPr>
            <p:cNvSpPr/>
            <p:nvPr/>
          </p:nvSpPr>
          <p:spPr>
            <a:xfrm>
              <a:off x="1044691" y="10851509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粉刺清除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專業清除皮脂、黑頭粉刺、白頭粉刺、閉鎖性粉刺（小米粒痘）及膿皰型痘痘</a:t>
              </a:r>
            </a:p>
          </p:txBody>
        </p:sp>
        <p:sp>
          <p:nvSpPr>
            <p:cNvPr id="248" name="Text 15">
              <a:extLst>
                <a:ext uri="{FF2B5EF4-FFF2-40B4-BE49-F238E27FC236}">
                  <a16:creationId xmlns:a16="http://schemas.microsoft.com/office/drawing/2014/main" id="{ADA01967-5B9B-AFC4-04BC-CB70EE693C53}"/>
                </a:ext>
              </a:extLst>
            </p:cNvPr>
            <p:cNvSpPr/>
            <p:nvPr/>
          </p:nvSpPr>
          <p:spPr>
            <a:xfrm>
              <a:off x="7736841" y="10852980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1個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全臉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51" name="Text 15">
              <a:extLst>
                <a:ext uri="{FF2B5EF4-FFF2-40B4-BE49-F238E27FC236}">
                  <a16:creationId xmlns:a16="http://schemas.microsoft.com/office/drawing/2014/main" id="{5F479F4F-9772-9116-7275-A929B133CA97}"/>
                </a:ext>
              </a:extLst>
            </p:cNvPr>
            <p:cNvSpPr/>
            <p:nvPr/>
          </p:nvSpPr>
          <p:spPr>
            <a:xfrm>
              <a:off x="7736841" y="11477161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 xml:space="preserve">1個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TW" sz="1200" dirty="0">
                  <a:solidFill>
                    <a:srgbClr val="2498BD"/>
                  </a:solidFill>
                  <a:latin typeface="Noto Sans TC Medium"/>
                  <a:ea typeface="Noto Sans TC Medium"/>
                  <a:cs typeface="GC 16 Mono" pitchFamily="34" charset="-120"/>
                </a:rPr>
                <a:t>全臉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42" name="Text 11">
              <a:extLst>
                <a:ext uri="{FF2B5EF4-FFF2-40B4-BE49-F238E27FC236}">
                  <a16:creationId xmlns:a16="http://schemas.microsoft.com/office/drawing/2014/main" id="{D1EE07DC-DAF2-593C-AB6D-B3527F32E7C8}"/>
                </a:ext>
              </a:extLst>
            </p:cNvPr>
            <p:cNvSpPr/>
            <p:nvPr/>
          </p:nvSpPr>
          <p:spPr>
            <a:xfrm>
              <a:off x="1044691" y="11475690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消炎針</a:t>
              </a:r>
            </a:p>
            <a:p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將抗炎藥物直接注入發炎性痘痘部位</a:t>
              </a:r>
            </a:p>
          </p:txBody>
        </p:sp>
        <p:sp>
          <p:nvSpPr>
            <p:cNvPr id="244" name="Shape 7">
              <a:extLst>
                <a:ext uri="{FF2B5EF4-FFF2-40B4-BE49-F238E27FC236}">
                  <a16:creationId xmlns:a16="http://schemas.microsoft.com/office/drawing/2014/main" id="{BA3A2FB9-4761-88D5-9C32-AA21F51346D7}"/>
                </a:ext>
              </a:extLst>
            </p:cNvPr>
            <p:cNvSpPr/>
            <p:nvPr/>
          </p:nvSpPr>
          <p:spPr>
            <a:xfrm>
              <a:off x="1041515" y="1084084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45" name="Shape 7">
              <a:extLst>
                <a:ext uri="{FF2B5EF4-FFF2-40B4-BE49-F238E27FC236}">
                  <a16:creationId xmlns:a16="http://schemas.microsoft.com/office/drawing/2014/main" id="{DD789A59-7C1C-DC4A-1C40-3525DB9219F1}"/>
                </a:ext>
              </a:extLst>
            </p:cNvPr>
            <p:cNvSpPr/>
            <p:nvPr/>
          </p:nvSpPr>
          <p:spPr>
            <a:xfrm>
              <a:off x="1041515" y="1147166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46" name="Shape 7">
              <a:extLst>
                <a:ext uri="{FF2B5EF4-FFF2-40B4-BE49-F238E27FC236}">
                  <a16:creationId xmlns:a16="http://schemas.microsoft.com/office/drawing/2014/main" id="{A8BDEEC1-9998-4418-5BB8-5D147C88E30B}"/>
                </a:ext>
              </a:extLst>
            </p:cNvPr>
            <p:cNvSpPr/>
            <p:nvPr/>
          </p:nvSpPr>
          <p:spPr>
            <a:xfrm>
              <a:off x="1041515" y="1210134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sp>
        <p:nvSpPr>
          <p:cNvPr id="3" name="Shape 7">
            <a:extLst>
              <a:ext uri="{FF2B5EF4-FFF2-40B4-BE49-F238E27FC236}">
                <a16:creationId xmlns:a16="http://schemas.microsoft.com/office/drawing/2014/main" id="{38B0C460-21BF-76C3-D621-E04DB80060B9}"/>
              </a:ext>
            </a:extLst>
          </p:cNvPr>
          <p:cNvSpPr/>
          <p:nvPr/>
        </p:nvSpPr>
        <p:spPr>
          <a:xfrm>
            <a:off x="1044692" y="101752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9460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1DE965-013A-0D8B-0A14-246120802500}"/>
              </a:ext>
            </a:extLst>
          </p:cNvPr>
          <p:cNvSpPr/>
          <p:nvPr/>
        </p:nvSpPr>
        <p:spPr>
          <a:xfrm>
            <a:off x="1044692" y="1132832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9A6BA-B960-2AAB-8F87-8684BC3CE20F}"/>
              </a:ext>
            </a:extLst>
          </p:cNvPr>
          <p:cNvSpPr/>
          <p:nvPr/>
        </p:nvSpPr>
        <p:spPr>
          <a:xfrm>
            <a:off x="1047868" y="9789111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拉拉煥膚  </a:t>
            </a:r>
            <a:r>
              <a:rPr lang="zh-TW" sz="1000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LHA低刺激煥膚 — 角質·皮脂調理 · 改善膚質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567676"/>
            <a:ext cx="47923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粉紅煥膚  </a:t>
            </a:r>
            <a:r>
              <a:rPr lang="zh-TW" sz="1000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添加美白·緊緻成分的低刺激煥膚 — 清除老廢物 · 改善膚色·彈力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443B8F-3ECF-809D-9A7A-CC9C749ECC5C}"/>
              </a:ext>
            </a:extLst>
          </p:cNvPr>
          <p:cNvSpPr/>
          <p:nvPr/>
        </p:nvSpPr>
        <p:spPr>
          <a:xfrm>
            <a:off x="1047868" y="10949752"/>
            <a:ext cx="4955603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耶絲煥膚  </a:t>
            </a:r>
            <a:r>
              <a:rPr lang="zh-TW" sz="1000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幫助恢復肌膚狀態的修護煥膚 — 角質調理 · 改善膚質·保濕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B82777E-AAC7-0A9D-65DF-2AFBD2CC237D}"/>
              </a:ext>
            </a:extLst>
          </p:cNvPr>
          <p:cNvSpPr/>
          <p:nvPr/>
        </p:nvSpPr>
        <p:spPr>
          <a:xfrm>
            <a:off x="8500663" y="9869129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00663" y="10647694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CBAC6AD-9F28-EEB5-B7B2-8F3466D2F2B9}"/>
              </a:ext>
            </a:extLst>
          </p:cNvPr>
          <p:cNvSpPr/>
          <p:nvPr/>
        </p:nvSpPr>
        <p:spPr>
          <a:xfrm>
            <a:off x="8500662" y="11029770"/>
            <a:ext cx="749171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9001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182476"/>
            <a:ext cx="6537180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TW" sz="1400" dirty="0">
                <a:solidFill>
                  <a:srgbClr val="555555"/>
                </a:solidFill>
                <a:latin typeface="Noto Sans TC Medium"/>
                <a:ea typeface="Noto Sans TC Medium"/>
                <a:cs typeface="Arial" pitchFamily="34" charset="-120"/>
              </a:rPr>
              <a:t xml:space="preserve">LaLa Jet 水動力淨膚  </a:t>
            </a:r>
            <a:r>
              <a:rPr lang="zh-TW" sz="1000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水力噴射 · 水力導入系統 — 以超細微水柱清除毛孔髒污·油脂 · 打造透亮光澤肌</a:t>
            </a:r>
          </a:p>
        </p:txBody>
      </p:sp>
      <p:sp>
        <p:nvSpPr>
          <p:cNvPr id="9002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00663" y="10262494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9003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5608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123865"/>
          </a:xfrm>
          <a:prstGeom prst="rect">
            <a:avLst/>
          </a:prstGeom>
          <a:gradFill rotWithShape="1">
            <a:gsLst>
              <a:gs pos="0">
                <a:srgbClr val="B2E3F2">
                  <a:alpha val="100000"/>
                </a:srgbClr>
              </a:gs>
              <a:gs pos="75000">
                <a:srgbClr val="D6F0F8">
                  <a:alpha val="30000"/>
                </a:srgbClr>
              </a:gs>
              <a:gs pos="100000">
                <a:srgbClr val="D6F0F8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Text 3"/>
          <p:cNvSpPr/>
          <p:nvPr/>
        </p:nvSpPr>
        <p:spPr>
          <a:xfrm>
            <a:off x="-514350" y="871536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CERA CELL &amp; IV THERAPY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2879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TW" sz="3150" b="1" kern="0" spc="-63" dirty="0">
                <a:solidFill>
                  <a:srgbClr val="2498BD"/>
                </a:solidFill>
                <a:latin typeface="Noto Sans TC Medium"/>
                <a:ea typeface="Noto Sans TC Medium"/>
                <a:cs typeface="Sinsegye" pitchFamily="34" charset="-120"/>
              </a:rPr>
              <a:t>營養點滴管理 / 疼痛管理</a:t>
            </a:r>
            <a:endParaRPr lang="ko-KR" altLang="en-US" sz="3150" b="1" kern="0" spc="-63" dirty="0">
              <a:solidFill>
                <a:srgbClr val="2498BD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6365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sz="1275" dirty="0">
                <a:solidFill>
                  <a:srgbClr val="6E6E6E"/>
                </a:solidFill>
                <a:latin typeface="Noto Sans TC Medium"/>
                <a:ea typeface="Noto Sans TC Medium"/>
                <a:cs typeface="Arial" pitchFamily="34" charset="-120"/>
              </a:rPr>
              <a:t>調理身體狀態的客製化點滴，以及提升療程舒適度的疼痛管理</a:t>
            </a:r>
            <a:endParaRPr lang="ko-KR" altLang="en-US" sz="1275" dirty="0">
              <a:solidFill>
                <a:srgbClr val="6E6E6E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Arial" pitchFamily="34" charset="-120"/>
            </a:endParaRPr>
          </a:p>
        </p:txBody>
      </p:sp>
      <p:sp>
        <p:nvSpPr>
          <p:cNvPr id="5" name="Text 96">
            <a:extLst>
              <a:ext uri="{FF2B5EF4-FFF2-40B4-BE49-F238E27FC236}">
                <a16:creationId xmlns:a16="http://schemas.microsoft.com/office/drawing/2014/main" id="{61CA324E-1327-E37D-0D08-F19B7B0D7007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TW" sz="1013" dirty="0">
                <a:solidFill>
                  <a:srgbClr val="6E6E6E"/>
                </a:solidFill>
                <a:latin typeface="Noto Sans TC Medium"/>
                <a:ea typeface="Noto Sans TC Medium"/>
                <a:cs typeface="GC 16 Mono" pitchFamily="34" charset="-120"/>
              </a:rPr>
              <a:t>* 價格未含10%稅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444193F4-1660-6C04-D340-B7489DA7E0BA}"/>
              </a:ext>
            </a:extLst>
          </p:cNvPr>
          <p:cNvGrpSpPr/>
          <p:nvPr/>
        </p:nvGrpSpPr>
        <p:grpSpPr>
          <a:xfrm>
            <a:off x="930580" y="2720019"/>
            <a:ext cx="8319253" cy="3077170"/>
            <a:chOff x="930580" y="2720019"/>
            <a:chExt cx="8319253" cy="3077170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C8B7B09-C464-02CA-AAB1-CFAF62EE4D7A}"/>
                </a:ext>
              </a:extLst>
            </p:cNvPr>
            <p:cNvSpPr txBox="1"/>
            <p:nvPr/>
          </p:nvSpPr>
          <p:spPr>
            <a:xfrm>
              <a:off x="930580" y="2720019"/>
              <a:ext cx="160407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營養點滴管理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140" name="Shape 7">
              <a:extLst>
                <a:ext uri="{FF2B5EF4-FFF2-40B4-BE49-F238E27FC236}">
                  <a16:creationId xmlns:a16="http://schemas.microsoft.com/office/drawing/2014/main" id="{45C5A187-DA64-8B2C-88DC-0F404AE7223D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42" name="Shape 7">
              <a:extLst>
                <a:ext uri="{FF2B5EF4-FFF2-40B4-BE49-F238E27FC236}">
                  <a16:creationId xmlns:a16="http://schemas.microsoft.com/office/drawing/2014/main" id="{A3DEF85D-64E2-6526-E202-D5AC4416035C}"/>
                </a:ext>
              </a:extLst>
            </p:cNvPr>
            <p:cNvSpPr/>
            <p:nvPr/>
          </p:nvSpPr>
          <p:spPr>
            <a:xfrm>
              <a:off x="1044691" y="346522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3" name="Shape 7">
              <a:extLst>
                <a:ext uri="{FF2B5EF4-FFF2-40B4-BE49-F238E27FC236}">
                  <a16:creationId xmlns:a16="http://schemas.microsoft.com/office/drawing/2014/main" id="{20F5E084-F1CF-1670-3380-8A61D633D289}"/>
                </a:ext>
              </a:extLst>
            </p:cNvPr>
            <p:cNvSpPr/>
            <p:nvPr/>
          </p:nvSpPr>
          <p:spPr>
            <a:xfrm>
              <a:off x="1044691" y="385411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4" name="Shape 7">
              <a:extLst>
                <a:ext uri="{FF2B5EF4-FFF2-40B4-BE49-F238E27FC236}">
                  <a16:creationId xmlns:a16="http://schemas.microsoft.com/office/drawing/2014/main" id="{B74B6B83-FA96-9203-A913-2174A5985524}"/>
                </a:ext>
              </a:extLst>
            </p:cNvPr>
            <p:cNvSpPr/>
            <p:nvPr/>
          </p:nvSpPr>
          <p:spPr>
            <a:xfrm>
              <a:off x="1044691" y="423980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5" name="Shape 7">
              <a:extLst>
                <a:ext uri="{FF2B5EF4-FFF2-40B4-BE49-F238E27FC236}">
                  <a16:creationId xmlns:a16="http://schemas.microsoft.com/office/drawing/2014/main" id="{DF69FC24-3DDD-A4E6-B18B-EE71249F9364}"/>
                </a:ext>
              </a:extLst>
            </p:cNvPr>
            <p:cNvSpPr/>
            <p:nvPr/>
          </p:nvSpPr>
          <p:spPr>
            <a:xfrm>
              <a:off x="1041515" y="462521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33" name="Text 11">
              <a:extLst>
                <a:ext uri="{FF2B5EF4-FFF2-40B4-BE49-F238E27FC236}">
                  <a16:creationId xmlns:a16="http://schemas.microsoft.com/office/drawing/2014/main" id="{B41CCB5D-3BBF-8DAA-7BF9-894077051EF9}"/>
                </a:ext>
              </a:extLst>
            </p:cNvPr>
            <p:cNvSpPr/>
            <p:nvPr/>
          </p:nvSpPr>
          <p:spPr>
            <a:xfrm>
              <a:off x="1047867" y="309130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瘦身點滴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提升新陳代謝</a:t>
              </a:r>
            </a:p>
          </p:txBody>
        </p:sp>
        <p:sp>
          <p:nvSpPr>
            <p:cNvPr id="134" name="Text 15">
              <a:extLst>
                <a:ext uri="{FF2B5EF4-FFF2-40B4-BE49-F238E27FC236}">
                  <a16:creationId xmlns:a16="http://schemas.microsoft.com/office/drawing/2014/main" id="{FCCD0A01-1963-DBC7-E109-BD55FFF31A95}"/>
                </a:ext>
              </a:extLst>
            </p:cNvPr>
            <p:cNvSpPr/>
            <p:nvPr/>
          </p:nvSpPr>
          <p:spPr>
            <a:xfrm>
              <a:off x="6984385" y="309277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90,000</a:t>
              </a:r>
            </a:p>
          </p:txBody>
        </p:sp>
        <p:sp>
          <p:nvSpPr>
            <p:cNvPr id="131" name="Text 11">
              <a:extLst>
                <a:ext uri="{FF2B5EF4-FFF2-40B4-BE49-F238E27FC236}">
                  <a16:creationId xmlns:a16="http://schemas.microsoft.com/office/drawing/2014/main" id="{F6A191FD-F6FC-4182-D7BA-CDEFC6C92E76}"/>
                </a:ext>
              </a:extLst>
            </p:cNvPr>
            <p:cNvSpPr/>
            <p:nvPr/>
          </p:nvSpPr>
          <p:spPr>
            <a:xfrm>
              <a:off x="1047867" y="347681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甘草注射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肝臟解毒 · 舒緩發炎 · 改善疲勞</a:t>
              </a:r>
            </a:p>
          </p:txBody>
        </p:sp>
        <p:sp>
          <p:nvSpPr>
            <p:cNvPr id="132" name="Text 15">
              <a:extLst>
                <a:ext uri="{FF2B5EF4-FFF2-40B4-BE49-F238E27FC236}">
                  <a16:creationId xmlns:a16="http://schemas.microsoft.com/office/drawing/2014/main" id="{9E517E47-18B6-E064-4980-163BE0EF2806}"/>
                </a:ext>
              </a:extLst>
            </p:cNvPr>
            <p:cNvSpPr/>
            <p:nvPr/>
          </p:nvSpPr>
          <p:spPr>
            <a:xfrm>
              <a:off x="6984385" y="347828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29" name="Text 11">
              <a:extLst>
                <a:ext uri="{FF2B5EF4-FFF2-40B4-BE49-F238E27FC236}">
                  <a16:creationId xmlns:a16="http://schemas.microsoft.com/office/drawing/2014/main" id="{778FFFE8-DC0E-25B9-9698-8A40B2CF5A7E}"/>
                </a:ext>
              </a:extLst>
            </p:cNvPr>
            <p:cNvSpPr/>
            <p:nvPr/>
          </p:nvSpPr>
          <p:spPr>
            <a:xfrm>
              <a:off x="1044691" y="3868655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綜合維他命點滴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去除活性氧 · 改善身體狀態</a:t>
              </a:r>
            </a:p>
          </p:txBody>
        </p:sp>
        <p:sp>
          <p:nvSpPr>
            <p:cNvPr id="130" name="Text 15">
              <a:extLst>
                <a:ext uri="{FF2B5EF4-FFF2-40B4-BE49-F238E27FC236}">
                  <a16:creationId xmlns:a16="http://schemas.microsoft.com/office/drawing/2014/main" id="{A01248E2-4AA2-5102-8CEF-E007F93E9CD2}"/>
                </a:ext>
              </a:extLst>
            </p:cNvPr>
            <p:cNvSpPr/>
            <p:nvPr/>
          </p:nvSpPr>
          <p:spPr>
            <a:xfrm>
              <a:off x="6984385" y="3870126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27" name="Text 11">
              <a:extLst>
                <a:ext uri="{FF2B5EF4-FFF2-40B4-BE49-F238E27FC236}">
                  <a16:creationId xmlns:a16="http://schemas.microsoft.com/office/drawing/2014/main" id="{6EB77E8A-257D-A0B5-110C-432BBB9EF57B}"/>
                </a:ext>
              </a:extLst>
            </p:cNvPr>
            <p:cNvSpPr/>
            <p:nvPr/>
          </p:nvSpPr>
          <p:spPr>
            <a:xfrm>
              <a:off x="1044691" y="424811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大蒜注射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高濃度注入疲勞恢復成分</a:t>
              </a:r>
            </a:p>
          </p:txBody>
        </p:sp>
        <p:sp>
          <p:nvSpPr>
            <p:cNvPr id="128" name="Text 15">
              <a:extLst>
                <a:ext uri="{FF2B5EF4-FFF2-40B4-BE49-F238E27FC236}">
                  <a16:creationId xmlns:a16="http://schemas.microsoft.com/office/drawing/2014/main" id="{86850444-9FB1-16CC-5A77-4D3A8EA767D9}"/>
                </a:ext>
              </a:extLst>
            </p:cNvPr>
            <p:cNvSpPr/>
            <p:nvPr/>
          </p:nvSpPr>
          <p:spPr>
            <a:xfrm>
              <a:off x="6984385" y="424958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60" name="Shape 7">
              <a:extLst>
                <a:ext uri="{FF2B5EF4-FFF2-40B4-BE49-F238E27FC236}">
                  <a16:creationId xmlns:a16="http://schemas.microsoft.com/office/drawing/2014/main" id="{41E553EE-7FF3-AFD2-5C53-AC3E4E7A172E}"/>
                </a:ext>
              </a:extLst>
            </p:cNvPr>
            <p:cNvSpPr/>
            <p:nvPr/>
          </p:nvSpPr>
          <p:spPr>
            <a:xfrm>
              <a:off x="1044691" y="50124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1" name="Shape 7">
              <a:extLst>
                <a:ext uri="{FF2B5EF4-FFF2-40B4-BE49-F238E27FC236}">
                  <a16:creationId xmlns:a16="http://schemas.microsoft.com/office/drawing/2014/main" id="{62BD0988-054B-D110-B96F-535D35711D48}"/>
                </a:ext>
              </a:extLst>
            </p:cNvPr>
            <p:cNvSpPr/>
            <p:nvPr/>
          </p:nvSpPr>
          <p:spPr>
            <a:xfrm>
              <a:off x="1044691" y="5398179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2" name="Shape 7">
              <a:extLst>
                <a:ext uri="{FF2B5EF4-FFF2-40B4-BE49-F238E27FC236}">
                  <a16:creationId xmlns:a16="http://schemas.microsoft.com/office/drawing/2014/main" id="{EC165F8A-C3C8-5183-69EA-CCD0E9FFA5A6}"/>
                </a:ext>
              </a:extLst>
            </p:cNvPr>
            <p:cNvSpPr/>
            <p:nvPr/>
          </p:nvSpPr>
          <p:spPr>
            <a:xfrm>
              <a:off x="1044691" y="578358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9568C523-310D-AC2B-DF39-980B57B1FA24}"/>
                </a:ext>
              </a:extLst>
            </p:cNvPr>
            <p:cNvSpPr/>
            <p:nvPr/>
          </p:nvSpPr>
          <p:spPr>
            <a:xfrm>
              <a:off x="1047867" y="463518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灰姑娘注射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抗氧化 · 瘦身</a:t>
              </a:r>
            </a:p>
          </p:txBody>
        </p:sp>
        <p:sp>
          <p:nvSpPr>
            <p:cNvPr id="165" name="Text 15">
              <a:extLst>
                <a:ext uri="{FF2B5EF4-FFF2-40B4-BE49-F238E27FC236}">
                  <a16:creationId xmlns:a16="http://schemas.microsoft.com/office/drawing/2014/main" id="{B88B01D8-8F2A-421E-2740-91ED982107A8}"/>
                </a:ext>
              </a:extLst>
            </p:cNvPr>
            <p:cNvSpPr/>
            <p:nvPr/>
          </p:nvSpPr>
          <p:spPr>
            <a:xfrm>
              <a:off x="6984385" y="463665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67" name="Text 11">
              <a:extLst>
                <a:ext uri="{FF2B5EF4-FFF2-40B4-BE49-F238E27FC236}">
                  <a16:creationId xmlns:a16="http://schemas.microsoft.com/office/drawing/2014/main" id="{83A6A789-FB4C-6AE9-4906-4A2B6D3AC002}"/>
                </a:ext>
              </a:extLst>
            </p:cNvPr>
            <p:cNvSpPr/>
            <p:nvPr/>
          </p:nvSpPr>
          <p:spPr>
            <a:xfrm>
              <a:off x="1047867" y="5027027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胎盤素注射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恢復疲勞 · 提升免疫力</a:t>
              </a:r>
            </a:p>
          </p:txBody>
        </p:sp>
        <p:sp>
          <p:nvSpPr>
            <p:cNvPr id="168" name="Text 15">
              <a:extLst>
                <a:ext uri="{FF2B5EF4-FFF2-40B4-BE49-F238E27FC236}">
                  <a16:creationId xmlns:a16="http://schemas.microsoft.com/office/drawing/2014/main" id="{4E3A5C3F-15DB-C662-12BF-097C39DFFD28}"/>
                </a:ext>
              </a:extLst>
            </p:cNvPr>
            <p:cNvSpPr/>
            <p:nvPr/>
          </p:nvSpPr>
          <p:spPr>
            <a:xfrm>
              <a:off x="6984385" y="5028498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70" name="Text 11">
              <a:extLst>
                <a:ext uri="{FF2B5EF4-FFF2-40B4-BE49-F238E27FC236}">
                  <a16:creationId xmlns:a16="http://schemas.microsoft.com/office/drawing/2014/main" id="{445C9434-AE1D-A88D-76E2-9277250420ED}"/>
                </a:ext>
              </a:extLst>
            </p:cNvPr>
            <p:cNvSpPr/>
            <p:nvPr/>
          </p:nvSpPr>
          <p:spPr>
            <a:xfrm>
              <a:off x="1047867" y="5406486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白玉針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維持透亮肌膚 · 恢復疲勞</a:t>
              </a:r>
            </a:p>
          </p:txBody>
        </p:sp>
        <p:sp>
          <p:nvSpPr>
            <p:cNvPr id="171" name="Text 15">
              <a:extLst>
                <a:ext uri="{FF2B5EF4-FFF2-40B4-BE49-F238E27FC236}">
                  <a16:creationId xmlns:a16="http://schemas.microsoft.com/office/drawing/2014/main" id="{6BD0D8BE-301A-BB19-2A7C-65FDC6DB92AB}"/>
                </a:ext>
              </a:extLst>
            </p:cNvPr>
            <p:cNvSpPr/>
            <p:nvPr/>
          </p:nvSpPr>
          <p:spPr>
            <a:xfrm>
              <a:off x="6984385" y="5407957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2AE4EBC-9ACA-147C-2EE4-7F32DE254CD1}"/>
              </a:ext>
            </a:extLst>
          </p:cNvPr>
          <p:cNvGrpSpPr/>
          <p:nvPr/>
        </p:nvGrpSpPr>
        <p:grpSpPr>
          <a:xfrm>
            <a:off x="930580" y="5970702"/>
            <a:ext cx="8316077" cy="1885142"/>
            <a:chOff x="930580" y="6807168"/>
            <a:chExt cx="8316077" cy="1885142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B5621D9-1F17-6327-7150-4503B39BABDF}"/>
                </a:ext>
              </a:extLst>
            </p:cNvPr>
            <p:cNvSpPr txBox="1"/>
            <p:nvPr/>
          </p:nvSpPr>
          <p:spPr>
            <a:xfrm>
              <a:off x="930580" y="6807168"/>
              <a:ext cx="114457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TW" dirty="0">
                  <a:latin typeface="Noto Sans TC SemiBold"/>
                  <a:ea typeface="Noto Sans TC SemiBold"/>
                  <a:cs typeface="Sinsegye" pitchFamily="34" charset="-120"/>
                </a:rPr>
                <a:t>疼痛管理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175" name="Shape 7">
              <a:extLst>
                <a:ext uri="{FF2B5EF4-FFF2-40B4-BE49-F238E27FC236}">
                  <a16:creationId xmlns:a16="http://schemas.microsoft.com/office/drawing/2014/main" id="{D3CE2020-BF4C-3450-3AAD-9350D5AA3EA9}"/>
                </a:ext>
              </a:extLst>
            </p:cNvPr>
            <p:cNvSpPr/>
            <p:nvPr/>
          </p:nvSpPr>
          <p:spPr>
            <a:xfrm>
              <a:off x="1041515" y="75218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6" name="Shape 7">
              <a:extLst>
                <a:ext uri="{FF2B5EF4-FFF2-40B4-BE49-F238E27FC236}">
                  <a16:creationId xmlns:a16="http://schemas.microsoft.com/office/drawing/2014/main" id="{CD32FBD2-D877-0E5C-A1CB-D69F19CD22C1}"/>
                </a:ext>
              </a:extLst>
            </p:cNvPr>
            <p:cNvSpPr/>
            <p:nvPr/>
          </p:nvSpPr>
          <p:spPr>
            <a:xfrm>
              <a:off x="1041515" y="7133923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77" name="Shape 7">
              <a:extLst>
                <a:ext uri="{FF2B5EF4-FFF2-40B4-BE49-F238E27FC236}">
                  <a16:creationId xmlns:a16="http://schemas.microsoft.com/office/drawing/2014/main" id="{5B3643A4-1CD3-22C2-E7FB-A0F102AD494D}"/>
                </a:ext>
              </a:extLst>
            </p:cNvPr>
            <p:cNvSpPr/>
            <p:nvPr/>
          </p:nvSpPr>
          <p:spPr>
            <a:xfrm>
              <a:off x="1041515" y="79075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8" name="Shape 7">
              <a:extLst>
                <a:ext uri="{FF2B5EF4-FFF2-40B4-BE49-F238E27FC236}">
                  <a16:creationId xmlns:a16="http://schemas.microsoft.com/office/drawing/2014/main" id="{DD0F9A73-47E2-FE6B-418F-0B08881AEB7C}"/>
                </a:ext>
              </a:extLst>
            </p:cNvPr>
            <p:cNvSpPr/>
            <p:nvPr/>
          </p:nvSpPr>
          <p:spPr>
            <a:xfrm>
              <a:off x="1041515" y="828981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9" name="Shape 7">
              <a:extLst>
                <a:ext uri="{FF2B5EF4-FFF2-40B4-BE49-F238E27FC236}">
                  <a16:creationId xmlns:a16="http://schemas.microsoft.com/office/drawing/2014/main" id="{BD900D24-BEC6-A097-FA29-3EC27A654B8D}"/>
                </a:ext>
              </a:extLst>
            </p:cNvPr>
            <p:cNvSpPr/>
            <p:nvPr/>
          </p:nvSpPr>
          <p:spPr>
            <a:xfrm>
              <a:off x="1041515" y="867870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0" name="Text 11">
              <a:extLst>
                <a:ext uri="{FF2B5EF4-FFF2-40B4-BE49-F238E27FC236}">
                  <a16:creationId xmlns:a16="http://schemas.microsoft.com/office/drawing/2014/main" id="{5584789F-696A-3BB5-9321-89A5E7451BEA}"/>
                </a:ext>
              </a:extLst>
            </p:cNvPr>
            <p:cNvSpPr/>
            <p:nvPr/>
          </p:nvSpPr>
          <p:spPr>
            <a:xfrm>
              <a:off x="1044691" y="7144588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麻醉藥膏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暫時降低肌膚表層感覺，減輕疼痛 · 不適感</a:t>
              </a:r>
            </a:p>
          </p:txBody>
        </p:sp>
        <p:sp>
          <p:nvSpPr>
            <p:cNvPr id="211" name="Text 15">
              <a:extLst>
                <a:ext uri="{FF2B5EF4-FFF2-40B4-BE49-F238E27FC236}">
                  <a16:creationId xmlns:a16="http://schemas.microsoft.com/office/drawing/2014/main" id="{1FB5B980-6260-CCEE-D251-0D135A65E29C}"/>
                </a:ext>
              </a:extLst>
            </p:cNvPr>
            <p:cNvSpPr/>
            <p:nvPr/>
          </p:nvSpPr>
          <p:spPr>
            <a:xfrm>
              <a:off x="6981209" y="7146059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</a:p>
          </p:txBody>
        </p:sp>
        <p:sp>
          <p:nvSpPr>
            <p:cNvPr id="208" name="Text 11">
              <a:extLst>
                <a:ext uri="{FF2B5EF4-FFF2-40B4-BE49-F238E27FC236}">
                  <a16:creationId xmlns:a16="http://schemas.microsoft.com/office/drawing/2014/main" id="{C6EBC41E-87B5-3A70-05A3-746B924EFEC0}"/>
                </a:ext>
              </a:extLst>
            </p:cNvPr>
            <p:cNvSpPr/>
            <p:nvPr/>
          </p:nvSpPr>
          <p:spPr>
            <a:xfrm>
              <a:off x="1044691" y="7536433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局部麻醉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於療程部位直接注入麻醉劑，暫時阻斷疼痛感</a:t>
              </a:r>
            </a:p>
          </p:txBody>
        </p:sp>
        <p:sp>
          <p:nvSpPr>
            <p:cNvPr id="209" name="Text 15">
              <a:extLst>
                <a:ext uri="{FF2B5EF4-FFF2-40B4-BE49-F238E27FC236}">
                  <a16:creationId xmlns:a16="http://schemas.microsoft.com/office/drawing/2014/main" id="{3F25672C-E1B4-F749-784A-87D165E26480}"/>
                </a:ext>
              </a:extLst>
            </p:cNvPr>
            <p:cNvSpPr/>
            <p:nvPr/>
          </p:nvSpPr>
          <p:spPr>
            <a:xfrm>
              <a:off x="6981209" y="7537904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206" name="Text 11">
              <a:extLst>
                <a:ext uri="{FF2B5EF4-FFF2-40B4-BE49-F238E27FC236}">
                  <a16:creationId xmlns:a16="http://schemas.microsoft.com/office/drawing/2014/main" id="{6B1C0CD0-2F6E-2360-2E27-7088E661EE31}"/>
                </a:ext>
              </a:extLst>
            </p:cNvPr>
            <p:cNvSpPr/>
            <p:nvPr/>
          </p:nvSpPr>
          <p:spPr>
            <a:xfrm>
              <a:off x="1044691" y="791589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睡眠麻醉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透過靜脈鎮靜劑給藥，在舒適睡眠狀態下進行療程</a:t>
              </a:r>
            </a:p>
          </p:txBody>
        </p:sp>
        <p:sp>
          <p:nvSpPr>
            <p:cNvPr id="207" name="Text 15">
              <a:extLst>
                <a:ext uri="{FF2B5EF4-FFF2-40B4-BE49-F238E27FC236}">
                  <a16:creationId xmlns:a16="http://schemas.microsoft.com/office/drawing/2014/main" id="{A315952E-6986-2B0D-B358-B650742F3979}"/>
                </a:ext>
              </a:extLst>
            </p:cNvPr>
            <p:cNvSpPr/>
            <p:nvPr/>
          </p:nvSpPr>
          <p:spPr>
            <a:xfrm>
              <a:off x="6981209" y="791736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204" name="Text 11">
              <a:extLst>
                <a:ext uri="{FF2B5EF4-FFF2-40B4-BE49-F238E27FC236}">
                  <a16:creationId xmlns:a16="http://schemas.microsoft.com/office/drawing/2014/main" id="{7D5BDAA9-0CD1-EEEB-B8EE-E0E59F742C5F}"/>
                </a:ext>
              </a:extLst>
            </p:cNvPr>
            <p:cNvSpPr/>
            <p:nvPr/>
          </p:nvSpPr>
          <p:spPr>
            <a:xfrm>
              <a:off x="1044691" y="830140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TW" sz="14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 xml:space="preserve">止痛點滴  </a:t>
              </a:r>
              <a:r>
                <a:rPr lang="zh-TW" sz="1000" dirty="0">
                  <a:solidFill>
                    <a:srgbClr val="555555"/>
                  </a:solidFill>
                  <a:latin typeface="Noto Sans TC Medium"/>
                  <a:ea typeface="Noto Sans TC Medium"/>
                  <a:cs typeface="Arial" pitchFamily="34" charset="-120"/>
                </a:rPr>
                <a:t>含有止痛成分，幫助減輕療程不適感的疼痛管理點滴</a:t>
              </a:r>
            </a:p>
          </p:txBody>
        </p:sp>
        <p:sp>
          <p:nvSpPr>
            <p:cNvPr id="205" name="Text 15">
              <a:extLst>
                <a:ext uri="{FF2B5EF4-FFF2-40B4-BE49-F238E27FC236}">
                  <a16:creationId xmlns:a16="http://schemas.microsoft.com/office/drawing/2014/main" id="{01B6FCA4-5566-F718-6430-3289539E63DF}"/>
                </a:ext>
              </a:extLst>
            </p:cNvPr>
            <p:cNvSpPr/>
            <p:nvPr/>
          </p:nvSpPr>
          <p:spPr>
            <a:xfrm>
              <a:off x="6981209" y="830287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2841</TotalTime>
  <Words>2504</Words>
  <Application>Microsoft Office PowerPoint</Application>
  <PresentationFormat>사용자 지정</PresentationFormat>
  <Paragraphs>639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신세계 SemiBold</vt:lpstr>
      <vt:lpstr>신세계 Medium</vt:lpstr>
      <vt:lpstr>신세계 Bold</vt:lpstr>
      <vt:lpstr>신세계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Eunseon Kim</cp:lastModifiedBy>
  <cp:revision>83</cp:revision>
  <cp:lastPrinted>2026-07-22T06:48:58Z</cp:lastPrinted>
  <dcterms:created xsi:type="dcterms:W3CDTF">2026-07-20T01:44:47Z</dcterms:created>
  <dcterms:modified xsi:type="dcterms:W3CDTF">2026-10-20T03:14:36Z</dcterms:modified>
</cp:coreProperties>
</file>