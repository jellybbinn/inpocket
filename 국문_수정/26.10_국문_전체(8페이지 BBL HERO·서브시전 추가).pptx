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7" r:id="rId6"/>
    <p:sldId id="266" r:id="rId7"/>
    <p:sldId id="270" r:id="rId8"/>
    <p:sldId id="262" r:id="rId9"/>
    <p:sldId id="269" r:id="rId10"/>
    <p:sldId id="263" r:id="rId11"/>
    <p:sldId id="264" r:id="rId12"/>
    <p:sldId id="265" r:id="rId13"/>
  </p:sldIdLst>
  <p:sldSz cx="10287000" cy="14544675"/>
  <p:notesSz cx="9928225" cy="6797675"/>
  <p:embeddedFontLst>
    <p:embeddedFont>
      <p:font typeface="신세계 Bold" panose="02000300000000000000" pitchFamily="50" charset="-127"/>
      <p:bold r:id="rId15"/>
    </p:embeddedFont>
    <p:embeddedFont>
      <p:font typeface="신세계 Medium" panose="02000300000000000000" pitchFamily="50" charset="-127"/>
      <p:regular r:id="rId16"/>
    </p:embeddedFont>
    <p:embeddedFont>
      <p:font typeface="신세계 Regular" panose="02000300000000000000" pitchFamily="50" charset="-127"/>
      <p:regular r:id="rId17"/>
    </p:embeddedFont>
    <p:embeddedFont>
      <p:font typeface="신세계 SemiBold" panose="02000300000000000000" pitchFamily="50" charset="-12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884" y="12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A6AF-CD65-F0CC-6117-BD38F39C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A506A-BDCB-64C1-2116-B51E7C2F7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6D73-28D7-FD0B-3F50-0E4CA9F62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44DFC-52AC-A0A3-4008-572D54F8E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94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13" Type="http://schemas.openxmlformats.org/officeDocument/2006/relationships/image" Target="../media/image23.jpg"/><Relationship Id="rId18" Type="http://schemas.openxmlformats.org/officeDocument/2006/relationships/image" Target="../media/image2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12" Type="http://schemas.openxmlformats.org/officeDocument/2006/relationships/image" Target="../media/image22.jpg"/><Relationship Id="rId17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15.jpg"/><Relationship Id="rId15" Type="http://schemas.openxmlformats.org/officeDocument/2006/relationships/image" Target="../media/image25.jpg"/><Relationship Id="rId10" Type="http://schemas.openxmlformats.org/officeDocument/2006/relationships/image" Target="../media/image20.jpg"/><Relationship Id="rId19" Type="http://schemas.openxmlformats.org/officeDocument/2006/relationships/image" Target="../media/image29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Relationship Id="rId1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36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SIGNATURE LINE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50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시그니처 라인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84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세라미크만의 레시피로 완성한 시그니처 케어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2EB6DBDC-AF6D-DD99-CC7F-22E715E52120}"/>
              </a:ext>
            </a:extLst>
          </p:cNvPr>
          <p:cNvGrpSpPr/>
          <p:nvPr/>
        </p:nvGrpSpPr>
        <p:grpSpPr>
          <a:xfrm>
            <a:off x="930580" y="3710076"/>
            <a:ext cx="8316077" cy="1114967"/>
            <a:chOff x="930580" y="3710076"/>
            <a:chExt cx="8316077" cy="1114967"/>
          </a:xfrm>
        </p:grpSpPr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E8AB2046-1A0E-F6CF-E68A-F16F1E1F2498}"/>
                </a:ext>
              </a:extLst>
            </p:cNvPr>
            <p:cNvSpPr txBox="1"/>
            <p:nvPr/>
          </p:nvSpPr>
          <p:spPr>
            <a:xfrm>
              <a:off x="930580" y="3710076"/>
              <a:ext cx="96372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KK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주사</a:t>
              </a:r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9354147A-C97C-B641-29AC-0EDC72D20641}"/>
                </a:ext>
              </a:extLst>
            </p:cNvPr>
            <p:cNvGrpSpPr/>
            <p:nvPr/>
          </p:nvGrpSpPr>
          <p:grpSpPr>
            <a:xfrm>
              <a:off x="1041515" y="4036831"/>
              <a:ext cx="8205142" cy="788212"/>
              <a:chOff x="1041515" y="4036831"/>
              <a:chExt cx="8205142" cy="788212"/>
            </a:xfrm>
          </p:grpSpPr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C5C254C2-0D5F-FC28-9CCB-386269DA498A}"/>
                  </a:ext>
                </a:extLst>
              </p:cNvPr>
              <p:cNvGrpSpPr/>
              <p:nvPr/>
            </p:nvGrpSpPr>
            <p:grpSpPr>
              <a:xfrm>
                <a:off x="1041515" y="4036831"/>
                <a:ext cx="8205142" cy="788212"/>
                <a:chOff x="1041515" y="4036831"/>
                <a:chExt cx="8205142" cy="788212"/>
              </a:xfrm>
            </p:grpSpPr>
            <p:sp>
              <p:nvSpPr>
                <p:cNvPr id="296" name="Shape 7">
                  <a:extLst>
                    <a:ext uri="{FF2B5EF4-FFF2-40B4-BE49-F238E27FC236}">
                      <a16:creationId xmlns:a16="http://schemas.microsoft.com/office/drawing/2014/main" id="{469FBFE5-A2B6-EB93-8A48-F19F754DC677}"/>
                    </a:ext>
                  </a:extLst>
                </p:cNvPr>
                <p:cNvSpPr/>
                <p:nvPr/>
              </p:nvSpPr>
              <p:spPr>
                <a:xfrm>
                  <a:off x="1041515" y="4036831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7" name="Shape 7">
                  <a:extLst>
                    <a:ext uri="{FF2B5EF4-FFF2-40B4-BE49-F238E27FC236}">
                      <a16:creationId xmlns:a16="http://schemas.microsoft.com/office/drawing/2014/main" id="{5BACF9CA-20F3-5713-3416-70974C26E959}"/>
                    </a:ext>
                  </a:extLst>
                </p:cNvPr>
                <p:cNvSpPr/>
                <p:nvPr/>
              </p:nvSpPr>
              <p:spPr>
                <a:xfrm>
                  <a:off x="1041515" y="4424592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303" name="Shape 7">
                  <a:extLst>
                    <a:ext uri="{FF2B5EF4-FFF2-40B4-BE49-F238E27FC236}">
                      <a16:creationId xmlns:a16="http://schemas.microsoft.com/office/drawing/2014/main" id="{6F0897AD-A49F-DAE3-DB1F-F29F0824F60A}"/>
                    </a:ext>
                  </a:extLst>
                </p:cNvPr>
                <p:cNvSpPr/>
                <p:nvPr/>
              </p:nvSpPr>
              <p:spPr>
                <a:xfrm>
                  <a:off x="1041515" y="4811436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E073F10A-DAC3-3514-F5D0-312A3D66682D}"/>
                  </a:ext>
                </a:extLst>
              </p:cNvPr>
              <p:cNvGrpSpPr/>
              <p:nvPr/>
            </p:nvGrpSpPr>
            <p:grpSpPr>
              <a:xfrm>
                <a:off x="1044691" y="4047496"/>
                <a:ext cx="8201966" cy="375481"/>
                <a:chOff x="1044691" y="4047496"/>
                <a:chExt cx="8201966" cy="37548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C1B91523-7C5E-7560-596F-215C7A208FF6}"/>
                    </a:ext>
                  </a:extLst>
                </p:cNvPr>
                <p:cNvSpPr/>
                <p:nvPr/>
              </p:nvSpPr>
              <p:spPr>
                <a:xfrm>
                  <a:off x="1044691" y="4047496"/>
                  <a:ext cx="5660909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KK</a:t>
                  </a:r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주사  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자가세포와 콜라겐의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세라미크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단독 레시피 프리미엄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스킨부스터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—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라쥬니셀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줄기세포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·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셀코어</a:t>
                  </a:r>
                  <a:endPara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</p:txBody>
            </p:sp>
            <p:sp>
              <p:nvSpPr>
                <p:cNvPr id="295" name="Text 15">
                  <a:extLst>
                    <a:ext uri="{FF2B5EF4-FFF2-40B4-BE49-F238E27FC236}">
                      <a16:creationId xmlns:a16="http://schemas.microsoft.com/office/drawing/2014/main" id="{53CB26D6-0910-834B-6F4A-D6BE13977286}"/>
                    </a:ext>
                  </a:extLst>
                </p:cNvPr>
                <p:cNvSpPr/>
                <p:nvPr/>
              </p:nvSpPr>
              <p:spPr>
                <a:xfrm>
                  <a:off x="6981209" y="4048967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en-US" altLang="ko-KR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1</a:t>
                  </a:r>
                  <a:r>
                    <a:rPr lang="ko-KR" altLang="en-US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키트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3,850,000</a:t>
                  </a: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2BE7EB5D-B5FA-EC08-2ECD-0453A8E6383C}"/>
                  </a:ext>
                </a:extLst>
              </p:cNvPr>
              <p:cNvGrpSpPr/>
              <p:nvPr/>
            </p:nvGrpSpPr>
            <p:grpSpPr>
              <a:xfrm>
                <a:off x="1044691" y="4434340"/>
                <a:ext cx="8201966" cy="375481"/>
                <a:chOff x="1044691" y="4434340"/>
                <a:chExt cx="8201966" cy="375481"/>
              </a:xfrm>
            </p:grpSpPr>
            <p:sp>
              <p:nvSpPr>
                <p:cNvPr id="299" name="Text 11">
                  <a:extLst>
                    <a:ext uri="{FF2B5EF4-FFF2-40B4-BE49-F238E27FC236}">
                      <a16:creationId xmlns:a16="http://schemas.microsoft.com/office/drawing/2014/main" id="{493BF336-4031-7185-D8CA-35E1D99C9F3B}"/>
                    </a:ext>
                  </a:extLst>
                </p:cNvPr>
                <p:cNvSpPr/>
                <p:nvPr/>
              </p:nvSpPr>
              <p:spPr>
                <a:xfrm>
                  <a:off x="1044691" y="4434340"/>
                  <a:ext cx="5660909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프리미엄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KK</a:t>
                  </a:r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주사</a:t>
                  </a:r>
                </a:p>
              </p:txBody>
            </p:sp>
            <p:sp>
              <p:nvSpPr>
                <p:cNvPr id="301" name="Text 15">
                  <a:extLst>
                    <a:ext uri="{FF2B5EF4-FFF2-40B4-BE49-F238E27FC236}">
                      <a16:creationId xmlns:a16="http://schemas.microsoft.com/office/drawing/2014/main" id="{2676FD81-AC82-4D78-9E33-4EB2CB030F09}"/>
                    </a:ext>
                  </a:extLst>
                </p:cNvPr>
                <p:cNvSpPr/>
                <p:nvPr/>
              </p:nvSpPr>
              <p:spPr>
                <a:xfrm>
                  <a:off x="6981209" y="4435811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en-US" altLang="ko-KR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4</a:t>
                  </a:r>
                  <a:r>
                    <a:rPr lang="ko-KR" altLang="en-US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키트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4,500,000</a:t>
                  </a:r>
                </a:p>
              </p:txBody>
            </p:sp>
          </p:grpSp>
        </p:grpSp>
      </p:grp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85FC64BF-48F9-A02B-E08A-1A6978836CD4}"/>
              </a:ext>
            </a:extLst>
          </p:cNvPr>
          <p:cNvGrpSpPr/>
          <p:nvPr/>
        </p:nvGrpSpPr>
        <p:grpSpPr>
          <a:xfrm>
            <a:off x="930580" y="8057148"/>
            <a:ext cx="8316077" cy="1681246"/>
            <a:chOff x="930580" y="8057148"/>
            <a:chExt cx="8316077" cy="1681246"/>
          </a:xfrm>
        </p:grpSpPr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6DDC3603-F8A0-3B3A-2F81-DD508C818502}"/>
                </a:ext>
              </a:extLst>
            </p:cNvPr>
            <p:cNvSpPr txBox="1"/>
            <p:nvPr/>
          </p:nvSpPr>
          <p:spPr>
            <a:xfrm>
              <a:off x="930580" y="8057148"/>
              <a:ext cx="269496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텍스쳐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</a:t>
              </a:r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스무딩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프로그램</a:t>
              </a:r>
            </a:p>
          </p:txBody>
        </p:sp>
        <p:sp>
          <p:nvSpPr>
            <p:cNvPr id="339" name="Text 9">
              <a:extLst>
                <a:ext uri="{FF2B5EF4-FFF2-40B4-BE49-F238E27FC236}">
                  <a16:creationId xmlns:a16="http://schemas.microsoft.com/office/drawing/2014/main" id="{61075F70-EA29-2621-EB7D-1E09005AF291}"/>
                </a:ext>
              </a:extLst>
            </p:cNvPr>
            <p:cNvSpPr/>
            <p:nvPr/>
          </p:nvSpPr>
          <p:spPr>
            <a:xfrm>
              <a:off x="7114613" y="8117613"/>
              <a:ext cx="2132044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모공</a:t>
              </a:r>
              <a:r>
                <a:rPr lang="en-US" altLang="ko-KR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</a:t>
              </a: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흉터</a:t>
              </a:r>
              <a:r>
                <a:rPr lang="en-US" altLang="ko-KR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</a:t>
              </a: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트러블 </a:t>
              </a:r>
              <a:r>
                <a:rPr lang="en-US" altLang="ko-KR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1:1 </a:t>
              </a: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맞춤 큐레이션</a:t>
              </a: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18EE62A7-2B7D-EF42-63C3-0A40657F2284}"/>
                </a:ext>
              </a:extLst>
            </p:cNvPr>
            <p:cNvGrpSpPr/>
            <p:nvPr/>
          </p:nvGrpSpPr>
          <p:grpSpPr>
            <a:xfrm>
              <a:off x="1041515" y="8383903"/>
              <a:ext cx="8205142" cy="1354491"/>
              <a:chOff x="1041515" y="8383903"/>
              <a:chExt cx="8205142" cy="1354491"/>
            </a:xfrm>
          </p:grpSpPr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7142CABF-3EA8-54F6-2218-CF4370962128}"/>
                  </a:ext>
                </a:extLst>
              </p:cNvPr>
              <p:cNvGrpSpPr/>
              <p:nvPr/>
            </p:nvGrpSpPr>
            <p:grpSpPr>
              <a:xfrm>
                <a:off x="1041515" y="8383903"/>
                <a:ext cx="8205142" cy="1354491"/>
                <a:chOff x="1041515" y="8383903"/>
                <a:chExt cx="8205142" cy="1354491"/>
              </a:xfrm>
            </p:grpSpPr>
            <p:sp>
              <p:nvSpPr>
                <p:cNvPr id="344" name="Shape 7">
                  <a:extLst>
                    <a:ext uri="{FF2B5EF4-FFF2-40B4-BE49-F238E27FC236}">
                      <a16:creationId xmlns:a16="http://schemas.microsoft.com/office/drawing/2014/main" id="{0E51EEA8-941C-D516-12A3-17C3B1302D9E}"/>
                    </a:ext>
                  </a:extLst>
                </p:cNvPr>
                <p:cNvSpPr/>
                <p:nvPr/>
              </p:nvSpPr>
              <p:spPr>
                <a:xfrm>
                  <a:off x="1041515" y="8383903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345" name="Shape 7">
                  <a:extLst>
                    <a:ext uri="{FF2B5EF4-FFF2-40B4-BE49-F238E27FC236}">
                      <a16:creationId xmlns:a16="http://schemas.microsoft.com/office/drawing/2014/main" id="{4A87C16F-76FF-7B8D-9E42-A1E623ECCB8F}"/>
                    </a:ext>
                  </a:extLst>
                </p:cNvPr>
                <p:cNvSpPr/>
                <p:nvPr/>
              </p:nvSpPr>
              <p:spPr>
                <a:xfrm>
                  <a:off x="1041515" y="9724787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232627F6-6A00-4037-7473-5175B3906409}"/>
                  </a:ext>
                </a:extLst>
              </p:cNvPr>
              <p:cNvGrpSpPr/>
              <p:nvPr/>
            </p:nvGrpSpPr>
            <p:grpSpPr>
              <a:xfrm>
                <a:off x="1044691" y="8394252"/>
                <a:ext cx="8201966" cy="1329908"/>
                <a:chOff x="1044691" y="8394252"/>
                <a:chExt cx="8201966" cy="1329908"/>
              </a:xfrm>
            </p:grpSpPr>
            <p:sp>
              <p:nvSpPr>
                <p:cNvPr id="341" name="Text 11">
                  <a:extLst>
                    <a:ext uri="{FF2B5EF4-FFF2-40B4-BE49-F238E27FC236}">
                      <a16:creationId xmlns:a16="http://schemas.microsoft.com/office/drawing/2014/main" id="{0F7C02AB-C323-4565-E805-4D7413895469}"/>
                    </a:ext>
                  </a:extLst>
                </p:cNvPr>
                <p:cNvSpPr/>
                <p:nvPr/>
              </p:nvSpPr>
              <p:spPr>
                <a:xfrm>
                  <a:off x="1044691" y="8394252"/>
                  <a:ext cx="5879348" cy="1329908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r>
                    <a:rPr lang="ko-KR" altLang="en-US" sz="1400" dirty="0" err="1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포텐자</a:t>
                  </a:r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(</a:t>
                  </a:r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얼굴전체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모공</a:t>
                  </a:r>
                  <a: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, </a:t>
                  </a:r>
                  <a:r>
                    <a:rPr lang="ko-KR" altLang="en-US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흉터</a:t>
                  </a:r>
                  <a: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, </a:t>
                  </a:r>
                  <a:r>
                    <a:rPr lang="ko-KR" altLang="en-US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트러블의 원인 </a:t>
                  </a:r>
                  <a: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· </a:t>
                  </a:r>
                  <a:r>
                    <a:rPr lang="ko-KR" altLang="en-US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크기 </a:t>
                  </a:r>
                  <a: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· </a:t>
                  </a:r>
                  <a:r>
                    <a:rPr lang="ko-KR" altLang="en-US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요철 정도 </a:t>
                  </a:r>
                  <a: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· </a:t>
                  </a:r>
                  <a:r>
                    <a:rPr lang="ko-KR" altLang="en-US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질감 </a:t>
                  </a:r>
                  <a: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· </a:t>
                  </a:r>
                  <a:r>
                    <a:rPr lang="ko-KR" altLang="en-US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색상을 파악해 개선하는 프로그램</a:t>
                  </a:r>
                  <a:b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</a:b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*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통증케어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: 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마취크림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, 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국소마취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*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애프터케어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: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오투덤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+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모델링팩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 marL="0" indent="0" algn="l">
                    <a:lnSpc>
                      <a:spcPct val="150000"/>
                    </a:lnSpc>
                    <a:buNone/>
                  </a:pP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*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피부컨디션에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따라 매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회차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포텐자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+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쥬베룩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,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올리디아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,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스킨보톡스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중 </a:t>
                  </a:r>
                  <a:r>
                    <a:rPr lang="ko-KR" altLang="en-US" sz="1000" dirty="0" err="1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택</a:t>
                  </a:r>
                  <a:r>
                    <a:rPr lang="en-US" altLang="ko-KR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1</a:t>
                  </a:r>
                  <a:r>
                    <a:rPr lang="ko-KR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을 조합하여 맞춤시술</a:t>
                  </a:r>
                </a:p>
              </p:txBody>
            </p:sp>
            <p:sp>
              <p:nvSpPr>
                <p:cNvPr id="343" name="Text 15">
                  <a:extLst>
                    <a:ext uri="{FF2B5EF4-FFF2-40B4-BE49-F238E27FC236}">
                      <a16:creationId xmlns:a16="http://schemas.microsoft.com/office/drawing/2014/main" id="{7FDBD508-0221-3F1F-2A0E-2BFB1E756CDF}"/>
                    </a:ext>
                  </a:extLst>
                </p:cNvPr>
                <p:cNvSpPr/>
                <p:nvPr/>
              </p:nvSpPr>
              <p:spPr>
                <a:xfrm>
                  <a:off x="6981209" y="8395568"/>
                  <a:ext cx="2265448" cy="1327277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altLang="ko-KR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1</a:t>
                  </a:r>
                  <a:r>
                    <a:rPr lang="ko-KR" altLang="en-US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회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550,000</a:t>
                  </a:r>
                  <a:endParaRPr lang="en-US" altLang="ko-KR" sz="11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endParaRP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ko-KR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3</a:t>
                  </a:r>
                  <a:r>
                    <a:rPr lang="ko-KR" altLang="en-US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회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1,450,000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altLang="ko-KR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5</a:t>
                  </a:r>
                  <a:r>
                    <a:rPr lang="ko-KR" altLang="en-US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회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1,990,000</a:t>
                  </a:r>
                </a:p>
              </p:txBody>
            </p:sp>
          </p:grpSp>
        </p:grp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9177DF37-424F-007E-8E9F-453761EE90B4}"/>
              </a:ext>
            </a:extLst>
          </p:cNvPr>
          <p:cNvGrpSpPr/>
          <p:nvPr/>
        </p:nvGrpSpPr>
        <p:grpSpPr>
          <a:xfrm>
            <a:off x="930580" y="2720019"/>
            <a:ext cx="8316077" cy="728123"/>
            <a:chOff x="930580" y="2720019"/>
            <a:chExt cx="8316077" cy="728123"/>
          </a:xfrm>
        </p:grpSpPr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E7C8D2C6-0700-2046-2599-0D01A6627BBE}"/>
                </a:ext>
              </a:extLst>
            </p:cNvPr>
            <p:cNvSpPr txBox="1"/>
            <p:nvPr/>
          </p:nvSpPr>
          <p:spPr>
            <a:xfrm>
              <a:off x="930580" y="2720019"/>
              <a:ext cx="93326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ko-KR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KS주사</a:t>
              </a:r>
              <a:endParaRPr lang="en-US" altLang="ko-KR" dirty="0">
                <a:latin typeface="신세계 SemiBold" panose="02000300000000000000" pitchFamily="50" charset="-127"/>
                <a:ea typeface="신세계 SemiBold" panose="02000300000000000000" pitchFamily="50" charset="-127"/>
              </a:endParaRPr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76CED606-8599-784C-16AB-32E32277C51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0" name="Shape 7">
                <a:extLst>
                  <a:ext uri="{FF2B5EF4-FFF2-40B4-BE49-F238E27FC236}">
                    <a16:creationId xmlns:a16="http://schemas.microsoft.com/office/drawing/2014/main" id="{834D93DF-2749-00B1-BC15-FD59FD0FC50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4" name="Text 11"/>
            <p:cNvSpPr/>
            <p:nvPr/>
          </p:nvSpPr>
          <p:spPr>
            <a:xfrm>
              <a:off x="1044691" y="3057439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KS주사</a:t>
              </a:r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자가세포 성분 기반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세라미크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레시피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스킨부스터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—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인주셀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셀코어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복합 재생 프로그램</a:t>
              </a:r>
            </a:p>
          </p:txBody>
        </p:sp>
        <p:sp>
          <p:nvSpPr>
            <p:cNvPr id="18" name="Text 15"/>
            <p:cNvSpPr/>
            <p:nvPr/>
          </p:nvSpPr>
          <p:spPr>
            <a:xfrm>
              <a:off x="8095132" y="3137457"/>
              <a:ext cx="11515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6cc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1,410,000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78" name="Text 15">
              <a:extLst>
                <a:ext uri="{FF2B5EF4-FFF2-40B4-BE49-F238E27FC236}">
                  <a16:creationId xmlns:a16="http://schemas.microsoft.com/office/drawing/2014/main" id="{06F4ECB9-76DD-F9D2-1ADD-DB3ED50DF663}"/>
                </a:ext>
              </a:extLst>
            </p:cNvPr>
            <p:cNvSpPr/>
            <p:nvPr/>
          </p:nvSpPr>
          <p:spPr>
            <a:xfrm>
              <a:off x="6811698" y="3137457"/>
              <a:ext cx="94416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790,000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4F93E5D7-F142-9370-DFBB-67BE0A662FB0}"/>
              </a:ext>
            </a:extLst>
          </p:cNvPr>
          <p:cNvGrpSpPr/>
          <p:nvPr/>
        </p:nvGrpSpPr>
        <p:grpSpPr>
          <a:xfrm>
            <a:off x="930580" y="5086977"/>
            <a:ext cx="8316077" cy="728123"/>
            <a:chOff x="930580" y="5086977"/>
            <a:chExt cx="8316077" cy="728123"/>
          </a:xfrm>
        </p:grpSpPr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6DE8B80F-9D4D-D727-CDCE-D1EE70D10415}"/>
                </a:ext>
              </a:extLst>
            </p:cNvPr>
            <p:cNvSpPr txBox="1"/>
            <p:nvPr/>
          </p:nvSpPr>
          <p:spPr>
            <a:xfrm>
              <a:off x="930580" y="5086977"/>
              <a:ext cx="293221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풀페이스 큐레이션 보톡스</a:t>
              </a:r>
            </a:p>
          </p:txBody>
        </p:sp>
        <p:sp>
          <p:nvSpPr>
            <p:cNvPr id="310" name="Text 9">
              <a:extLst>
                <a:ext uri="{FF2B5EF4-FFF2-40B4-BE49-F238E27FC236}">
                  <a16:creationId xmlns:a16="http://schemas.microsoft.com/office/drawing/2014/main" id="{BA3A010B-4B3A-6428-1420-25DB3DCEB919}"/>
                </a:ext>
              </a:extLst>
            </p:cNvPr>
            <p:cNvSpPr/>
            <p:nvPr/>
          </p:nvSpPr>
          <p:spPr>
            <a:xfrm>
              <a:off x="8005882" y="5147442"/>
              <a:ext cx="124077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맞춤 디자인 후 시술</a:t>
              </a:r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A834CBB1-332A-1DCC-6A77-1A486E22EE77}"/>
                </a:ext>
              </a:extLst>
            </p:cNvPr>
            <p:cNvGrpSpPr/>
            <p:nvPr/>
          </p:nvGrpSpPr>
          <p:grpSpPr>
            <a:xfrm>
              <a:off x="1041515" y="5413732"/>
              <a:ext cx="8205142" cy="401368"/>
              <a:chOff x="1041515" y="3046774"/>
              <a:chExt cx="8205142" cy="401368"/>
            </a:xfrm>
          </p:grpSpPr>
          <p:sp>
            <p:nvSpPr>
              <p:cNvPr id="315" name="Shape 7">
                <a:extLst>
                  <a:ext uri="{FF2B5EF4-FFF2-40B4-BE49-F238E27FC236}">
                    <a16:creationId xmlns:a16="http://schemas.microsoft.com/office/drawing/2014/main" id="{AE1A51A1-F614-5757-1021-2AF7EE561DDF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16" name="Shape 7">
                <a:extLst>
                  <a:ext uri="{FF2B5EF4-FFF2-40B4-BE49-F238E27FC236}">
                    <a16:creationId xmlns:a16="http://schemas.microsoft.com/office/drawing/2014/main" id="{C2B8A3E3-4B5D-13DE-92F8-D6F4D9ECF98E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12" name="Text 11">
              <a:extLst>
                <a:ext uri="{FF2B5EF4-FFF2-40B4-BE49-F238E27FC236}">
                  <a16:creationId xmlns:a16="http://schemas.microsoft.com/office/drawing/2014/main" id="{C4667FA9-B409-B8CE-D64A-8C715E94794D}"/>
                </a:ext>
              </a:extLst>
            </p:cNvPr>
            <p:cNvSpPr/>
            <p:nvPr/>
          </p:nvSpPr>
          <p:spPr>
            <a:xfrm>
              <a:off x="1044691" y="542439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얼굴의 전체 근육을 정교하게 다듬어 선명하고 부드러운 인상을 설계하는 프로그램</a:t>
              </a:r>
            </a:p>
          </p:txBody>
        </p:sp>
        <p:sp>
          <p:nvSpPr>
            <p:cNvPr id="379" name="Text 15">
              <a:extLst>
                <a:ext uri="{FF2B5EF4-FFF2-40B4-BE49-F238E27FC236}">
                  <a16:creationId xmlns:a16="http://schemas.microsoft.com/office/drawing/2014/main" id="{E129D980-93C4-7F6C-3ECB-C7D81BD59567}"/>
                </a:ext>
              </a:extLst>
            </p:cNvPr>
            <p:cNvSpPr/>
            <p:nvPr/>
          </p:nvSpPr>
          <p:spPr>
            <a:xfrm>
              <a:off x="8122383" y="5504415"/>
              <a:ext cx="1124273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수입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0" name="Text 15">
              <a:extLst>
                <a:ext uri="{FF2B5EF4-FFF2-40B4-BE49-F238E27FC236}">
                  <a16:creationId xmlns:a16="http://schemas.microsoft.com/office/drawing/2014/main" id="{9498DEA0-032E-82D1-2941-75B0A2C9953D}"/>
                </a:ext>
              </a:extLst>
            </p:cNvPr>
            <p:cNvSpPr/>
            <p:nvPr/>
          </p:nvSpPr>
          <p:spPr>
            <a:xfrm>
              <a:off x="6811698" y="5504415"/>
              <a:ext cx="1043555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국산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DC344501-F001-42A6-5B7D-A7FDF0CE6298}"/>
              </a:ext>
            </a:extLst>
          </p:cNvPr>
          <p:cNvGrpSpPr/>
          <p:nvPr/>
        </p:nvGrpSpPr>
        <p:grpSpPr>
          <a:xfrm>
            <a:off x="930580" y="6077034"/>
            <a:ext cx="8316077" cy="728123"/>
            <a:chOff x="930580" y="6077034"/>
            <a:chExt cx="8316077" cy="728123"/>
          </a:xfrm>
        </p:grpSpPr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02F7B79-D4C9-4FF3-E978-75787ED4B896}"/>
                </a:ext>
              </a:extLst>
            </p:cNvPr>
            <p:cNvSpPr txBox="1"/>
            <p:nvPr/>
          </p:nvSpPr>
          <p:spPr>
            <a:xfrm>
              <a:off x="930580" y="6077034"/>
              <a:ext cx="222048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넥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큐레이션 보톡스</a:t>
              </a:r>
            </a:p>
          </p:txBody>
        </p:sp>
        <p:sp>
          <p:nvSpPr>
            <p:cNvPr id="319" name="Text 9">
              <a:extLst>
                <a:ext uri="{FF2B5EF4-FFF2-40B4-BE49-F238E27FC236}">
                  <a16:creationId xmlns:a16="http://schemas.microsoft.com/office/drawing/2014/main" id="{1F40C0A1-6DA5-4123-BEBB-1815115449D9}"/>
                </a:ext>
              </a:extLst>
            </p:cNvPr>
            <p:cNvSpPr/>
            <p:nvPr/>
          </p:nvSpPr>
          <p:spPr>
            <a:xfrm>
              <a:off x="8005882" y="6137499"/>
              <a:ext cx="124077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맞춤 디자인 후 시술</a:t>
              </a:r>
            </a:p>
          </p:txBody>
        </p: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6279F03C-8246-B375-663A-451EF1301158}"/>
                </a:ext>
              </a:extLst>
            </p:cNvPr>
            <p:cNvGrpSpPr/>
            <p:nvPr/>
          </p:nvGrpSpPr>
          <p:grpSpPr>
            <a:xfrm>
              <a:off x="1041515" y="6403789"/>
              <a:ext cx="8205142" cy="401368"/>
              <a:chOff x="1041515" y="3046774"/>
              <a:chExt cx="8205142" cy="401368"/>
            </a:xfrm>
          </p:grpSpPr>
          <p:sp>
            <p:nvSpPr>
              <p:cNvPr id="324" name="Shape 7">
                <a:extLst>
                  <a:ext uri="{FF2B5EF4-FFF2-40B4-BE49-F238E27FC236}">
                    <a16:creationId xmlns:a16="http://schemas.microsoft.com/office/drawing/2014/main" id="{5515B9C7-A2BF-2ACA-E7D0-88FCED1F76C6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25" name="Shape 7">
                <a:extLst>
                  <a:ext uri="{FF2B5EF4-FFF2-40B4-BE49-F238E27FC236}">
                    <a16:creationId xmlns:a16="http://schemas.microsoft.com/office/drawing/2014/main" id="{9D77B9F3-D371-A957-29AA-A9E44C0CCE8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21" name="Text 11">
              <a:extLst>
                <a:ext uri="{FF2B5EF4-FFF2-40B4-BE49-F238E27FC236}">
                  <a16:creationId xmlns:a16="http://schemas.microsoft.com/office/drawing/2014/main" id="{4AAB04C1-9B5D-5FF2-F0D7-435AAB62528D}"/>
                </a:ext>
              </a:extLst>
            </p:cNvPr>
            <p:cNvSpPr/>
            <p:nvPr/>
          </p:nvSpPr>
          <p:spPr>
            <a:xfrm>
              <a:off x="1044691" y="641445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1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거북목</a:t>
              </a: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완화와 동시에 </a:t>
              </a:r>
              <a:r>
                <a:rPr lang="ko-KR" altLang="en-US" sz="11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턱선과</a:t>
              </a: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목선</a:t>
              </a:r>
              <a:r>
                <a:rPr lang="en-US" altLang="ko-KR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, </a:t>
              </a: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어깨선을 </a:t>
              </a:r>
              <a:r>
                <a:rPr lang="ko-KR" altLang="en-US" sz="11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슬림하게</a:t>
              </a: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설계하여 우아함을 되찾는 프로그램</a:t>
              </a:r>
            </a:p>
          </p:txBody>
        </p:sp>
        <p:sp>
          <p:nvSpPr>
            <p:cNvPr id="381" name="Text 15">
              <a:extLst>
                <a:ext uri="{FF2B5EF4-FFF2-40B4-BE49-F238E27FC236}">
                  <a16:creationId xmlns:a16="http://schemas.microsoft.com/office/drawing/2014/main" id="{61FEDDC1-0C89-8A9C-B6DB-C7B5BB1CF67B}"/>
                </a:ext>
              </a:extLst>
            </p:cNvPr>
            <p:cNvSpPr/>
            <p:nvPr/>
          </p:nvSpPr>
          <p:spPr>
            <a:xfrm>
              <a:off x="8114367" y="6494472"/>
              <a:ext cx="1132289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수입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2" name="Text 15">
              <a:extLst>
                <a:ext uri="{FF2B5EF4-FFF2-40B4-BE49-F238E27FC236}">
                  <a16:creationId xmlns:a16="http://schemas.microsoft.com/office/drawing/2014/main" id="{55B49249-9791-16A2-14A3-91800FD1301D}"/>
                </a:ext>
              </a:extLst>
            </p:cNvPr>
            <p:cNvSpPr/>
            <p:nvPr/>
          </p:nvSpPr>
          <p:spPr>
            <a:xfrm>
              <a:off x="6811698" y="6494472"/>
              <a:ext cx="105637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국산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607EC85D-32D6-A980-7439-C64F8B975CC5}"/>
              </a:ext>
            </a:extLst>
          </p:cNvPr>
          <p:cNvGrpSpPr/>
          <p:nvPr/>
        </p:nvGrpSpPr>
        <p:grpSpPr>
          <a:xfrm>
            <a:off x="930580" y="7067091"/>
            <a:ext cx="8316077" cy="728123"/>
            <a:chOff x="930580" y="7067091"/>
            <a:chExt cx="8316077" cy="728123"/>
          </a:xfrm>
        </p:grpSpPr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EB839253-0593-CC86-1137-C386FC28D31A}"/>
                </a:ext>
              </a:extLst>
            </p:cNvPr>
            <p:cNvSpPr txBox="1"/>
            <p:nvPr/>
          </p:nvSpPr>
          <p:spPr>
            <a:xfrm>
              <a:off x="930580" y="7067091"/>
              <a:ext cx="479971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시그니처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페이스앤 </a:t>
              </a:r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넥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토탈 큐레이션 보톡스</a:t>
              </a:r>
            </a:p>
          </p:txBody>
        </p:sp>
        <p:sp>
          <p:nvSpPr>
            <p:cNvPr id="329" name="Text 9">
              <a:extLst>
                <a:ext uri="{FF2B5EF4-FFF2-40B4-BE49-F238E27FC236}">
                  <a16:creationId xmlns:a16="http://schemas.microsoft.com/office/drawing/2014/main" id="{B47225FB-3FDC-CB3E-20D9-AE1CBBBA8E57}"/>
                </a:ext>
              </a:extLst>
            </p:cNvPr>
            <p:cNvSpPr/>
            <p:nvPr/>
          </p:nvSpPr>
          <p:spPr>
            <a:xfrm>
              <a:off x="8005882" y="7127556"/>
              <a:ext cx="124077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맞춤 디자인 후 시술</a:t>
              </a:r>
            </a:p>
          </p:txBody>
        </p: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6132263E-C32F-29D4-5E0E-F89891AB9219}"/>
                </a:ext>
              </a:extLst>
            </p:cNvPr>
            <p:cNvGrpSpPr/>
            <p:nvPr/>
          </p:nvGrpSpPr>
          <p:grpSpPr>
            <a:xfrm>
              <a:off x="1041515" y="7393846"/>
              <a:ext cx="8205142" cy="401368"/>
              <a:chOff x="1041515" y="3046774"/>
              <a:chExt cx="8205142" cy="401368"/>
            </a:xfrm>
          </p:grpSpPr>
          <p:sp>
            <p:nvSpPr>
              <p:cNvPr id="334" name="Shape 7">
                <a:extLst>
                  <a:ext uri="{FF2B5EF4-FFF2-40B4-BE49-F238E27FC236}">
                    <a16:creationId xmlns:a16="http://schemas.microsoft.com/office/drawing/2014/main" id="{532FEE19-C581-16E2-1C9D-228150A268EE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35" name="Shape 7">
                <a:extLst>
                  <a:ext uri="{FF2B5EF4-FFF2-40B4-BE49-F238E27FC236}">
                    <a16:creationId xmlns:a16="http://schemas.microsoft.com/office/drawing/2014/main" id="{85206FB8-F1B7-ECD5-C61D-9DC3BBC949D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31" name="Text 11">
              <a:extLst>
                <a:ext uri="{FF2B5EF4-FFF2-40B4-BE49-F238E27FC236}">
                  <a16:creationId xmlns:a16="http://schemas.microsoft.com/office/drawing/2014/main" id="{66C6740B-0794-AA12-EBAF-8BC9E39369D6}"/>
                </a:ext>
              </a:extLst>
            </p:cNvPr>
            <p:cNvSpPr/>
            <p:nvPr/>
          </p:nvSpPr>
          <p:spPr>
            <a:xfrm>
              <a:off x="1044691" y="7404511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얼굴형과 목선</a:t>
              </a:r>
              <a:r>
                <a:rPr lang="en-US" altLang="ko-KR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, </a:t>
              </a:r>
              <a:r>
                <a:rPr lang="ko-KR" altLang="en-US" sz="11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데콜테와</a:t>
              </a: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1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피부결까지</a:t>
              </a:r>
              <a:r>
                <a:rPr lang="ko-KR" alt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다스리는 정교한 밸런스 설계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D11A7E93-8DB8-AE30-D74C-F7F2E006FF4A}"/>
                </a:ext>
              </a:extLst>
            </p:cNvPr>
            <p:cNvSpPr/>
            <p:nvPr/>
          </p:nvSpPr>
          <p:spPr>
            <a:xfrm>
              <a:off x="7995745" y="7484529"/>
              <a:ext cx="125091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수입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3DE2C777-D268-2CBE-8F95-3DC2C0310A66}"/>
                </a:ext>
              </a:extLst>
            </p:cNvPr>
            <p:cNvSpPr/>
            <p:nvPr/>
          </p:nvSpPr>
          <p:spPr>
            <a:xfrm>
              <a:off x="6811698" y="7484529"/>
              <a:ext cx="105637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국산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231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BOTULINUM TOXIN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366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보톡스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714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국산 ·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국산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프리미엄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,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내성줄인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독일 · 미국산 오리지널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1" name="Text 96">
            <a:extLst>
              <a:ext uri="{FF2B5EF4-FFF2-40B4-BE49-F238E27FC236}">
                <a16:creationId xmlns:a16="http://schemas.microsoft.com/office/drawing/2014/main" id="{01CCF82E-6E67-D21C-75CC-00CB5D38759E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05AB8590-411C-EE9D-4293-4945E2A98FA0}"/>
              </a:ext>
            </a:extLst>
          </p:cNvPr>
          <p:cNvGrpSpPr/>
          <p:nvPr/>
        </p:nvGrpSpPr>
        <p:grpSpPr>
          <a:xfrm>
            <a:off x="930580" y="2720019"/>
            <a:ext cx="8316077" cy="971178"/>
            <a:chOff x="930580" y="2720019"/>
            <a:chExt cx="8316077" cy="971178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DCF1B7E-5C78-E499-C13D-8FE0A6079BF2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주름 보톡스</a:t>
              </a: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865EBFF4-AD2E-BBD0-524A-36A28B45BFB7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644423"/>
              <a:chOff x="1041515" y="3046774"/>
              <a:chExt cx="8205142" cy="644423"/>
            </a:xfrm>
          </p:grpSpPr>
          <p:sp>
            <p:nvSpPr>
              <p:cNvPr id="224" name="Shape 7">
                <a:extLst>
                  <a:ext uri="{FF2B5EF4-FFF2-40B4-BE49-F238E27FC236}">
                    <a16:creationId xmlns:a16="http://schemas.microsoft.com/office/drawing/2014/main" id="{64C497E4-2086-0ED9-5619-F593C30E32E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5" name="Shape 7">
                <a:extLst>
                  <a:ext uri="{FF2B5EF4-FFF2-40B4-BE49-F238E27FC236}">
                    <a16:creationId xmlns:a16="http://schemas.microsoft.com/office/drawing/2014/main" id="{7D538325-2788-5A2E-7161-56B3B233B3D5}"/>
                  </a:ext>
                </a:extLst>
              </p:cNvPr>
              <p:cNvSpPr/>
              <p:nvPr/>
            </p:nvSpPr>
            <p:spPr>
              <a:xfrm>
                <a:off x="1041515" y="3677590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80F179A6-EA66-9B16-2717-59C71497F91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주름 보톡스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부위</a:t>
              </a:r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주름을 완화해 한층 여유로운 표정을 되찾는 시술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이마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미간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눈가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콧등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 err="1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콧볼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 err="1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입꼬리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 err="1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자갈턱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중 </a:t>
              </a:r>
              <a:r>
                <a:rPr lang="ko-KR" altLang="en-US" sz="1000" dirty="0" err="1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택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1</a:t>
              </a:r>
            </a:p>
          </p:txBody>
        </p:sp>
        <p:sp>
          <p:nvSpPr>
            <p:cNvPr id="223" name="Text 15">
              <a:extLst>
                <a:ext uri="{FF2B5EF4-FFF2-40B4-BE49-F238E27FC236}">
                  <a16:creationId xmlns:a16="http://schemas.microsoft.com/office/drawing/2014/main" id="{C0164E65-C5D1-28FE-8F33-81311DF0721B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독일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미국산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30" name="Text 15">
              <a:extLst>
                <a:ext uri="{FF2B5EF4-FFF2-40B4-BE49-F238E27FC236}">
                  <a16:creationId xmlns:a16="http://schemas.microsoft.com/office/drawing/2014/main" id="{F0404CE3-1938-4BA9-E17A-2A9B1461746F}"/>
                </a:ext>
              </a:extLst>
            </p:cNvPr>
            <p:cNvSpPr/>
            <p:nvPr/>
          </p:nvSpPr>
          <p:spPr>
            <a:xfrm>
              <a:off x="5572876" y="3058909"/>
              <a:ext cx="2265448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국산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프리미엄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D15FC85C-675B-40EF-54E7-C4337D0B5F43}"/>
              </a:ext>
            </a:extLst>
          </p:cNvPr>
          <p:cNvGrpSpPr/>
          <p:nvPr/>
        </p:nvGrpSpPr>
        <p:grpSpPr>
          <a:xfrm>
            <a:off x="930580" y="3950486"/>
            <a:ext cx="8316077" cy="2232084"/>
            <a:chOff x="930580" y="3950017"/>
            <a:chExt cx="8316077" cy="2232084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A64CC32-BF81-F4B1-3DD6-B83C6C9E5E07}"/>
                </a:ext>
              </a:extLst>
            </p:cNvPr>
            <p:cNvSpPr txBox="1"/>
            <p:nvPr/>
          </p:nvSpPr>
          <p:spPr>
            <a:xfrm>
              <a:off x="930580" y="3950017"/>
              <a:ext cx="206498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근육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· 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침샘 보톡스</a:t>
              </a:r>
            </a:p>
          </p:txBody>
        </p: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31A92C37-89F1-1B91-26CF-5AC51813B5C5}"/>
                </a:ext>
              </a:extLst>
            </p:cNvPr>
            <p:cNvGrpSpPr/>
            <p:nvPr/>
          </p:nvGrpSpPr>
          <p:grpSpPr>
            <a:xfrm>
              <a:off x="1041515" y="4276772"/>
              <a:ext cx="8205142" cy="1905329"/>
              <a:chOff x="1041515" y="4276772"/>
              <a:chExt cx="8205142" cy="1905329"/>
            </a:xfrm>
          </p:grpSpPr>
          <p:grpSp>
            <p:nvGrpSpPr>
              <p:cNvPr id="304" name="그룹 303">
                <a:extLst>
                  <a:ext uri="{FF2B5EF4-FFF2-40B4-BE49-F238E27FC236}">
                    <a16:creationId xmlns:a16="http://schemas.microsoft.com/office/drawing/2014/main" id="{330FCA49-9D29-9D3E-A4AD-8B8AAEF4D5FC}"/>
                  </a:ext>
                </a:extLst>
              </p:cNvPr>
              <p:cNvGrpSpPr/>
              <p:nvPr/>
            </p:nvGrpSpPr>
            <p:grpSpPr>
              <a:xfrm>
                <a:off x="1044691" y="4287436"/>
                <a:ext cx="8201965" cy="620151"/>
                <a:chOff x="1044691" y="4287436"/>
                <a:chExt cx="8201965" cy="620151"/>
              </a:xfrm>
            </p:grpSpPr>
            <p:sp>
              <p:nvSpPr>
                <p:cNvPr id="236" name="Text 11">
                  <a:extLst>
                    <a:ext uri="{FF2B5EF4-FFF2-40B4-BE49-F238E27FC236}">
                      <a16:creationId xmlns:a16="http://schemas.microsoft.com/office/drawing/2014/main" id="{66560D4C-16FF-EB59-EF44-B776FF7871CD}"/>
                    </a:ext>
                  </a:extLst>
                </p:cNvPr>
                <p:cNvSpPr/>
                <p:nvPr/>
              </p:nvSpPr>
              <p:spPr>
                <a:xfrm>
                  <a:off x="1044691" y="4287436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턱 보톡스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50U</a:t>
                  </a:r>
                </a:p>
                <a:p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무의식적인 긴장과 각진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턱선을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완화해 부드럽게 다듬는 시술</a:t>
                  </a:r>
                </a:p>
              </p:txBody>
            </p:sp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472B86D5-6213-EC89-4FD5-1C6D05CCC53B}"/>
                    </a:ext>
                  </a:extLst>
                </p:cNvPr>
                <p:cNvGrpSpPr/>
                <p:nvPr/>
              </p:nvGrpSpPr>
              <p:grpSpPr>
                <a:xfrm>
                  <a:off x="5572876" y="4288907"/>
                  <a:ext cx="3673780" cy="617208"/>
                  <a:chOff x="5572876" y="4288907"/>
                  <a:chExt cx="3673780" cy="617208"/>
                </a:xfrm>
              </p:grpSpPr>
              <p:sp>
                <p:nvSpPr>
                  <p:cNvPr id="237" name="Text 15">
                    <a:extLst>
                      <a:ext uri="{FF2B5EF4-FFF2-40B4-BE49-F238E27FC236}">
                        <a16:creationId xmlns:a16="http://schemas.microsoft.com/office/drawing/2014/main" id="{C994914D-E8B0-73A3-7063-FCBD0508BF2C}"/>
                      </a:ext>
                    </a:extLst>
                  </p:cNvPr>
                  <p:cNvSpPr/>
                  <p:nvPr/>
                </p:nvSpPr>
                <p:spPr>
                  <a:xfrm>
                    <a:off x="7924510" y="4288907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독일</a:t>
                    </a:r>
                    <a:r>
                      <a:rPr lang="en-US" altLang="ko-KR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미국산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38" name="Text 15">
                    <a:extLst>
                      <a:ext uri="{FF2B5EF4-FFF2-40B4-BE49-F238E27FC236}">
                        <a16:creationId xmlns:a16="http://schemas.microsoft.com/office/drawing/2014/main" id="{10E55E66-E56D-2CB2-2D0C-4F4844907ABA}"/>
                      </a:ext>
                    </a:extLst>
                  </p:cNvPr>
                  <p:cNvSpPr/>
                  <p:nvPr/>
                </p:nvSpPr>
                <p:spPr>
                  <a:xfrm>
                    <a:off x="5572876" y="4288907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국산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프리미엄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07" name="그룹 306">
                <a:extLst>
                  <a:ext uri="{FF2B5EF4-FFF2-40B4-BE49-F238E27FC236}">
                    <a16:creationId xmlns:a16="http://schemas.microsoft.com/office/drawing/2014/main" id="{DF445F0E-286F-934B-0768-6A135D6D36A0}"/>
                  </a:ext>
                </a:extLst>
              </p:cNvPr>
              <p:cNvGrpSpPr/>
              <p:nvPr/>
            </p:nvGrpSpPr>
            <p:grpSpPr>
              <a:xfrm>
                <a:off x="1044691" y="4917119"/>
                <a:ext cx="8201965" cy="620151"/>
                <a:chOff x="1044691" y="4917119"/>
                <a:chExt cx="8201965" cy="620151"/>
              </a:xfrm>
            </p:grpSpPr>
            <p:sp>
              <p:nvSpPr>
                <p:cNvPr id="243" name="Text 11">
                  <a:extLst>
                    <a:ext uri="{FF2B5EF4-FFF2-40B4-BE49-F238E27FC236}">
                      <a16:creationId xmlns:a16="http://schemas.microsoft.com/office/drawing/2014/main" id="{F2AA62D6-0F34-8BB6-5898-76A779615869}"/>
                    </a:ext>
                  </a:extLst>
                </p:cNvPr>
                <p:cNvSpPr/>
                <p:nvPr/>
              </p:nvSpPr>
              <p:spPr>
                <a:xfrm>
                  <a:off x="1044691" y="4917119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ko-KR" altLang="en-US" sz="1400" dirty="0" err="1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측두근</a:t>
                  </a:r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50U</a:t>
                  </a:r>
                </a:p>
                <a:p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과도하게 발달한 근육 크기 축소 및 얼굴 상부 윤곽 부드럽게 개선</a:t>
                  </a:r>
                </a:p>
              </p:txBody>
            </p:sp>
            <p:grpSp>
              <p:nvGrpSpPr>
                <p:cNvPr id="306" name="그룹 305">
                  <a:extLst>
                    <a:ext uri="{FF2B5EF4-FFF2-40B4-BE49-F238E27FC236}">
                      <a16:creationId xmlns:a16="http://schemas.microsoft.com/office/drawing/2014/main" id="{B2EAA769-1360-AA8E-EFEE-89DB9B6775ED}"/>
                    </a:ext>
                  </a:extLst>
                </p:cNvPr>
                <p:cNvGrpSpPr/>
                <p:nvPr/>
              </p:nvGrpSpPr>
              <p:grpSpPr>
                <a:xfrm>
                  <a:off x="5572876" y="4918590"/>
                  <a:ext cx="3673780" cy="617208"/>
                  <a:chOff x="5572876" y="4918590"/>
                  <a:chExt cx="3673780" cy="617208"/>
                </a:xfrm>
              </p:grpSpPr>
              <p:sp>
                <p:nvSpPr>
                  <p:cNvPr id="244" name="Text 15">
                    <a:extLst>
                      <a:ext uri="{FF2B5EF4-FFF2-40B4-BE49-F238E27FC236}">
                        <a16:creationId xmlns:a16="http://schemas.microsoft.com/office/drawing/2014/main" id="{09D6ACB6-A91A-73B3-042A-20537FB4C86B}"/>
                      </a:ext>
                    </a:extLst>
                  </p:cNvPr>
                  <p:cNvSpPr/>
                  <p:nvPr/>
                </p:nvSpPr>
                <p:spPr>
                  <a:xfrm>
                    <a:off x="7924510" y="4918590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독일</a:t>
                    </a:r>
                    <a:r>
                      <a:rPr lang="en-US" altLang="ko-KR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미국산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45" name="Text 15">
                    <a:extLst>
                      <a:ext uri="{FF2B5EF4-FFF2-40B4-BE49-F238E27FC236}">
                        <a16:creationId xmlns:a16="http://schemas.microsoft.com/office/drawing/2014/main" id="{D5F463FB-70D5-0840-D598-A3EAD6418B00}"/>
                      </a:ext>
                    </a:extLst>
                  </p:cNvPr>
                  <p:cNvSpPr/>
                  <p:nvPr/>
                </p:nvSpPr>
                <p:spPr>
                  <a:xfrm>
                    <a:off x="5572876" y="4918590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국산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프리미엄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2C74DD2E-7439-186F-57E4-9D83750B8DAD}"/>
                  </a:ext>
                </a:extLst>
              </p:cNvPr>
              <p:cNvGrpSpPr/>
              <p:nvPr/>
            </p:nvGrpSpPr>
            <p:grpSpPr>
              <a:xfrm>
                <a:off x="1041515" y="4276772"/>
                <a:ext cx="8205142" cy="1905329"/>
                <a:chOff x="1041515" y="4276772"/>
                <a:chExt cx="8205142" cy="1905329"/>
              </a:xfrm>
            </p:grpSpPr>
            <p:sp>
              <p:nvSpPr>
                <p:cNvPr id="239" name="Shape 7">
                  <a:extLst>
                    <a:ext uri="{FF2B5EF4-FFF2-40B4-BE49-F238E27FC236}">
                      <a16:creationId xmlns:a16="http://schemas.microsoft.com/office/drawing/2014/main" id="{D79A5FC2-758E-11B7-5790-F4F3305C3A2E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40" name="Shape 7">
                  <a:extLst>
                    <a:ext uri="{FF2B5EF4-FFF2-40B4-BE49-F238E27FC236}">
                      <a16:creationId xmlns:a16="http://schemas.microsoft.com/office/drawing/2014/main" id="{46F978B7-7ABC-7D26-4C40-866B7B81B1DB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47" name="Shape 7">
                  <a:extLst>
                    <a:ext uri="{FF2B5EF4-FFF2-40B4-BE49-F238E27FC236}">
                      <a16:creationId xmlns:a16="http://schemas.microsoft.com/office/drawing/2014/main" id="{796CAAFC-167D-39FE-146B-4B8B94795CC6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54" name="Shape 7">
                  <a:extLst>
                    <a:ext uri="{FF2B5EF4-FFF2-40B4-BE49-F238E27FC236}">
                      <a16:creationId xmlns:a16="http://schemas.microsoft.com/office/drawing/2014/main" id="{49041921-BC46-D414-528D-9C8FD9C0B509}"/>
                    </a:ext>
                  </a:extLst>
                </p:cNvPr>
                <p:cNvSpPr/>
                <p:nvPr/>
              </p:nvSpPr>
              <p:spPr>
                <a:xfrm>
                  <a:off x="1041515" y="6168494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10" name="그룹 309">
                <a:extLst>
                  <a:ext uri="{FF2B5EF4-FFF2-40B4-BE49-F238E27FC236}">
                    <a16:creationId xmlns:a16="http://schemas.microsoft.com/office/drawing/2014/main" id="{1CA6E19B-179C-71B4-CD8A-7130B06FEFA0}"/>
                  </a:ext>
                </a:extLst>
              </p:cNvPr>
              <p:cNvGrpSpPr/>
              <p:nvPr/>
            </p:nvGrpSpPr>
            <p:grpSpPr>
              <a:xfrm>
                <a:off x="1044691" y="5548342"/>
                <a:ext cx="8201965" cy="620151"/>
                <a:chOff x="1044691" y="5548342"/>
                <a:chExt cx="8201965" cy="620151"/>
              </a:xfrm>
            </p:grpSpPr>
            <p:sp>
              <p:nvSpPr>
                <p:cNvPr id="250" name="Text 11">
                  <a:extLst>
                    <a:ext uri="{FF2B5EF4-FFF2-40B4-BE49-F238E27FC236}">
                      <a16:creationId xmlns:a16="http://schemas.microsoft.com/office/drawing/2014/main" id="{BA014430-279B-DA76-DF0E-86FADF4FBA7A}"/>
                    </a:ext>
                  </a:extLst>
                </p:cNvPr>
                <p:cNvSpPr/>
                <p:nvPr/>
              </p:nvSpPr>
              <p:spPr>
                <a:xfrm>
                  <a:off x="1044691" y="5548342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침샘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50U</a:t>
                  </a:r>
                </a:p>
                <a:p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귀밑샘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·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턱밑샘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中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택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1 - 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침샘 크기 감소 및 얼굴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하안부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슬림하게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개선</a:t>
                  </a:r>
                </a:p>
              </p:txBody>
            </p:sp>
            <p:grpSp>
              <p:nvGrpSpPr>
                <p:cNvPr id="309" name="그룹 308">
                  <a:extLst>
                    <a:ext uri="{FF2B5EF4-FFF2-40B4-BE49-F238E27FC236}">
                      <a16:creationId xmlns:a16="http://schemas.microsoft.com/office/drawing/2014/main" id="{7C148A95-76E7-7F0C-F1DF-2B0D863100F5}"/>
                    </a:ext>
                  </a:extLst>
                </p:cNvPr>
                <p:cNvGrpSpPr/>
                <p:nvPr/>
              </p:nvGrpSpPr>
              <p:grpSpPr>
                <a:xfrm>
                  <a:off x="5572876" y="5549813"/>
                  <a:ext cx="3673780" cy="617208"/>
                  <a:chOff x="5572876" y="5549813"/>
                  <a:chExt cx="3673780" cy="617208"/>
                </a:xfrm>
              </p:grpSpPr>
              <p:sp>
                <p:nvSpPr>
                  <p:cNvPr id="251" name="Text 15">
                    <a:extLst>
                      <a:ext uri="{FF2B5EF4-FFF2-40B4-BE49-F238E27FC236}">
                        <a16:creationId xmlns:a16="http://schemas.microsoft.com/office/drawing/2014/main" id="{938E8DA2-E3FB-46C9-00E0-CD4118A92520}"/>
                      </a:ext>
                    </a:extLst>
                  </p:cNvPr>
                  <p:cNvSpPr/>
                  <p:nvPr/>
                </p:nvSpPr>
                <p:spPr>
                  <a:xfrm>
                    <a:off x="7924510" y="5549813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독일</a:t>
                    </a:r>
                    <a:r>
                      <a:rPr lang="en-US" altLang="ko-KR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미국산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52" name="Text 15">
                    <a:extLst>
                      <a:ext uri="{FF2B5EF4-FFF2-40B4-BE49-F238E27FC236}">
                        <a16:creationId xmlns:a16="http://schemas.microsoft.com/office/drawing/2014/main" id="{502BF7D9-2D06-9A05-2BAB-975BD6FD46E5}"/>
                      </a:ext>
                    </a:extLst>
                  </p:cNvPr>
                  <p:cNvSpPr/>
                  <p:nvPr/>
                </p:nvSpPr>
                <p:spPr>
                  <a:xfrm>
                    <a:off x="5572876" y="5549813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국산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프리미엄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</p:grp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1EDF4DA5-83CC-6E14-F87F-740EB70C64CC}"/>
              </a:ext>
            </a:extLst>
          </p:cNvPr>
          <p:cNvGrpSpPr/>
          <p:nvPr/>
        </p:nvGrpSpPr>
        <p:grpSpPr>
          <a:xfrm>
            <a:off x="930580" y="6441859"/>
            <a:ext cx="8316077" cy="1600861"/>
            <a:chOff x="930580" y="6441861"/>
            <a:chExt cx="8316077" cy="1600861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000AAE9-A7FF-D955-C56F-30E6B6346E64}"/>
                </a:ext>
              </a:extLst>
            </p:cNvPr>
            <p:cNvSpPr txBox="1"/>
            <p:nvPr/>
          </p:nvSpPr>
          <p:spPr>
            <a:xfrm>
              <a:off x="930580" y="6441861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스킨 보톡스</a:t>
              </a:r>
            </a:p>
          </p:txBody>
        </p: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404A5803-B361-DFEF-B47E-6C0D1922DE86}"/>
                </a:ext>
              </a:extLst>
            </p:cNvPr>
            <p:cNvGrpSpPr/>
            <p:nvPr/>
          </p:nvGrpSpPr>
          <p:grpSpPr>
            <a:xfrm>
              <a:off x="1041515" y="6768616"/>
              <a:ext cx="8205142" cy="1274106"/>
              <a:chOff x="1041515" y="6768616"/>
              <a:chExt cx="8205142" cy="1274106"/>
            </a:xfrm>
          </p:grpSpPr>
          <p:grpSp>
            <p:nvGrpSpPr>
              <p:cNvPr id="314" name="그룹 313">
                <a:extLst>
                  <a:ext uri="{FF2B5EF4-FFF2-40B4-BE49-F238E27FC236}">
                    <a16:creationId xmlns:a16="http://schemas.microsoft.com/office/drawing/2014/main" id="{F6DAC86D-47AF-5847-C18C-4353F27AF1AC}"/>
                  </a:ext>
                </a:extLst>
              </p:cNvPr>
              <p:cNvGrpSpPr/>
              <p:nvPr/>
            </p:nvGrpSpPr>
            <p:grpSpPr>
              <a:xfrm>
                <a:off x="1044691" y="6779280"/>
                <a:ext cx="8201965" cy="620151"/>
                <a:chOff x="1044691" y="6779280"/>
                <a:chExt cx="8201965" cy="620151"/>
              </a:xfrm>
            </p:grpSpPr>
            <p:sp>
              <p:nvSpPr>
                <p:cNvPr id="279" name="Text 11">
                  <a:extLst>
                    <a:ext uri="{FF2B5EF4-FFF2-40B4-BE49-F238E27FC236}">
                      <a16:creationId xmlns:a16="http://schemas.microsoft.com/office/drawing/2014/main" id="{D1DFA31A-CB5E-A489-3FEC-38F02A9FDD1F}"/>
                    </a:ext>
                  </a:extLst>
                </p:cNvPr>
                <p:cNvSpPr/>
                <p:nvPr/>
              </p:nvSpPr>
              <p:spPr>
                <a:xfrm>
                  <a:off x="1044691" y="6779280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얼굴 전체 스킨 보톡스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3cc</a:t>
                  </a:r>
                </a:p>
                <a:p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이마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, 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볼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피부결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위주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—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진피층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· 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표피 아래층에 매우 소량을 촘촘하게 주입</a:t>
                  </a:r>
                </a:p>
              </p:txBody>
            </p:sp>
            <p:grpSp>
              <p:nvGrpSpPr>
                <p:cNvPr id="313" name="그룹 312">
                  <a:extLst>
                    <a:ext uri="{FF2B5EF4-FFF2-40B4-BE49-F238E27FC236}">
                      <a16:creationId xmlns:a16="http://schemas.microsoft.com/office/drawing/2014/main" id="{3CE8293B-836F-6E41-AF58-78BC8D16FB7D}"/>
                    </a:ext>
                  </a:extLst>
                </p:cNvPr>
                <p:cNvGrpSpPr/>
                <p:nvPr/>
              </p:nvGrpSpPr>
              <p:grpSpPr>
                <a:xfrm>
                  <a:off x="5572876" y="6780751"/>
                  <a:ext cx="3673780" cy="617208"/>
                  <a:chOff x="5572876" y="6780751"/>
                  <a:chExt cx="3673780" cy="617208"/>
                </a:xfrm>
              </p:grpSpPr>
              <p:sp>
                <p:nvSpPr>
                  <p:cNvPr id="280" name="Text 15">
                    <a:extLst>
                      <a:ext uri="{FF2B5EF4-FFF2-40B4-BE49-F238E27FC236}">
                        <a16:creationId xmlns:a16="http://schemas.microsoft.com/office/drawing/2014/main" id="{1979D21F-DCED-EC8D-93BB-C7ADE617BFE7}"/>
                      </a:ext>
                    </a:extLst>
                  </p:cNvPr>
                  <p:cNvSpPr/>
                  <p:nvPr/>
                </p:nvSpPr>
                <p:spPr>
                  <a:xfrm>
                    <a:off x="7924510" y="6780751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독일</a:t>
                    </a:r>
                    <a:r>
                      <a:rPr lang="en-US" altLang="ko-KR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미국산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81" name="Text 15">
                    <a:extLst>
                      <a:ext uri="{FF2B5EF4-FFF2-40B4-BE49-F238E27FC236}">
                        <a16:creationId xmlns:a16="http://schemas.microsoft.com/office/drawing/2014/main" id="{D330CAB0-478D-C068-8033-00397CCE869E}"/>
                      </a:ext>
                    </a:extLst>
                  </p:cNvPr>
                  <p:cNvSpPr/>
                  <p:nvPr/>
                </p:nvSpPr>
                <p:spPr>
                  <a:xfrm>
                    <a:off x="5572876" y="6780751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국산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프리미엄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1F03FF98-340C-A374-065E-BD307200B4FB}"/>
                  </a:ext>
                </a:extLst>
              </p:cNvPr>
              <p:cNvGrpSpPr/>
              <p:nvPr/>
            </p:nvGrpSpPr>
            <p:grpSpPr>
              <a:xfrm>
                <a:off x="1044691" y="7408963"/>
                <a:ext cx="8201965" cy="620151"/>
                <a:chOff x="1044691" y="7408963"/>
                <a:chExt cx="8201965" cy="620151"/>
              </a:xfrm>
            </p:grpSpPr>
            <p:sp>
              <p:nvSpPr>
                <p:cNvPr id="276" name="Text 11">
                  <a:extLst>
                    <a:ext uri="{FF2B5EF4-FFF2-40B4-BE49-F238E27FC236}">
                      <a16:creationId xmlns:a16="http://schemas.microsoft.com/office/drawing/2014/main" id="{2D4A4A95-8D06-9EEF-05AF-1C9577CD84D5}"/>
                    </a:ext>
                  </a:extLst>
                </p:cNvPr>
                <p:cNvSpPr/>
                <p:nvPr/>
              </p:nvSpPr>
              <p:spPr>
                <a:xfrm>
                  <a:off x="1044691" y="7408963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ko-KR" altLang="en-US" sz="1400" dirty="0" err="1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턱라인</a:t>
                  </a:r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 스킨 보톡스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2cc</a:t>
                  </a:r>
                </a:p>
                <a:p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턱선과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턱밑 라인 피부 탄력 개선과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턱선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정리</a:t>
                  </a:r>
                </a:p>
              </p:txBody>
            </p:sp>
            <p:grpSp>
              <p:nvGrpSpPr>
                <p:cNvPr id="315" name="그룹 314">
                  <a:extLst>
                    <a:ext uri="{FF2B5EF4-FFF2-40B4-BE49-F238E27FC236}">
                      <a16:creationId xmlns:a16="http://schemas.microsoft.com/office/drawing/2014/main" id="{67D0D7C4-04B6-84A2-00DC-5EACC417CEED}"/>
                    </a:ext>
                  </a:extLst>
                </p:cNvPr>
                <p:cNvGrpSpPr/>
                <p:nvPr/>
              </p:nvGrpSpPr>
              <p:grpSpPr>
                <a:xfrm>
                  <a:off x="5572876" y="7410434"/>
                  <a:ext cx="3673780" cy="617208"/>
                  <a:chOff x="5572876" y="7410434"/>
                  <a:chExt cx="3673780" cy="617208"/>
                </a:xfrm>
              </p:grpSpPr>
              <p:sp>
                <p:nvSpPr>
                  <p:cNvPr id="277" name="Text 15">
                    <a:extLst>
                      <a:ext uri="{FF2B5EF4-FFF2-40B4-BE49-F238E27FC236}">
                        <a16:creationId xmlns:a16="http://schemas.microsoft.com/office/drawing/2014/main" id="{3F5D0AF5-7D4B-874C-102B-24FBFC45FF24}"/>
                      </a:ext>
                    </a:extLst>
                  </p:cNvPr>
                  <p:cNvSpPr/>
                  <p:nvPr/>
                </p:nvSpPr>
                <p:spPr>
                  <a:xfrm>
                    <a:off x="7924510" y="7410434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독일</a:t>
                    </a:r>
                    <a:r>
                      <a:rPr lang="en-US" altLang="ko-KR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미국산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78" name="Text 15">
                    <a:extLst>
                      <a:ext uri="{FF2B5EF4-FFF2-40B4-BE49-F238E27FC236}">
                        <a16:creationId xmlns:a16="http://schemas.microsoft.com/office/drawing/2014/main" id="{3C3F511D-9DB6-6EC9-3DCF-876EA807BFD5}"/>
                      </a:ext>
                    </a:extLst>
                  </p:cNvPr>
                  <p:cNvSpPr/>
                  <p:nvPr/>
                </p:nvSpPr>
                <p:spPr>
                  <a:xfrm>
                    <a:off x="5572876" y="7410434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국산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50,000</a:t>
                    </a: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프리미엄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AD221EEB-515D-0710-B22A-94B9FA86AC6E}"/>
                  </a:ext>
                </a:extLst>
              </p:cNvPr>
              <p:cNvGrpSpPr/>
              <p:nvPr/>
            </p:nvGrpSpPr>
            <p:grpSpPr>
              <a:xfrm>
                <a:off x="1041515" y="6768616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72" name="Shape 7">
                  <a:extLst>
                    <a:ext uri="{FF2B5EF4-FFF2-40B4-BE49-F238E27FC236}">
                      <a16:creationId xmlns:a16="http://schemas.microsoft.com/office/drawing/2014/main" id="{0525A485-B817-347C-3DCB-54128A58629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73" name="Shape 7">
                  <a:extLst>
                    <a:ext uri="{FF2B5EF4-FFF2-40B4-BE49-F238E27FC236}">
                      <a16:creationId xmlns:a16="http://schemas.microsoft.com/office/drawing/2014/main" id="{85AE7972-A152-B8AF-43B7-DC0392B6B2F0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74" name="Shape 7">
                  <a:extLst>
                    <a:ext uri="{FF2B5EF4-FFF2-40B4-BE49-F238E27FC236}">
                      <a16:creationId xmlns:a16="http://schemas.microsoft.com/office/drawing/2014/main" id="{A2B5AEF7-014E-18D9-2AB7-F187E0C80A76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B039B8DD-91A2-CAAB-0AB2-D17320111790}"/>
              </a:ext>
            </a:extLst>
          </p:cNvPr>
          <p:cNvGrpSpPr/>
          <p:nvPr/>
        </p:nvGrpSpPr>
        <p:grpSpPr>
          <a:xfrm>
            <a:off x="930580" y="8302009"/>
            <a:ext cx="8316077" cy="1600861"/>
            <a:chOff x="930580" y="8302009"/>
            <a:chExt cx="8316077" cy="1600861"/>
          </a:xfrm>
        </p:grpSpPr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1FF61860-7275-79B9-DBB1-00DC061F7EEF}"/>
                </a:ext>
              </a:extLst>
            </p:cNvPr>
            <p:cNvSpPr txBox="1"/>
            <p:nvPr/>
          </p:nvSpPr>
          <p:spPr>
            <a:xfrm>
              <a:off x="930580" y="8302009"/>
              <a:ext cx="229582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다한증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· 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바디 보톡스</a:t>
              </a:r>
            </a:p>
          </p:txBody>
        </p: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E21CA896-0B6B-D40A-6C52-936189436D7E}"/>
                </a:ext>
              </a:extLst>
            </p:cNvPr>
            <p:cNvGrpSpPr/>
            <p:nvPr/>
          </p:nvGrpSpPr>
          <p:grpSpPr>
            <a:xfrm>
              <a:off x="1041515" y="8628764"/>
              <a:ext cx="8205142" cy="1274106"/>
              <a:chOff x="1041515" y="8628764"/>
              <a:chExt cx="8205142" cy="1274106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25351B94-FF58-2BF0-1AA4-D34289BEBAC8}"/>
                  </a:ext>
                </a:extLst>
              </p:cNvPr>
              <p:cNvGrpSpPr/>
              <p:nvPr/>
            </p:nvGrpSpPr>
            <p:grpSpPr>
              <a:xfrm>
                <a:off x="1044691" y="8639428"/>
                <a:ext cx="8201965" cy="620151"/>
                <a:chOff x="1044691" y="8639428"/>
                <a:chExt cx="8201965" cy="620151"/>
              </a:xfrm>
            </p:grpSpPr>
            <p:sp>
              <p:nvSpPr>
                <p:cNvPr id="296" name="Text 11">
                  <a:extLst>
                    <a:ext uri="{FF2B5EF4-FFF2-40B4-BE49-F238E27FC236}">
                      <a16:creationId xmlns:a16="http://schemas.microsoft.com/office/drawing/2014/main" id="{A6BF49D4-244E-134F-A3CD-59E562290087}"/>
                    </a:ext>
                  </a:extLst>
                </p:cNvPr>
                <p:cNvSpPr/>
                <p:nvPr/>
              </p:nvSpPr>
              <p:spPr>
                <a:xfrm>
                  <a:off x="1044691" y="8639428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다한증 보톡스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100U</a:t>
                  </a:r>
                </a:p>
                <a:p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손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/ 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발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/ 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겨드랑이 中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택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1</a:t>
                  </a:r>
                </a:p>
              </p:txBody>
            </p:sp>
            <p:grpSp>
              <p:nvGrpSpPr>
                <p:cNvPr id="319" name="그룹 318">
                  <a:extLst>
                    <a:ext uri="{FF2B5EF4-FFF2-40B4-BE49-F238E27FC236}">
                      <a16:creationId xmlns:a16="http://schemas.microsoft.com/office/drawing/2014/main" id="{107D53F5-F119-A814-B98D-C1E44420C2FC}"/>
                    </a:ext>
                  </a:extLst>
                </p:cNvPr>
                <p:cNvGrpSpPr/>
                <p:nvPr/>
              </p:nvGrpSpPr>
              <p:grpSpPr>
                <a:xfrm>
                  <a:off x="5572876" y="8640899"/>
                  <a:ext cx="3673780" cy="617208"/>
                  <a:chOff x="5572876" y="8640899"/>
                  <a:chExt cx="3673780" cy="617208"/>
                </a:xfrm>
              </p:grpSpPr>
              <p:sp>
                <p:nvSpPr>
                  <p:cNvPr id="297" name="Text 15">
                    <a:extLst>
                      <a:ext uri="{FF2B5EF4-FFF2-40B4-BE49-F238E27FC236}">
                        <a16:creationId xmlns:a16="http://schemas.microsoft.com/office/drawing/2014/main" id="{7A52F2EE-CCED-D233-8EB5-CB2905617567}"/>
                      </a:ext>
                    </a:extLst>
                  </p:cNvPr>
                  <p:cNvSpPr/>
                  <p:nvPr/>
                </p:nvSpPr>
                <p:spPr>
                  <a:xfrm>
                    <a:off x="7924510" y="8640899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독일</a:t>
                    </a:r>
                    <a:r>
                      <a:rPr lang="en-US" altLang="ko-KR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미국산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8" name="Text 15">
                    <a:extLst>
                      <a:ext uri="{FF2B5EF4-FFF2-40B4-BE49-F238E27FC236}">
                        <a16:creationId xmlns:a16="http://schemas.microsoft.com/office/drawing/2014/main" id="{72C57547-4880-BC9A-8E38-0E1565712E95}"/>
                      </a:ext>
                    </a:extLst>
                  </p:cNvPr>
                  <p:cNvSpPr/>
                  <p:nvPr/>
                </p:nvSpPr>
                <p:spPr>
                  <a:xfrm>
                    <a:off x="5572876" y="8640899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국산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프리미엄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2C5BACB5-5722-8DCB-C7F0-F73C96DA6903}"/>
                  </a:ext>
                </a:extLst>
              </p:cNvPr>
              <p:cNvGrpSpPr/>
              <p:nvPr/>
            </p:nvGrpSpPr>
            <p:grpSpPr>
              <a:xfrm>
                <a:off x="1044691" y="9269111"/>
                <a:ext cx="8201965" cy="620151"/>
                <a:chOff x="1044691" y="9269111"/>
                <a:chExt cx="8201965" cy="62015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85E79812-FBE1-4EAA-EC73-2E6B89A6BF2B}"/>
                    </a:ext>
                  </a:extLst>
                </p:cNvPr>
                <p:cNvSpPr/>
                <p:nvPr/>
              </p:nvSpPr>
              <p:spPr>
                <a:xfrm>
                  <a:off x="1044691" y="9269111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ko-KR" alt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바디 보톡스 </a:t>
                  </a:r>
                  <a:r>
                    <a:rPr lang="en-US" altLang="ko-KR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100U</a:t>
                  </a:r>
                </a:p>
                <a:p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종아리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/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앞벅지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/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승모근</a:t>
                  </a:r>
                  <a:r>
                    <a:rPr lang="ko-KR" alt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 中 </a:t>
                  </a:r>
                  <a:r>
                    <a:rPr lang="ko-KR" altLang="en-US" sz="1000" dirty="0" err="1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택</a:t>
                  </a:r>
                  <a:r>
                    <a:rPr lang="en-US" altLang="ko-KR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1 · </a:t>
                  </a:r>
                  <a:r>
                    <a:rPr lang="ko-KR" altLang="en-US" sz="10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맞춤 디자인 후 시술</a:t>
                  </a:r>
                </a:p>
              </p:txBody>
            </p:sp>
            <p:grpSp>
              <p:nvGrpSpPr>
                <p:cNvPr id="324" name="그룹 323">
                  <a:extLst>
                    <a:ext uri="{FF2B5EF4-FFF2-40B4-BE49-F238E27FC236}">
                      <a16:creationId xmlns:a16="http://schemas.microsoft.com/office/drawing/2014/main" id="{B0F2FC6C-CD40-F7B2-504C-84A7A67944DC}"/>
                    </a:ext>
                  </a:extLst>
                </p:cNvPr>
                <p:cNvGrpSpPr/>
                <p:nvPr/>
              </p:nvGrpSpPr>
              <p:grpSpPr>
                <a:xfrm>
                  <a:off x="5572876" y="9270582"/>
                  <a:ext cx="3673780" cy="617208"/>
                  <a:chOff x="5572876" y="9270582"/>
                  <a:chExt cx="3673780" cy="617208"/>
                </a:xfrm>
              </p:grpSpPr>
              <p:sp>
                <p:nvSpPr>
                  <p:cNvPr id="294" name="Text 15">
                    <a:extLst>
                      <a:ext uri="{FF2B5EF4-FFF2-40B4-BE49-F238E27FC236}">
                        <a16:creationId xmlns:a16="http://schemas.microsoft.com/office/drawing/2014/main" id="{EFDA83B5-B078-158E-97E7-0631E6E4D65D}"/>
                      </a:ext>
                    </a:extLst>
                  </p:cNvPr>
                  <p:cNvSpPr/>
                  <p:nvPr/>
                </p:nvSpPr>
                <p:spPr>
                  <a:xfrm>
                    <a:off x="7924510" y="9270582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독일</a:t>
                    </a:r>
                    <a:r>
                      <a:rPr lang="en-US" altLang="ko-KR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미국산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5" name="Text 15">
                    <a:extLst>
                      <a:ext uri="{FF2B5EF4-FFF2-40B4-BE49-F238E27FC236}">
                        <a16:creationId xmlns:a16="http://schemas.microsoft.com/office/drawing/2014/main" id="{DA43CE62-7852-9549-1D19-A0DEAC9C7BFF}"/>
                      </a:ext>
                    </a:extLst>
                  </p:cNvPr>
                  <p:cNvSpPr/>
                  <p:nvPr/>
                </p:nvSpPr>
                <p:spPr>
                  <a:xfrm>
                    <a:off x="5572876" y="9270582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국산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250,000</a:t>
                    </a:r>
                  </a:p>
                  <a:p>
                    <a:pPr algn="r"/>
                    <a:r>
                      <a:rPr lang="ko-KR" altLang="en-US" sz="12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프리미엄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89" name="그룹 288">
                <a:extLst>
                  <a:ext uri="{FF2B5EF4-FFF2-40B4-BE49-F238E27FC236}">
                    <a16:creationId xmlns:a16="http://schemas.microsoft.com/office/drawing/2014/main" id="{168061F8-0422-B0E1-49D2-49C43FB5A90D}"/>
                  </a:ext>
                </a:extLst>
              </p:cNvPr>
              <p:cNvGrpSpPr/>
              <p:nvPr/>
            </p:nvGrpSpPr>
            <p:grpSpPr>
              <a:xfrm>
                <a:off x="1041515" y="8628764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90" name="Shape 7">
                  <a:extLst>
                    <a:ext uri="{FF2B5EF4-FFF2-40B4-BE49-F238E27FC236}">
                      <a16:creationId xmlns:a16="http://schemas.microsoft.com/office/drawing/2014/main" id="{F88CD917-BFF7-82CA-D0F9-5999B488382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1" name="Shape 7">
                  <a:extLst>
                    <a:ext uri="{FF2B5EF4-FFF2-40B4-BE49-F238E27FC236}">
                      <a16:creationId xmlns:a16="http://schemas.microsoft.com/office/drawing/2014/main" id="{4314EC96-4333-D86F-0765-50FD5598F8E3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92" name="Shape 7">
                  <a:extLst>
                    <a:ext uri="{FF2B5EF4-FFF2-40B4-BE49-F238E27FC236}">
                      <a16:creationId xmlns:a16="http://schemas.microsoft.com/office/drawing/2014/main" id="{61858C5A-3A23-C15B-C3CA-AD30496D1BF1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977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FILLER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12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필러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460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ko-KR" alt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볼륨을 채우는 시술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3" name="Text 96">
            <a:extLst>
              <a:ext uri="{FF2B5EF4-FFF2-40B4-BE49-F238E27FC236}">
                <a16:creationId xmlns:a16="http://schemas.microsoft.com/office/drawing/2014/main" id="{D5264B2C-F74E-4906-646B-334A930B67C5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41964D08-743C-BD07-BDBA-D2BF47465CFE}"/>
              </a:ext>
            </a:extLst>
          </p:cNvPr>
          <p:cNvGrpSpPr/>
          <p:nvPr/>
        </p:nvGrpSpPr>
        <p:grpSpPr>
          <a:xfrm>
            <a:off x="930580" y="2720019"/>
            <a:ext cx="8316077" cy="2131206"/>
            <a:chOff x="930580" y="2720019"/>
            <a:chExt cx="8316077" cy="213120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4DF25302-C46E-E95E-5C11-F89F82025C73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1804451"/>
              <a:chOff x="1041515" y="3046774"/>
              <a:chExt cx="8205142" cy="1804451"/>
            </a:xfrm>
          </p:grpSpPr>
          <p:sp>
            <p:nvSpPr>
              <p:cNvPr id="198" name="Shape 7">
                <a:extLst>
                  <a:ext uri="{FF2B5EF4-FFF2-40B4-BE49-F238E27FC236}">
                    <a16:creationId xmlns:a16="http://schemas.microsoft.com/office/drawing/2014/main" id="{9EBF731F-EF48-1237-9080-A254479644E3}"/>
                  </a:ext>
                </a:extLst>
              </p:cNvPr>
              <p:cNvSpPr/>
              <p:nvPr/>
            </p:nvSpPr>
            <p:spPr>
              <a:xfrm>
                <a:off x="1041515" y="406652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54" name="Shape 7">
                <a:extLst>
                  <a:ext uri="{FF2B5EF4-FFF2-40B4-BE49-F238E27FC236}">
                    <a16:creationId xmlns:a16="http://schemas.microsoft.com/office/drawing/2014/main" id="{3DBD9DE7-69F8-0411-E992-249E9A10698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55" name="Shape 7">
                <a:extLst>
                  <a:ext uri="{FF2B5EF4-FFF2-40B4-BE49-F238E27FC236}">
                    <a16:creationId xmlns:a16="http://schemas.microsoft.com/office/drawing/2014/main" id="{29A1914E-207F-F0F0-DECB-BE481023B04A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78" name="Shape 7">
                <a:extLst>
                  <a:ext uri="{FF2B5EF4-FFF2-40B4-BE49-F238E27FC236}">
                    <a16:creationId xmlns:a16="http://schemas.microsoft.com/office/drawing/2014/main" id="{5EE53BE9-CD95-852C-B132-4BF5D67192E1}"/>
                  </a:ext>
                </a:extLst>
              </p:cNvPr>
              <p:cNvSpPr/>
              <p:nvPr/>
            </p:nvSpPr>
            <p:spPr>
              <a:xfrm>
                <a:off x="1041515" y="445221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84" name="Shape 7">
                <a:extLst>
                  <a:ext uri="{FF2B5EF4-FFF2-40B4-BE49-F238E27FC236}">
                    <a16:creationId xmlns:a16="http://schemas.microsoft.com/office/drawing/2014/main" id="{C38301E5-C881-2C16-3E1D-5B2EC1A19635}"/>
                  </a:ext>
                </a:extLst>
              </p:cNvPr>
              <p:cNvSpPr/>
              <p:nvPr/>
            </p:nvSpPr>
            <p:spPr>
              <a:xfrm>
                <a:off x="1041515" y="483761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D2A525AC-7220-4717-B071-BBBD64225C34}"/>
                </a:ext>
              </a:extLst>
            </p:cNvPr>
            <p:cNvGrpSpPr/>
            <p:nvPr/>
          </p:nvGrpSpPr>
          <p:grpSpPr>
            <a:xfrm>
              <a:off x="1044691" y="3446369"/>
              <a:ext cx="8201965" cy="620151"/>
              <a:chOff x="1044691" y="3446369"/>
              <a:chExt cx="8201965" cy="620151"/>
            </a:xfrm>
          </p:grpSpPr>
          <p:sp>
            <p:nvSpPr>
              <p:cNvPr id="193" name="Text 11">
                <a:extLst>
                  <a:ext uri="{FF2B5EF4-FFF2-40B4-BE49-F238E27FC236}">
                    <a16:creationId xmlns:a16="http://schemas.microsoft.com/office/drawing/2014/main" id="{E33B0C1A-D9EB-9959-73C1-B7259EF8AE30}"/>
                  </a:ext>
                </a:extLst>
              </p:cNvPr>
              <p:cNvSpPr/>
              <p:nvPr/>
            </p:nvSpPr>
            <p:spPr>
              <a:xfrm>
                <a:off x="1044691" y="3446369"/>
                <a:ext cx="5660909" cy="62015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 err="1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쥬비덤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</a:t>
                </a:r>
                <a:r>
                  <a:rPr lang="en-US" altLang="ko-KR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/ </a:t>
                </a:r>
                <a:r>
                  <a:rPr lang="ko-KR" altLang="en-US" sz="1400" dirty="0" err="1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벨로테로</a:t>
                </a:r>
                <a:endPara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endParaRPr>
              </a:p>
              <a:p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글로벌 제약회사의 프리미엄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히알루론산</a:t>
                </a:r>
                <a:r>
                  <a: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(HA) 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필러</a:t>
                </a:r>
              </a:p>
            </p:txBody>
          </p:sp>
          <p:sp>
            <p:nvSpPr>
              <p:cNvPr id="195" name="Text 15">
                <a:extLst>
                  <a:ext uri="{FF2B5EF4-FFF2-40B4-BE49-F238E27FC236}">
                    <a16:creationId xmlns:a16="http://schemas.microsoft.com/office/drawing/2014/main" id="{A6BA7195-8D5B-2C0B-1AE8-2923DA791415}"/>
                  </a:ext>
                </a:extLst>
              </p:cNvPr>
              <p:cNvSpPr/>
              <p:nvPr/>
            </p:nvSpPr>
            <p:spPr>
              <a:xfrm>
                <a:off x="4838700" y="3447840"/>
                <a:ext cx="4407956" cy="617208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페이스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1cc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400,000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  <a:p>
                <a:pPr algn="r"/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애교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· </a:t>
                </a:r>
                <a:r>
                  <a:rPr lang="ko-KR" altLang="en-US" sz="1200" dirty="0" err="1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눈밑</a:t>
                </a:r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· </a:t>
                </a:r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특수 부위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· </a:t>
                </a:r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미간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· </a:t>
                </a:r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눈꺼풀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· </a:t>
                </a:r>
                <a:r>
                  <a:rPr lang="ko-KR" altLang="en-US" sz="1200" dirty="0" err="1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눈썹뼈</a:t>
                </a:r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 위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1cc</a:t>
                </a:r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550,000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0A5E9A65-2D3C-0D8F-358A-721B3D595AD5}"/>
                </a:ext>
              </a:extLst>
            </p:cNvPr>
            <p:cNvGrpSpPr/>
            <p:nvPr/>
          </p:nvGrpSpPr>
          <p:grpSpPr>
            <a:xfrm>
              <a:off x="1044691" y="3057439"/>
              <a:ext cx="8201966" cy="375481"/>
              <a:chOff x="1044691" y="3057439"/>
              <a:chExt cx="8201966" cy="375481"/>
            </a:xfrm>
          </p:grpSpPr>
          <p:sp>
            <p:nvSpPr>
              <p:cNvPr id="163" name="Text 11">
                <a:extLst>
                  <a:ext uri="{FF2B5EF4-FFF2-40B4-BE49-F238E27FC236}">
                    <a16:creationId xmlns:a16="http://schemas.microsoft.com/office/drawing/2014/main" id="{87EAF4CA-42A5-1C5F-3389-0A0FC6660FA2}"/>
                  </a:ext>
                </a:extLst>
              </p:cNvPr>
              <p:cNvSpPr/>
              <p:nvPr/>
            </p:nvSpPr>
            <p:spPr>
              <a:xfrm>
                <a:off x="1044691" y="3057439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 err="1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셀레스텔라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히알루론산</a:t>
                </a:r>
                <a:r>
                  <a: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(HA) 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기반 필러</a:t>
                </a:r>
              </a:p>
            </p:txBody>
          </p:sp>
          <p:sp>
            <p:nvSpPr>
              <p:cNvPr id="164" name="Text 15">
                <a:extLst>
                  <a:ext uri="{FF2B5EF4-FFF2-40B4-BE49-F238E27FC236}">
                    <a16:creationId xmlns:a16="http://schemas.microsoft.com/office/drawing/2014/main" id="{F8FBEDF1-4FCD-03C5-CA11-21476938FCDB}"/>
                  </a:ext>
                </a:extLst>
              </p:cNvPr>
              <p:cNvSpPr/>
              <p:nvPr/>
            </p:nvSpPr>
            <p:spPr>
              <a:xfrm>
                <a:off x="6981209" y="3058910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페이스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150,000</a:t>
                </a:r>
              </a:p>
            </p:txBody>
          </p:sp>
        </p:grp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B656D27A-7F4A-C39E-9D57-9AA8172A1612}"/>
                </a:ext>
              </a:extLst>
            </p:cNvPr>
            <p:cNvGrpSpPr/>
            <p:nvPr/>
          </p:nvGrpSpPr>
          <p:grpSpPr>
            <a:xfrm>
              <a:off x="1044691" y="4081063"/>
              <a:ext cx="8201966" cy="375481"/>
              <a:chOff x="1044691" y="4081063"/>
              <a:chExt cx="8201966" cy="375481"/>
            </a:xfrm>
          </p:grpSpPr>
          <p:sp>
            <p:nvSpPr>
              <p:cNvPr id="181" name="Text 11">
                <a:extLst>
                  <a:ext uri="{FF2B5EF4-FFF2-40B4-BE49-F238E27FC236}">
                    <a16:creationId xmlns:a16="http://schemas.microsoft.com/office/drawing/2014/main" id="{5DDEC076-EA72-5CE5-B7E5-368645567F99}"/>
                  </a:ext>
                </a:extLst>
              </p:cNvPr>
              <p:cNvSpPr/>
              <p:nvPr/>
            </p:nvSpPr>
            <p:spPr>
              <a:xfrm>
                <a:off x="1044691" y="4081063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 err="1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레스틸렌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스웨덴 </a:t>
                </a:r>
                <a:r>
                  <a: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Galderma Restylane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의 프리미엄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히알루론산</a:t>
                </a:r>
                <a:r>
                  <a: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(HA) 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필러</a:t>
                </a:r>
              </a:p>
            </p:txBody>
          </p:sp>
          <p:sp>
            <p:nvSpPr>
              <p:cNvPr id="182" name="Text 15">
                <a:extLst>
                  <a:ext uri="{FF2B5EF4-FFF2-40B4-BE49-F238E27FC236}">
                    <a16:creationId xmlns:a16="http://schemas.microsoft.com/office/drawing/2014/main" id="{596C1295-C235-E9E6-43AF-3088E22C78A8}"/>
                  </a:ext>
                </a:extLst>
              </p:cNvPr>
              <p:cNvSpPr/>
              <p:nvPr/>
            </p:nvSpPr>
            <p:spPr>
              <a:xfrm>
                <a:off x="6981209" y="4082534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ko-KR" alt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페이스 </a:t>
                </a:r>
                <a:r>
                  <a:rPr lang="en-US" altLang="ko-KR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450,000</a:t>
                </a:r>
              </a:p>
            </p:txBody>
          </p:sp>
        </p:grp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FAD48DA6-9AE7-E46A-949A-669960D71A8B}"/>
                </a:ext>
              </a:extLst>
            </p:cNvPr>
            <p:cNvGrpSpPr/>
            <p:nvPr/>
          </p:nvGrpSpPr>
          <p:grpSpPr>
            <a:xfrm>
              <a:off x="1044691" y="4460522"/>
              <a:ext cx="8201966" cy="375481"/>
              <a:chOff x="1044691" y="4460522"/>
              <a:chExt cx="8201966" cy="375481"/>
            </a:xfrm>
          </p:grpSpPr>
          <p:sp>
            <p:nvSpPr>
              <p:cNvPr id="186" name="Text 11">
                <a:extLst>
                  <a:ext uri="{FF2B5EF4-FFF2-40B4-BE49-F238E27FC236}">
                    <a16:creationId xmlns:a16="http://schemas.microsoft.com/office/drawing/2014/main" id="{816E0619-1566-D457-E04B-797E733CAF27}"/>
                  </a:ext>
                </a:extLst>
              </p:cNvPr>
              <p:cNvSpPr/>
              <p:nvPr/>
            </p:nvSpPr>
            <p:spPr>
              <a:xfrm>
                <a:off x="1044691" y="4460522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필러 패키지  </a:t>
                </a:r>
                <a:r>
                  <a: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3cc 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이상 가능</a:t>
                </a:r>
              </a:p>
            </p:txBody>
          </p:sp>
          <p:sp>
            <p:nvSpPr>
              <p:cNvPr id="187" name="Text 15">
                <a:extLst>
                  <a:ext uri="{FF2B5EF4-FFF2-40B4-BE49-F238E27FC236}">
                    <a16:creationId xmlns:a16="http://schemas.microsoft.com/office/drawing/2014/main" id="{07206E08-754E-0E95-F4F3-42526515707B}"/>
                  </a:ext>
                </a:extLst>
              </p:cNvPr>
              <p:cNvSpPr/>
              <p:nvPr/>
            </p:nvSpPr>
            <p:spPr>
              <a:xfrm>
                <a:off x="6981209" y="4461993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ko-KR" altLang="en-US" sz="1400" dirty="0">
                    <a:solidFill>
                      <a:srgbClr val="1A1A1A"/>
                    </a:solidFill>
                    <a:latin typeface="신세계 SemiBold" panose="02000300000000000000" pitchFamily="50" charset="-127"/>
                    <a:ea typeface="신세계 SemiBold" panose="02000300000000000000" pitchFamily="50" charset="-127"/>
                    <a:cs typeface="Arial" pitchFamily="34" charset="-120"/>
                  </a:rPr>
                  <a:t>상담 후 결정</a:t>
                </a:r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D344E0D-6C42-26B8-5AFA-9C072F36D0E6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페이스 필러</a:t>
              </a:r>
            </a:p>
          </p:txBody>
        </p:sp>
        <p:sp>
          <p:nvSpPr>
            <p:cNvPr id="166" name="Text 9">
              <a:extLst>
                <a:ext uri="{FF2B5EF4-FFF2-40B4-BE49-F238E27FC236}">
                  <a16:creationId xmlns:a16="http://schemas.microsoft.com/office/drawing/2014/main" id="{0B3FE6CB-582E-126C-4813-E9A8D4527D20}"/>
                </a:ext>
              </a:extLst>
            </p:cNvPr>
            <p:cNvSpPr/>
            <p:nvPr/>
          </p:nvSpPr>
          <p:spPr>
            <a:xfrm>
              <a:off x="7494524" y="2780484"/>
              <a:ext cx="1752133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*페이스 </a:t>
              </a:r>
              <a:r>
                <a:rPr lang="en-US" altLang="ko-KR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1cc</a:t>
              </a: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는 특수 부위 제외</a:t>
              </a:r>
            </a:p>
          </p:txBody>
        </p:sp>
      </p:grp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499D1A6E-810E-5035-06CC-C4DBBD177306}"/>
              </a:ext>
            </a:extLst>
          </p:cNvPr>
          <p:cNvGrpSpPr/>
          <p:nvPr/>
        </p:nvGrpSpPr>
        <p:grpSpPr>
          <a:xfrm>
            <a:off x="930580" y="5114999"/>
            <a:ext cx="8316077" cy="2656239"/>
            <a:chOff x="930580" y="5119889"/>
            <a:chExt cx="8316077" cy="2656239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8C93418A-E90E-8836-A4B6-8D7B0BBEDAB7}"/>
                </a:ext>
              </a:extLst>
            </p:cNvPr>
            <p:cNvSpPr txBox="1"/>
            <p:nvPr/>
          </p:nvSpPr>
          <p:spPr>
            <a:xfrm>
              <a:off x="930580" y="5119889"/>
              <a:ext cx="117051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바디 필러</a:t>
              </a:r>
            </a:p>
          </p:txBody>
        </p:sp>
        <p:sp>
          <p:nvSpPr>
            <p:cNvPr id="226" name="Shape 7">
              <a:extLst>
                <a:ext uri="{FF2B5EF4-FFF2-40B4-BE49-F238E27FC236}">
                  <a16:creationId xmlns:a16="http://schemas.microsoft.com/office/drawing/2014/main" id="{0A09B7F5-BD2F-A777-CE10-95855C4D49A8}"/>
                </a:ext>
              </a:extLst>
            </p:cNvPr>
            <p:cNvSpPr/>
            <p:nvPr/>
          </p:nvSpPr>
          <p:spPr>
            <a:xfrm>
              <a:off x="1041515" y="583461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7" name="Shape 7">
              <a:extLst>
                <a:ext uri="{FF2B5EF4-FFF2-40B4-BE49-F238E27FC236}">
                  <a16:creationId xmlns:a16="http://schemas.microsoft.com/office/drawing/2014/main" id="{7E52E4C8-0F54-23EB-5D18-97715292AA33}"/>
                </a:ext>
              </a:extLst>
            </p:cNvPr>
            <p:cNvSpPr/>
            <p:nvPr/>
          </p:nvSpPr>
          <p:spPr>
            <a:xfrm>
              <a:off x="1041515" y="544664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29" name="Shape 7">
              <a:extLst>
                <a:ext uri="{FF2B5EF4-FFF2-40B4-BE49-F238E27FC236}">
                  <a16:creationId xmlns:a16="http://schemas.microsoft.com/office/drawing/2014/main" id="{2C747F95-19A1-63BE-4816-5332976CD0F8}"/>
                </a:ext>
              </a:extLst>
            </p:cNvPr>
            <p:cNvSpPr/>
            <p:nvPr/>
          </p:nvSpPr>
          <p:spPr>
            <a:xfrm>
              <a:off x="1041515" y="62203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0" name="Shape 7">
              <a:extLst>
                <a:ext uri="{FF2B5EF4-FFF2-40B4-BE49-F238E27FC236}">
                  <a16:creationId xmlns:a16="http://schemas.microsoft.com/office/drawing/2014/main" id="{E451465B-F17F-CEF1-F4B5-F34EE5804D23}"/>
                </a:ext>
              </a:extLst>
            </p:cNvPr>
            <p:cNvSpPr/>
            <p:nvPr/>
          </p:nvSpPr>
          <p:spPr>
            <a:xfrm>
              <a:off x="1041515" y="660253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1" name="Shape 7">
              <a:extLst>
                <a:ext uri="{FF2B5EF4-FFF2-40B4-BE49-F238E27FC236}">
                  <a16:creationId xmlns:a16="http://schemas.microsoft.com/office/drawing/2014/main" id="{FB2B962E-65BE-30ED-2631-D198E152101D}"/>
                </a:ext>
              </a:extLst>
            </p:cNvPr>
            <p:cNvSpPr/>
            <p:nvPr/>
          </p:nvSpPr>
          <p:spPr>
            <a:xfrm>
              <a:off x="1041515" y="699142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3" name="Shape 7">
              <a:extLst>
                <a:ext uri="{FF2B5EF4-FFF2-40B4-BE49-F238E27FC236}">
                  <a16:creationId xmlns:a16="http://schemas.microsoft.com/office/drawing/2014/main" id="{D973ABCD-FB38-C202-0A78-3B3A30736D8F}"/>
                </a:ext>
              </a:extLst>
            </p:cNvPr>
            <p:cNvSpPr/>
            <p:nvPr/>
          </p:nvSpPr>
          <p:spPr>
            <a:xfrm>
              <a:off x="1041515" y="737711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4" name="Shape 7">
              <a:extLst>
                <a:ext uri="{FF2B5EF4-FFF2-40B4-BE49-F238E27FC236}">
                  <a16:creationId xmlns:a16="http://schemas.microsoft.com/office/drawing/2014/main" id="{D4318F3C-01B7-33C5-3033-2E185DF2F0ED}"/>
                </a:ext>
              </a:extLst>
            </p:cNvPr>
            <p:cNvSpPr/>
            <p:nvPr/>
          </p:nvSpPr>
          <p:spPr>
            <a:xfrm>
              <a:off x="1041515" y="776252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grpSp>
          <p:nvGrpSpPr>
            <p:cNvPr id="265" name="그룹 264">
              <a:extLst>
                <a:ext uri="{FF2B5EF4-FFF2-40B4-BE49-F238E27FC236}">
                  <a16:creationId xmlns:a16="http://schemas.microsoft.com/office/drawing/2014/main" id="{FADD5B78-2647-67E0-7E4E-C6A6B90A3408}"/>
                </a:ext>
              </a:extLst>
            </p:cNvPr>
            <p:cNvGrpSpPr/>
            <p:nvPr/>
          </p:nvGrpSpPr>
          <p:grpSpPr>
            <a:xfrm>
              <a:off x="1044691" y="5457309"/>
              <a:ext cx="8201966" cy="375481"/>
              <a:chOff x="1044691" y="5457309"/>
              <a:chExt cx="8201966" cy="375481"/>
            </a:xfrm>
          </p:grpSpPr>
          <p:sp>
            <p:nvSpPr>
              <p:cNvPr id="222" name="Text 11">
                <a:extLst>
                  <a:ext uri="{FF2B5EF4-FFF2-40B4-BE49-F238E27FC236}">
                    <a16:creationId xmlns:a16="http://schemas.microsoft.com/office/drawing/2014/main" id="{9CAA2988-17E0-07E7-C2B1-AAFA26CF7971}"/>
                  </a:ext>
                </a:extLst>
              </p:cNvPr>
              <p:cNvSpPr/>
              <p:nvPr/>
            </p:nvSpPr>
            <p:spPr>
              <a:xfrm>
                <a:off x="1044691" y="5457309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 err="1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스컬트라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</a:t>
                </a:r>
                <a:r>
                  <a:rPr lang="en-US" altLang="ko-KR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+ 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무제한 필러 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셀레스텔라</a:t>
                </a:r>
                <a:endPara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endParaRPr>
              </a:p>
            </p:txBody>
          </p:sp>
          <p:sp>
            <p:nvSpPr>
              <p:cNvPr id="223" name="Text 15">
                <a:extLst>
                  <a:ext uri="{FF2B5EF4-FFF2-40B4-BE49-F238E27FC236}">
                    <a16:creationId xmlns:a16="http://schemas.microsoft.com/office/drawing/2014/main" id="{DFB51367-85C8-516B-55B1-534FBA53C62E}"/>
                  </a:ext>
                </a:extLst>
              </p:cNvPr>
              <p:cNvSpPr/>
              <p:nvPr/>
            </p:nvSpPr>
            <p:spPr>
              <a:xfrm>
                <a:off x="6981209" y="5458780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7,500,000</a:t>
                </a:r>
              </a:p>
            </p:txBody>
          </p:sp>
        </p:grpSp>
        <p:sp>
          <p:nvSpPr>
            <p:cNvPr id="220" name="Text 11">
              <a:extLst>
                <a:ext uri="{FF2B5EF4-FFF2-40B4-BE49-F238E27FC236}">
                  <a16:creationId xmlns:a16="http://schemas.microsoft.com/office/drawing/2014/main" id="{25FDDAE7-9D06-CBD4-5AE1-192759A1C9CB}"/>
                </a:ext>
              </a:extLst>
            </p:cNvPr>
            <p:cNvSpPr/>
            <p:nvPr/>
          </p:nvSpPr>
          <p:spPr>
            <a:xfrm>
              <a:off x="1044691" y="584915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올리디아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365 +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무제한 필러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셀레스텔라</a:t>
              </a:r>
              <a:endPara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1" name="Text 15">
              <a:extLst>
                <a:ext uri="{FF2B5EF4-FFF2-40B4-BE49-F238E27FC236}">
                  <a16:creationId xmlns:a16="http://schemas.microsoft.com/office/drawing/2014/main" id="{1AD6E5FB-7938-E62D-3003-166AB5375CD1}"/>
                </a:ext>
              </a:extLst>
            </p:cNvPr>
            <p:cNvSpPr/>
            <p:nvPr/>
          </p:nvSpPr>
          <p:spPr>
            <a:xfrm>
              <a:off x="6981209" y="585062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6,500,000</a:t>
              </a:r>
            </a:p>
          </p:txBody>
        </p: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4671CD78-79DF-50BC-1095-B3609E7C18CC}"/>
                </a:ext>
              </a:extLst>
            </p:cNvPr>
            <p:cNvGrpSpPr/>
            <p:nvPr/>
          </p:nvGrpSpPr>
          <p:grpSpPr>
            <a:xfrm>
              <a:off x="1044691" y="6228613"/>
              <a:ext cx="8201966" cy="375481"/>
              <a:chOff x="1044691" y="6228613"/>
              <a:chExt cx="8201966" cy="375481"/>
            </a:xfrm>
          </p:grpSpPr>
          <p:sp>
            <p:nvSpPr>
              <p:cNvPr id="218" name="Text 11">
                <a:extLst>
                  <a:ext uri="{FF2B5EF4-FFF2-40B4-BE49-F238E27FC236}">
                    <a16:creationId xmlns:a16="http://schemas.microsoft.com/office/drawing/2014/main" id="{95A550C3-78BA-A759-01D4-DBE225F38A7D}"/>
                  </a:ext>
                </a:extLst>
              </p:cNvPr>
              <p:cNvSpPr/>
              <p:nvPr/>
            </p:nvSpPr>
            <p:spPr>
              <a:xfrm>
                <a:off x="1044691" y="6228613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어깨 </a:t>
                </a:r>
                <a:r>
                  <a:rPr lang="en-US" altLang="ko-KR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18cc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에피티크</a:t>
                </a:r>
                <a:endPara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endParaRPr>
              </a:p>
            </p:txBody>
          </p:sp>
          <p:sp>
            <p:nvSpPr>
              <p:cNvPr id="219" name="Text 15">
                <a:extLst>
                  <a:ext uri="{FF2B5EF4-FFF2-40B4-BE49-F238E27FC236}">
                    <a16:creationId xmlns:a16="http://schemas.microsoft.com/office/drawing/2014/main" id="{68F41007-F584-8448-76B5-8153FE172C1C}"/>
                  </a:ext>
                </a:extLst>
              </p:cNvPr>
              <p:cNvSpPr/>
              <p:nvPr/>
            </p:nvSpPr>
            <p:spPr>
              <a:xfrm>
                <a:off x="6981209" y="6230084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900,000</a:t>
                </a:r>
              </a:p>
            </p:txBody>
          </p:sp>
        </p:grp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FF167C60-AB95-D988-6C2B-7843BD5FD91F}"/>
                </a:ext>
              </a:extLst>
            </p:cNvPr>
            <p:cNvGrpSpPr/>
            <p:nvPr/>
          </p:nvGrpSpPr>
          <p:grpSpPr>
            <a:xfrm>
              <a:off x="1044691" y="6614121"/>
              <a:ext cx="8201966" cy="375481"/>
              <a:chOff x="1044691" y="6614121"/>
              <a:chExt cx="8201966" cy="375481"/>
            </a:xfrm>
          </p:grpSpPr>
          <p:sp>
            <p:nvSpPr>
              <p:cNvPr id="235" name="Text 11">
                <a:extLst>
                  <a:ext uri="{FF2B5EF4-FFF2-40B4-BE49-F238E27FC236}">
                    <a16:creationId xmlns:a16="http://schemas.microsoft.com/office/drawing/2014/main" id="{19966BDA-6A51-7B8C-5243-9BF3801D8E0E}"/>
                  </a:ext>
                </a:extLst>
              </p:cNvPr>
              <p:cNvSpPr/>
              <p:nvPr/>
            </p:nvSpPr>
            <p:spPr>
              <a:xfrm>
                <a:off x="1044691" y="6614121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쇄골 </a:t>
                </a:r>
                <a:r>
                  <a:rPr lang="en-US" altLang="ko-KR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6cc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에피티크</a:t>
                </a:r>
                <a:endPara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endParaRPr>
              </a:p>
            </p:txBody>
          </p:sp>
          <p:sp>
            <p:nvSpPr>
              <p:cNvPr id="236" name="Text 15">
                <a:extLst>
                  <a:ext uri="{FF2B5EF4-FFF2-40B4-BE49-F238E27FC236}">
                    <a16:creationId xmlns:a16="http://schemas.microsoft.com/office/drawing/2014/main" id="{7DC7BB06-5DDD-B413-3E22-9136CD5C1AFE}"/>
                  </a:ext>
                </a:extLst>
              </p:cNvPr>
              <p:cNvSpPr/>
              <p:nvPr/>
            </p:nvSpPr>
            <p:spPr>
              <a:xfrm>
                <a:off x="6981209" y="6615592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300,000</a:t>
                </a:r>
              </a:p>
            </p:txBody>
          </p: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03921434-7D78-A487-63CE-92784F7C1456}"/>
                </a:ext>
              </a:extLst>
            </p:cNvPr>
            <p:cNvGrpSpPr/>
            <p:nvPr/>
          </p:nvGrpSpPr>
          <p:grpSpPr>
            <a:xfrm>
              <a:off x="1044691" y="7005966"/>
              <a:ext cx="8201966" cy="375481"/>
              <a:chOff x="1044691" y="7005966"/>
              <a:chExt cx="8201966" cy="375481"/>
            </a:xfrm>
          </p:grpSpPr>
          <p:sp>
            <p:nvSpPr>
              <p:cNvPr id="238" name="Text 11">
                <a:extLst>
                  <a:ext uri="{FF2B5EF4-FFF2-40B4-BE49-F238E27FC236}">
                    <a16:creationId xmlns:a16="http://schemas.microsoft.com/office/drawing/2014/main" id="{86929403-8124-047E-C271-58DC8D02DB18}"/>
                  </a:ext>
                </a:extLst>
              </p:cNvPr>
              <p:cNvSpPr/>
              <p:nvPr/>
            </p:nvSpPr>
            <p:spPr>
              <a:xfrm>
                <a:off x="1044691" y="7005966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ko-KR" altLang="en-US" sz="1400" dirty="0" err="1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힙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최소 </a:t>
                </a:r>
                <a:r>
                  <a:rPr lang="en-US" altLang="ko-KR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120cc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에피티크</a:t>
                </a:r>
                <a:endPara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endParaRPr>
              </a:p>
            </p:txBody>
          </p:sp>
          <p:sp>
            <p:nvSpPr>
              <p:cNvPr id="239" name="Text 15">
                <a:extLst>
                  <a:ext uri="{FF2B5EF4-FFF2-40B4-BE49-F238E27FC236}">
                    <a16:creationId xmlns:a16="http://schemas.microsoft.com/office/drawing/2014/main" id="{76BFD308-2DB6-B177-13F0-0B5C22E7E191}"/>
                  </a:ext>
                </a:extLst>
              </p:cNvPr>
              <p:cNvSpPr/>
              <p:nvPr/>
            </p:nvSpPr>
            <p:spPr>
              <a:xfrm>
                <a:off x="6981209" y="7007437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4,950,000</a:t>
                </a:r>
              </a:p>
            </p:txBody>
          </p:sp>
        </p:grpSp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D117476B-B5D8-9495-6566-0446C315534C}"/>
                </a:ext>
              </a:extLst>
            </p:cNvPr>
            <p:cNvGrpSpPr/>
            <p:nvPr/>
          </p:nvGrpSpPr>
          <p:grpSpPr>
            <a:xfrm>
              <a:off x="1044691" y="7385425"/>
              <a:ext cx="8201966" cy="375481"/>
              <a:chOff x="1044691" y="7385425"/>
              <a:chExt cx="8201966" cy="375481"/>
            </a:xfrm>
          </p:grpSpPr>
          <p:sp>
            <p:nvSpPr>
              <p:cNvPr id="241" name="Text 11">
                <a:extLst>
                  <a:ext uri="{FF2B5EF4-FFF2-40B4-BE49-F238E27FC236}">
                    <a16:creationId xmlns:a16="http://schemas.microsoft.com/office/drawing/2014/main" id="{08E462C9-0E0E-B411-79DF-58AEFD3729E2}"/>
                  </a:ext>
                </a:extLst>
              </p:cNvPr>
              <p:cNvSpPr/>
              <p:nvPr/>
            </p:nvSpPr>
            <p:spPr>
              <a:xfrm>
                <a:off x="1044691" y="7385425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en-US" altLang="ko-KR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1syr (3cc) </a:t>
                </a:r>
                <a:r>
                  <a:rPr lang="ko-KR" alt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추가  </a:t>
                </a:r>
                <a:r>
                  <a:rPr lang="ko-KR" altLang="en-US" sz="1000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힙</a:t>
                </a:r>
                <a:r>
                  <a: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어깨</a:t>
                </a:r>
                <a:r>
                  <a: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쇄골</a:t>
                </a:r>
              </a:p>
            </p:txBody>
          </p:sp>
          <p:sp>
            <p:nvSpPr>
              <p:cNvPr id="242" name="Text 15">
                <a:extLst>
                  <a:ext uri="{FF2B5EF4-FFF2-40B4-BE49-F238E27FC236}">
                    <a16:creationId xmlns:a16="http://schemas.microsoft.com/office/drawing/2014/main" id="{C294AAF5-6130-82D9-F398-5B68A1FA04F7}"/>
                  </a:ext>
                </a:extLst>
              </p:cNvPr>
              <p:cNvSpPr/>
              <p:nvPr/>
            </p:nvSpPr>
            <p:spPr>
              <a:xfrm>
                <a:off x="6981209" y="7386896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250,000</a:t>
                </a:r>
              </a:p>
            </p:txBody>
          </p:sp>
        </p:grp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6A9CF325-89D3-1A7D-170A-0B45651F8401}"/>
              </a:ext>
            </a:extLst>
          </p:cNvPr>
          <p:cNvGrpSpPr/>
          <p:nvPr/>
        </p:nvGrpSpPr>
        <p:grpSpPr>
          <a:xfrm>
            <a:off x="930580" y="8035012"/>
            <a:ext cx="8316077" cy="728123"/>
            <a:chOff x="930580" y="8035012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C90EEEB7-B2C3-8A01-2671-B931C2F61503}"/>
                </a:ext>
              </a:extLst>
            </p:cNvPr>
            <p:cNvSpPr txBox="1"/>
            <p:nvPr/>
          </p:nvSpPr>
          <p:spPr>
            <a:xfrm>
              <a:off x="930580" y="8035012"/>
              <a:ext cx="163217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필러 </a:t>
              </a:r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녹임주사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32FBB249-61C0-758C-1826-8766179BED27}"/>
                </a:ext>
              </a:extLst>
            </p:cNvPr>
            <p:cNvGrpSpPr/>
            <p:nvPr/>
          </p:nvGrpSpPr>
          <p:grpSpPr>
            <a:xfrm>
              <a:off x="1041515" y="8361767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A4BA8F8E-0843-F8EE-5851-DC57B93C835B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ACC72E94-1FE5-93EA-C176-CE01CDF48120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D58A4AD5-9A94-E4A6-25C3-159696C91A3E}"/>
                </a:ext>
              </a:extLst>
            </p:cNvPr>
            <p:cNvSpPr/>
            <p:nvPr/>
          </p:nvSpPr>
          <p:spPr>
            <a:xfrm>
              <a:off x="1044691" y="837243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히알라제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</a:t>
              </a:r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syr</a:t>
              </a:r>
            </a:p>
          </p:txBody>
        </p:sp>
        <p:sp>
          <p:nvSpPr>
            <p:cNvPr id="249" name="Text 15">
              <a:extLst>
                <a:ext uri="{FF2B5EF4-FFF2-40B4-BE49-F238E27FC236}">
                  <a16:creationId xmlns:a16="http://schemas.microsoft.com/office/drawing/2014/main" id="{C1F49C4C-2E86-6F70-8D01-1F7ACF019237}"/>
                </a:ext>
              </a:extLst>
            </p:cNvPr>
            <p:cNvSpPr/>
            <p:nvPr/>
          </p:nvSpPr>
          <p:spPr>
            <a:xfrm>
              <a:off x="6981209" y="837390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0535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FAT DISSOLVING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1878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지방 분해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5364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페이스와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바디 라인 정리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" name="Text 96">
            <a:extLst>
              <a:ext uri="{FF2B5EF4-FFF2-40B4-BE49-F238E27FC236}">
                <a16:creationId xmlns:a16="http://schemas.microsoft.com/office/drawing/2014/main" id="{29654C6C-705B-5CDA-879B-3140AB96EC02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A757011C-CE84-E099-8AED-D24479CB3E40}"/>
              </a:ext>
            </a:extLst>
          </p:cNvPr>
          <p:cNvGrpSpPr/>
          <p:nvPr/>
        </p:nvGrpSpPr>
        <p:grpSpPr>
          <a:xfrm>
            <a:off x="930580" y="2720019"/>
            <a:ext cx="8316077" cy="1114967"/>
            <a:chOff x="930580" y="2720019"/>
            <a:chExt cx="8316077" cy="11149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904B3917-C656-1E90-55B5-CC5B7E77BA86}"/>
                </a:ext>
              </a:extLst>
            </p:cNvPr>
            <p:cNvSpPr txBox="1"/>
            <p:nvPr/>
          </p:nvSpPr>
          <p:spPr>
            <a:xfrm>
              <a:off x="930580" y="2720019"/>
              <a:ext cx="87716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세라핏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BEABCBB4-D6D6-5746-B58D-300DCE768A81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788212"/>
              <a:chOff x="1041515" y="4036831"/>
              <a:chExt cx="8205142" cy="788212"/>
            </a:xfrm>
          </p:grpSpPr>
          <p:sp>
            <p:nvSpPr>
              <p:cNvPr id="194" name="Shape 7">
                <a:extLst>
                  <a:ext uri="{FF2B5EF4-FFF2-40B4-BE49-F238E27FC236}">
                    <a16:creationId xmlns:a16="http://schemas.microsoft.com/office/drawing/2014/main" id="{72227479-87E2-B05C-89AF-81F73A362EE5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95" name="Shape 7">
                <a:extLst>
                  <a:ext uri="{FF2B5EF4-FFF2-40B4-BE49-F238E27FC236}">
                    <a16:creationId xmlns:a16="http://schemas.microsoft.com/office/drawing/2014/main" id="{A8EEB8A2-5F82-C9EC-3B50-74CE403C09CA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96" name="Shape 7">
                <a:extLst>
                  <a:ext uri="{FF2B5EF4-FFF2-40B4-BE49-F238E27FC236}">
                    <a16:creationId xmlns:a16="http://schemas.microsoft.com/office/drawing/2014/main" id="{9B05AD55-A6B4-62D2-1A79-46D8346C9EEC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92" name="Text 11">
              <a:extLst>
                <a:ext uri="{FF2B5EF4-FFF2-40B4-BE49-F238E27FC236}">
                  <a16:creationId xmlns:a16="http://schemas.microsoft.com/office/drawing/2014/main" id="{D8BD542A-09BD-C101-D8C1-CFC9C7BAF781}"/>
                </a:ext>
              </a:extLst>
            </p:cNvPr>
            <p:cNvSpPr/>
            <p:nvPr/>
          </p:nvSpPr>
          <p:spPr>
            <a:xfrm>
              <a:off x="1044691" y="305743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세라핏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FACE (1cc)</a:t>
              </a:r>
            </a:p>
          </p:txBody>
        </p:sp>
        <p:sp>
          <p:nvSpPr>
            <p:cNvPr id="193" name="Text 15">
              <a:extLst>
                <a:ext uri="{FF2B5EF4-FFF2-40B4-BE49-F238E27FC236}">
                  <a16:creationId xmlns:a16="http://schemas.microsoft.com/office/drawing/2014/main" id="{D09934F4-0AE0-1B52-F88E-2D84FB1E8BD3}"/>
                </a:ext>
              </a:extLst>
            </p:cNvPr>
            <p:cNvSpPr/>
            <p:nvPr/>
          </p:nvSpPr>
          <p:spPr>
            <a:xfrm>
              <a:off x="8231387" y="3137457"/>
              <a:ext cx="1015269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13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97" name="Text 15">
              <a:extLst>
                <a:ext uri="{FF2B5EF4-FFF2-40B4-BE49-F238E27FC236}">
                  <a16:creationId xmlns:a16="http://schemas.microsoft.com/office/drawing/2014/main" id="{A8EB6C8B-4ABC-E9B1-3295-2689BBBD1D3A}"/>
                </a:ext>
              </a:extLst>
            </p:cNvPr>
            <p:cNvSpPr/>
            <p:nvPr/>
          </p:nvSpPr>
          <p:spPr>
            <a:xfrm>
              <a:off x="6834767" y="3137457"/>
              <a:ext cx="87043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198" name="Text 15">
              <a:extLst>
                <a:ext uri="{FF2B5EF4-FFF2-40B4-BE49-F238E27FC236}">
                  <a16:creationId xmlns:a16="http://schemas.microsoft.com/office/drawing/2014/main" id="{83D649F9-F6D1-D3FF-3A4D-663F68E08028}"/>
                </a:ext>
              </a:extLst>
            </p:cNvPr>
            <p:cNvSpPr/>
            <p:nvPr/>
          </p:nvSpPr>
          <p:spPr>
            <a:xfrm>
              <a:off x="5460587" y="3137457"/>
              <a:ext cx="84798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87C450E7-C4DA-D0FE-AA70-CFEF6591663D}"/>
                </a:ext>
              </a:extLst>
            </p:cNvPr>
            <p:cNvSpPr/>
            <p:nvPr/>
          </p:nvSpPr>
          <p:spPr>
            <a:xfrm>
              <a:off x="1044691" y="344509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세라핏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BODY (10cc)</a:t>
              </a:r>
            </a:p>
          </p:txBody>
        </p:sp>
        <p:sp>
          <p:nvSpPr>
            <p:cNvPr id="199" name="Text 15">
              <a:extLst>
                <a:ext uri="{FF2B5EF4-FFF2-40B4-BE49-F238E27FC236}">
                  <a16:creationId xmlns:a16="http://schemas.microsoft.com/office/drawing/2014/main" id="{CF458971-8C6D-1D70-A6AB-2C81508634E2}"/>
                </a:ext>
              </a:extLst>
            </p:cNvPr>
            <p:cNvSpPr/>
            <p:nvPr/>
          </p:nvSpPr>
          <p:spPr>
            <a:xfrm>
              <a:off x="8213754" y="3525109"/>
              <a:ext cx="103290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0" name="Text 15">
              <a:extLst>
                <a:ext uri="{FF2B5EF4-FFF2-40B4-BE49-F238E27FC236}">
                  <a16:creationId xmlns:a16="http://schemas.microsoft.com/office/drawing/2014/main" id="{817FFDC0-1E3E-7751-1D17-8D0D4647B2D3}"/>
                </a:ext>
              </a:extLst>
            </p:cNvPr>
            <p:cNvSpPr/>
            <p:nvPr/>
          </p:nvSpPr>
          <p:spPr>
            <a:xfrm>
              <a:off x="6788280" y="3525109"/>
              <a:ext cx="95058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BE5B4C27-B94E-E1B1-B07D-22E67DB9198D}"/>
                </a:ext>
              </a:extLst>
            </p:cNvPr>
            <p:cNvSpPr/>
            <p:nvPr/>
          </p:nvSpPr>
          <p:spPr>
            <a:xfrm>
              <a:off x="5460587" y="3525109"/>
              <a:ext cx="85279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5CCC9AFE-DD03-1C6D-53B3-4A5D48A37A61}"/>
              </a:ext>
            </a:extLst>
          </p:cNvPr>
          <p:cNvGrpSpPr/>
          <p:nvPr/>
        </p:nvGrpSpPr>
        <p:grpSpPr>
          <a:xfrm>
            <a:off x="930580" y="4106416"/>
            <a:ext cx="8316077" cy="1496252"/>
            <a:chOff x="930580" y="4104754"/>
            <a:chExt cx="8316077" cy="1496252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17E640E-73F4-6114-E2CD-FE5443193008}"/>
                </a:ext>
              </a:extLst>
            </p:cNvPr>
            <p:cNvSpPr txBox="1"/>
            <p:nvPr/>
          </p:nvSpPr>
          <p:spPr>
            <a:xfrm>
              <a:off x="930580" y="4104754"/>
              <a:ext cx="251222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세라핏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패키지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(FACE)</a:t>
              </a: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03978FAB-A023-8F06-148A-908B57FAE3AF}"/>
                </a:ext>
              </a:extLst>
            </p:cNvPr>
            <p:cNvGrpSpPr/>
            <p:nvPr/>
          </p:nvGrpSpPr>
          <p:grpSpPr>
            <a:xfrm>
              <a:off x="1041515" y="4431509"/>
              <a:ext cx="8205142" cy="1169497"/>
              <a:chOff x="1041515" y="5446644"/>
              <a:chExt cx="8205142" cy="1169497"/>
            </a:xfrm>
          </p:grpSpPr>
          <p:sp>
            <p:nvSpPr>
              <p:cNvPr id="227" name="Shape 7">
                <a:extLst>
                  <a:ext uri="{FF2B5EF4-FFF2-40B4-BE49-F238E27FC236}">
                    <a16:creationId xmlns:a16="http://schemas.microsoft.com/office/drawing/2014/main" id="{792ECD2E-0CF4-41C0-2F90-931EAD36341E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28" name="Shape 7">
                <a:extLst>
                  <a:ext uri="{FF2B5EF4-FFF2-40B4-BE49-F238E27FC236}">
                    <a16:creationId xmlns:a16="http://schemas.microsoft.com/office/drawing/2014/main" id="{BEA9CB6E-0CC8-160C-B59E-4C22E2A28F00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9" name="Shape 7">
                <a:extLst>
                  <a:ext uri="{FF2B5EF4-FFF2-40B4-BE49-F238E27FC236}">
                    <a16:creationId xmlns:a16="http://schemas.microsoft.com/office/drawing/2014/main" id="{2978404F-A8B3-3D79-A312-0312DCFA139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30" name="Shape 7">
                <a:extLst>
                  <a:ext uri="{FF2B5EF4-FFF2-40B4-BE49-F238E27FC236}">
                    <a16:creationId xmlns:a16="http://schemas.microsoft.com/office/drawing/2014/main" id="{E32BBC2F-7A53-5DF2-CE24-43E2E64CBFD0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D91945FE-E360-12E2-88BD-B7CF8CC8A459}"/>
                </a:ext>
              </a:extLst>
            </p:cNvPr>
            <p:cNvSpPr/>
            <p:nvPr/>
          </p:nvSpPr>
          <p:spPr>
            <a:xfrm>
              <a:off x="1044691" y="443338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이중턱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(3cc)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CD08FF4E-D414-C0FE-10C0-35B20D9CF602}"/>
                </a:ext>
              </a:extLst>
            </p:cNvPr>
            <p:cNvSpPr/>
            <p:nvPr/>
          </p:nvSpPr>
          <p:spPr>
            <a:xfrm>
              <a:off x="1044691" y="4826748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심부볼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(3cc)</a:t>
              </a:r>
            </a:p>
          </p:txBody>
        </p: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B2FA6B45-1173-C7EF-5D29-ED62E127E781}"/>
                </a:ext>
              </a:extLst>
            </p:cNvPr>
            <p:cNvSpPr/>
            <p:nvPr/>
          </p:nvSpPr>
          <p:spPr>
            <a:xfrm>
              <a:off x="1044691" y="5208824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양볼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(6cc)</a:t>
              </a:r>
            </a:p>
          </p:txBody>
        </p:sp>
        <p:sp>
          <p:nvSpPr>
            <p:cNvPr id="234" name="Text 15">
              <a:extLst>
                <a:ext uri="{FF2B5EF4-FFF2-40B4-BE49-F238E27FC236}">
                  <a16:creationId xmlns:a16="http://schemas.microsoft.com/office/drawing/2014/main" id="{954922C1-293E-2E99-00D2-8D556832007B}"/>
                </a:ext>
              </a:extLst>
            </p:cNvPr>
            <p:cNvSpPr/>
            <p:nvPr/>
          </p:nvSpPr>
          <p:spPr>
            <a:xfrm>
              <a:off x="8213754" y="4513401"/>
              <a:ext cx="103290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5" name="Text 15">
              <a:extLst>
                <a:ext uri="{FF2B5EF4-FFF2-40B4-BE49-F238E27FC236}">
                  <a16:creationId xmlns:a16="http://schemas.microsoft.com/office/drawing/2014/main" id="{6F3DF52D-7025-718F-D0EC-B3D87865C1E1}"/>
                </a:ext>
              </a:extLst>
            </p:cNvPr>
            <p:cNvSpPr/>
            <p:nvPr/>
          </p:nvSpPr>
          <p:spPr>
            <a:xfrm>
              <a:off x="6781066" y="4513401"/>
              <a:ext cx="95058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6" name="Text 15">
              <a:extLst>
                <a:ext uri="{FF2B5EF4-FFF2-40B4-BE49-F238E27FC236}">
                  <a16:creationId xmlns:a16="http://schemas.microsoft.com/office/drawing/2014/main" id="{6F53F855-0429-E1B2-3601-21D4A2DAA6E3}"/>
                </a:ext>
              </a:extLst>
            </p:cNvPr>
            <p:cNvSpPr/>
            <p:nvPr/>
          </p:nvSpPr>
          <p:spPr>
            <a:xfrm>
              <a:off x="5460587" y="4513401"/>
              <a:ext cx="838371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37" name="Text 15">
              <a:extLst>
                <a:ext uri="{FF2B5EF4-FFF2-40B4-BE49-F238E27FC236}">
                  <a16:creationId xmlns:a16="http://schemas.microsoft.com/office/drawing/2014/main" id="{5CF1E4A4-2995-2ACA-1A1C-7F2D38BB5B27}"/>
                </a:ext>
              </a:extLst>
            </p:cNvPr>
            <p:cNvSpPr/>
            <p:nvPr/>
          </p:nvSpPr>
          <p:spPr>
            <a:xfrm>
              <a:off x="8213754" y="4906766"/>
              <a:ext cx="103290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8" name="Text 15">
              <a:extLst>
                <a:ext uri="{FF2B5EF4-FFF2-40B4-BE49-F238E27FC236}">
                  <a16:creationId xmlns:a16="http://schemas.microsoft.com/office/drawing/2014/main" id="{C7883A66-AB9C-2220-7248-3AFD64534B39}"/>
                </a:ext>
              </a:extLst>
            </p:cNvPr>
            <p:cNvSpPr/>
            <p:nvPr/>
          </p:nvSpPr>
          <p:spPr>
            <a:xfrm>
              <a:off x="6781066" y="4906766"/>
              <a:ext cx="95058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6EF0E4DA-2B5C-2EB1-26AB-1990BA9C730E}"/>
                </a:ext>
              </a:extLst>
            </p:cNvPr>
            <p:cNvSpPr/>
            <p:nvPr/>
          </p:nvSpPr>
          <p:spPr>
            <a:xfrm>
              <a:off x="5460587" y="4906766"/>
              <a:ext cx="838371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40" name="Text 15">
              <a:extLst>
                <a:ext uri="{FF2B5EF4-FFF2-40B4-BE49-F238E27FC236}">
                  <a16:creationId xmlns:a16="http://schemas.microsoft.com/office/drawing/2014/main" id="{23C19C63-C78F-390F-7431-4220DB0B880B}"/>
                </a:ext>
              </a:extLst>
            </p:cNvPr>
            <p:cNvSpPr/>
            <p:nvPr/>
          </p:nvSpPr>
          <p:spPr>
            <a:xfrm>
              <a:off x="8202533" y="5288842"/>
              <a:ext cx="1044123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1" name="Text 15">
              <a:extLst>
                <a:ext uri="{FF2B5EF4-FFF2-40B4-BE49-F238E27FC236}">
                  <a16:creationId xmlns:a16="http://schemas.microsoft.com/office/drawing/2014/main" id="{AE829B99-00D0-3559-E425-B518D4CD4130}"/>
                </a:ext>
              </a:extLst>
            </p:cNvPr>
            <p:cNvSpPr/>
            <p:nvPr/>
          </p:nvSpPr>
          <p:spPr>
            <a:xfrm>
              <a:off x="6812324" y="5288842"/>
              <a:ext cx="96500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E06E2027-D303-27F5-0348-FA91A9634496}"/>
                </a:ext>
              </a:extLst>
            </p:cNvPr>
            <p:cNvSpPr/>
            <p:nvPr/>
          </p:nvSpPr>
          <p:spPr>
            <a:xfrm>
              <a:off x="5460587" y="5288842"/>
              <a:ext cx="92653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46C5A50-5458-ECDF-E191-E0FF5682E23D}"/>
              </a:ext>
            </a:extLst>
          </p:cNvPr>
          <p:cNvGrpSpPr/>
          <p:nvPr/>
        </p:nvGrpSpPr>
        <p:grpSpPr>
          <a:xfrm>
            <a:off x="930580" y="5874098"/>
            <a:ext cx="8316077" cy="728123"/>
            <a:chOff x="930580" y="5872776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8EBB94D-41C9-D23E-33B8-341D10D934AD}"/>
                </a:ext>
              </a:extLst>
            </p:cNvPr>
            <p:cNvSpPr txBox="1"/>
            <p:nvPr/>
          </p:nvSpPr>
          <p:spPr>
            <a:xfrm>
              <a:off x="930580" y="5872776"/>
              <a:ext cx="110799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벨라콜린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D688E30-F6BB-60A3-0619-8F3C5F3E2F76}"/>
                </a:ext>
              </a:extLst>
            </p:cNvPr>
            <p:cNvGrpSpPr/>
            <p:nvPr/>
          </p:nvGrpSpPr>
          <p:grpSpPr>
            <a:xfrm>
              <a:off x="1041515" y="6199531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C0513C5F-F57D-F86E-695A-A09569B0AE2C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39E022C7-44A1-CBFE-87EF-B245305EBC79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20C68E6C-49CA-5AFA-0F26-E4BA22B47D47}"/>
                </a:ext>
              </a:extLst>
            </p:cNvPr>
            <p:cNvSpPr/>
            <p:nvPr/>
          </p:nvSpPr>
          <p:spPr>
            <a:xfrm>
              <a:off x="1044691" y="6210196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벨라콜린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이중턱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(2cc)</a:t>
              </a:r>
            </a:p>
          </p:txBody>
        </p:sp>
        <p:sp>
          <p:nvSpPr>
            <p:cNvPr id="253" name="Text 15">
              <a:extLst>
                <a:ext uri="{FF2B5EF4-FFF2-40B4-BE49-F238E27FC236}">
                  <a16:creationId xmlns:a16="http://schemas.microsoft.com/office/drawing/2014/main" id="{90F411CF-F62C-3F27-09A2-0E78BB8BA15E}"/>
                </a:ext>
              </a:extLst>
            </p:cNvPr>
            <p:cNvSpPr/>
            <p:nvPr/>
          </p:nvSpPr>
          <p:spPr>
            <a:xfrm>
              <a:off x="8063072" y="6290214"/>
              <a:ext cx="118358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4" name="Text 15">
              <a:extLst>
                <a:ext uri="{FF2B5EF4-FFF2-40B4-BE49-F238E27FC236}">
                  <a16:creationId xmlns:a16="http://schemas.microsoft.com/office/drawing/2014/main" id="{67D25469-2262-D93F-8A7C-E4668BEDEB4D}"/>
                </a:ext>
              </a:extLst>
            </p:cNvPr>
            <p:cNvSpPr/>
            <p:nvPr/>
          </p:nvSpPr>
          <p:spPr>
            <a:xfrm>
              <a:off x="6761830" y="6290214"/>
              <a:ext cx="96821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5" name="Text 15">
              <a:extLst>
                <a:ext uri="{FF2B5EF4-FFF2-40B4-BE49-F238E27FC236}">
                  <a16:creationId xmlns:a16="http://schemas.microsoft.com/office/drawing/2014/main" id="{C5D5EE9C-C2E7-8A02-05E9-7C8F95C1100F}"/>
                </a:ext>
              </a:extLst>
            </p:cNvPr>
            <p:cNvSpPr/>
            <p:nvPr/>
          </p:nvSpPr>
          <p:spPr>
            <a:xfrm>
              <a:off x="5460587" y="6290214"/>
              <a:ext cx="96821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0485FD40-8B73-9A19-B894-3C6F7FE1B3B5}"/>
              </a:ext>
            </a:extLst>
          </p:cNvPr>
          <p:cNvGrpSpPr/>
          <p:nvPr/>
        </p:nvGrpSpPr>
        <p:grpSpPr>
          <a:xfrm>
            <a:off x="930580" y="6873651"/>
            <a:ext cx="8316077" cy="1496252"/>
            <a:chOff x="930580" y="6873651"/>
            <a:chExt cx="8316077" cy="1496252"/>
          </a:xfrm>
        </p:grpSpPr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ABA4F15E-29F8-C1D7-82E2-5C8F8CBDBA23}"/>
                </a:ext>
              </a:extLst>
            </p:cNvPr>
            <p:cNvSpPr txBox="1"/>
            <p:nvPr/>
          </p:nvSpPr>
          <p:spPr>
            <a:xfrm>
              <a:off x="930580" y="6873651"/>
              <a:ext cx="255390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세라핏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패키지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(BODY)</a:t>
              </a: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AF37A422-80C0-C2B7-9197-33C7CC121836}"/>
                </a:ext>
              </a:extLst>
            </p:cNvPr>
            <p:cNvGrpSpPr/>
            <p:nvPr/>
          </p:nvGrpSpPr>
          <p:grpSpPr>
            <a:xfrm>
              <a:off x="1041515" y="7200406"/>
              <a:ext cx="8205142" cy="1169497"/>
              <a:chOff x="1041515" y="5446644"/>
              <a:chExt cx="8205142" cy="1169497"/>
            </a:xfrm>
          </p:grpSpPr>
          <p:sp>
            <p:nvSpPr>
              <p:cNvPr id="259" name="Shape 7">
                <a:extLst>
                  <a:ext uri="{FF2B5EF4-FFF2-40B4-BE49-F238E27FC236}">
                    <a16:creationId xmlns:a16="http://schemas.microsoft.com/office/drawing/2014/main" id="{44313223-094C-F197-ED89-D11707B06B50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0" name="Shape 7">
                <a:extLst>
                  <a:ext uri="{FF2B5EF4-FFF2-40B4-BE49-F238E27FC236}">
                    <a16:creationId xmlns:a16="http://schemas.microsoft.com/office/drawing/2014/main" id="{381105ED-36F8-6003-D309-9DA3629FFC54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1" name="Shape 7">
                <a:extLst>
                  <a:ext uri="{FF2B5EF4-FFF2-40B4-BE49-F238E27FC236}">
                    <a16:creationId xmlns:a16="http://schemas.microsoft.com/office/drawing/2014/main" id="{8102E38C-BF5E-9669-34E7-293DC3FA0B2A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2" name="Shape 7">
                <a:extLst>
                  <a:ext uri="{FF2B5EF4-FFF2-40B4-BE49-F238E27FC236}">
                    <a16:creationId xmlns:a16="http://schemas.microsoft.com/office/drawing/2014/main" id="{415A2327-3DCA-507B-728A-C77A7B908BB8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3" name="Text 11">
              <a:extLst>
                <a:ext uri="{FF2B5EF4-FFF2-40B4-BE49-F238E27FC236}">
                  <a16:creationId xmlns:a16="http://schemas.microsoft.com/office/drawing/2014/main" id="{E9CEB9D5-9228-6BDA-69EE-983E14910842}"/>
                </a:ext>
              </a:extLst>
            </p:cNvPr>
            <p:cNvSpPr/>
            <p:nvPr/>
          </p:nvSpPr>
          <p:spPr>
            <a:xfrm>
              <a:off x="1044691" y="720228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상복부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하복부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러브핸들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(30cc)</a:t>
              </a:r>
            </a:p>
          </p:txBody>
        </p:sp>
        <p:sp>
          <p:nvSpPr>
            <p:cNvPr id="264" name="Text 11">
              <a:extLst>
                <a:ext uri="{FF2B5EF4-FFF2-40B4-BE49-F238E27FC236}">
                  <a16:creationId xmlns:a16="http://schemas.microsoft.com/office/drawing/2014/main" id="{3B587DA3-27DF-3B58-7F2F-DC3403E60E9C}"/>
                </a:ext>
              </a:extLst>
            </p:cNvPr>
            <p:cNvSpPr/>
            <p:nvPr/>
          </p:nvSpPr>
          <p:spPr>
            <a:xfrm>
              <a:off x="1044691" y="759564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팔뚝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부유방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브라라인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(60cc)</a:t>
              </a:r>
            </a:p>
          </p:txBody>
        </p:sp>
        <p:sp>
          <p:nvSpPr>
            <p:cNvPr id="265" name="Text 11">
              <a:extLst>
                <a:ext uri="{FF2B5EF4-FFF2-40B4-BE49-F238E27FC236}">
                  <a16:creationId xmlns:a16="http://schemas.microsoft.com/office/drawing/2014/main" id="{65DBA793-7B1C-7466-D50F-864A17C0FD6C}"/>
                </a:ext>
              </a:extLst>
            </p:cNvPr>
            <p:cNvSpPr/>
            <p:nvPr/>
          </p:nvSpPr>
          <p:spPr>
            <a:xfrm>
              <a:off x="1044691" y="797772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허벅지 안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밖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승마 中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택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</a:t>
              </a:r>
            </a:p>
          </p:txBody>
        </p:sp>
        <p:sp>
          <p:nvSpPr>
            <p:cNvPr id="266" name="Text 15">
              <a:extLst>
                <a:ext uri="{FF2B5EF4-FFF2-40B4-BE49-F238E27FC236}">
                  <a16:creationId xmlns:a16="http://schemas.microsoft.com/office/drawing/2014/main" id="{1206ED3E-8341-DB24-D209-45E127527177}"/>
                </a:ext>
              </a:extLst>
            </p:cNvPr>
            <p:cNvSpPr/>
            <p:nvPr/>
          </p:nvSpPr>
          <p:spPr>
            <a:xfrm>
              <a:off x="8210548" y="7282298"/>
              <a:ext cx="103610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7" name="Text 15">
              <a:extLst>
                <a:ext uri="{FF2B5EF4-FFF2-40B4-BE49-F238E27FC236}">
                  <a16:creationId xmlns:a16="http://schemas.microsoft.com/office/drawing/2014/main" id="{1AFF095B-53F7-5C8F-35AB-887878B5B6F5}"/>
                </a:ext>
              </a:extLst>
            </p:cNvPr>
            <p:cNvSpPr/>
            <p:nvPr/>
          </p:nvSpPr>
          <p:spPr>
            <a:xfrm>
              <a:off x="6819538" y="7282298"/>
              <a:ext cx="97622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8" name="Text 15">
              <a:extLst>
                <a:ext uri="{FF2B5EF4-FFF2-40B4-BE49-F238E27FC236}">
                  <a16:creationId xmlns:a16="http://schemas.microsoft.com/office/drawing/2014/main" id="{8A7BC97A-2D30-923C-2F5E-CF4ED76DB515}"/>
                </a:ext>
              </a:extLst>
            </p:cNvPr>
            <p:cNvSpPr/>
            <p:nvPr/>
          </p:nvSpPr>
          <p:spPr>
            <a:xfrm>
              <a:off x="5460587" y="7282298"/>
              <a:ext cx="94416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C82F86C7-AD79-238C-8DDC-9BB161CBABFE}"/>
                </a:ext>
              </a:extLst>
            </p:cNvPr>
            <p:cNvSpPr/>
            <p:nvPr/>
          </p:nvSpPr>
          <p:spPr>
            <a:xfrm>
              <a:off x="8066278" y="7675663"/>
              <a:ext cx="118037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A353C804-53CA-153D-EE34-460641F3C0B2}"/>
                </a:ext>
              </a:extLst>
            </p:cNvPr>
            <p:cNvSpPr/>
            <p:nvPr/>
          </p:nvSpPr>
          <p:spPr>
            <a:xfrm>
              <a:off x="6763433" y="7675663"/>
              <a:ext cx="96821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DA98017-74B1-1A5F-E320-ED13AE307710}"/>
                </a:ext>
              </a:extLst>
            </p:cNvPr>
            <p:cNvSpPr/>
            <p:nvPr/>
          </p:nvSpPr>
          <p:spPr>
            <a:xfrm>
              <a:off x="5460587" y="7675663"/>
              <a:ext cx="96821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72" name="Text 15">
              <a:extLst>
                <a:ext uri="{FF2B5EF4-FFF2-40B4-BE49-F238E27FC236}">
                  <a16:creationId xmlns:a16="http://schemas.microsoft.com/office/drawing/2014/main" id="{92195AD0-ACDB-29CB-20A2-F29D96E2DBC0}"/>
                </a:ext>
              </a:extLst>
            </p:cNvPr>
            <p:cNvSpPr/>
            <p:nvPr/>
          </p:nvSpPr>
          <p:spPr>
            <a:xfrm>
              <a:off x="8066278" y="8057739"/>
              <a:ext cx="118037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66AB41B7-B4FC-A3F0-5F5F-A32B5F7A4CDB}"/>
                </a:ext>
              </a:extLst>
            </p:cNvPr>
            <p:cNvSpPr/>
            <p:nvPr/>
          </p:nvSpPr>
          <p:spPr>
            <a:xfrm>
              <a:off x="6682481" y="8057739"/>
              <a:ext cx="110927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4" name="Text 15">
              <a:extLst>
                <a:ext uri="{FF2B5EF4-FFF2-40B4-BE49-F238E27FC236}">
                  <a16:creationId xmlns:a16="http://schemas.microsoft.com/office/drawing/2014/main" id="{DA9D5690-190D-BD43-CE13-B72BABDCD554}"/>
                </a:ext>
              </a:extLst>
            </p:cNvPr>
            <p:cNvSpPr/>
            <p:nvPr/>
          </p:nvSpPr>
          <p:spPr>
            <a:xfrm>
              <a:off x="5460587" y="8057739"/>
              <a:ext cx="947375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945043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74291" y="3161562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SOFWAVE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874291" y="336588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소프웨이브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4291" y="3660546"/>
            <a:ext cx="2388035" cy="133259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1.5mm 중하부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진피층을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타겟하는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초음파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리프팅.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볼패임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위험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없이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얇고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처진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피부를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탄탄하게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개선합니다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317386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324645" y="3368167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ULTHERAPY PRIME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24645" y="3572489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울쎄라피 프라임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24646" y="3867152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늘어난 안면근막(SMAS)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까지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도달하는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집속 초음파. </a:t>
            </a:r>
          </a:p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1년 이상 지속되는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강력한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윤곽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개선과 리프팅.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45043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874291" y="6299734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THERMAGE FLX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874291" y="6504057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써마지 FLX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4291" y="6798718"/>
            <a:ext cx="2388035" cy="143694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모노폴라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고주파로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진피층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전반을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타이트닝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,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탄력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개선과 잔주름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개선에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효과적입니다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17386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353868" y="6319138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TITANIUM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53868" y="6523461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티타늄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53869" y="6818122"/>
            <a:ext cx="2388035" cy="1260349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정교한 에너지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전달로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콜라겐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활성화</a:t>
            </a:r>
            <a:r>
              <a:rPr lang="en-US" altLang="ko-KR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·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리프팅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·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타이트닝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·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화이트닝을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동시에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케어합니다.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45043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874291" y="9198453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ONDA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874291" y="9402776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온다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4291" y="9697438"/>
            <a:ext cx="2388035" cy="1245211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마이크로웨이브로</a:t>
            </a:r>
            <a:endParaRPr lang="en-US" sz="1152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지방분해와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셀룰라이트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정리.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통증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부담이 적어 FACE · BODY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모두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케어합니다.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317386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353869" y="918611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SHURINK UNIVERSE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353869" y="939043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 err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슈링크</a:t>
            </a:r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유니버스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353870" y="9685097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근막층(SMAS)부터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진피층까지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전달하는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2세대 HIFU. </a:t>
            </a:r>
          </a:p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2.5배 빨라진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속도와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7가지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맞춤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카트리지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874291" y="1216890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VOLNEWMER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874291" y="12373223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볼뉴머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874291" y="12667886"/>
            <a:ext cx="2388035" cy="13239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6.78MHz 모노폴라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고주파를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피부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깊은 곳까지 전달.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진피층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콜라겐 </a:t>
            </a: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재생으로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3375"/>
              </a:lnSpc>
            </a:pPr>
            <a:r>
              <a:rPr lang="en-US" sz="1152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리프팅과</a:t>
            </a: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탄력 증진.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9553D465-CCF8-67E0-F52C-C8D62FF14AF9}"/>
              </a:ext>
            </a:extLst>
          </p:cNvPr>
          <p:cNvSpPr/>
          <p:nvPr/>
        </p:nvSpPr>
        <p:spPr>
          <a:xfrm>
            <a:off x="-514350" y="8693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 DIVICE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6BC3CC80-5B62-9639-6525-E44B770D98C1}"/>
              </a:ext>
            </a:extLst>
          </p:cNvPr>
          <p:cNvSpPr/>
          <p:nvPr/>
        </p:nvSpPr>
        <p:spPr>
          <a:xfrm>
            <a:off x="-514350" y="10707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리프팅</a:t>
            </a: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ko-KR" alt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기기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29656B43-A3F5-08E5-103C-EEE3EA00A63D}"/>
              </a:ext>
            </a:extLst>
          </p:cNvPr>
          <p:cNvSpPr/>
          <p:nvPr/>
        </p:nvSpPr>
        <p:spPr>
          <a:xfrm>
            <a:off x="-514350" y="15441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안티에이징을 위한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최적의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플래닝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689248E-18A4-6F5F-F7D1-246897A93B12}"/>
              </a:ext>
            </a:extLst>
          </p:cNvPr>
          <p:cNvSpPr/>
          <p:nvPr/>
        </p:nvSpPr>
        <p:spPr>
          <a:xfrm>
            <a:off x="945043" y="2570497"/>
            <a:ext cx="1663708" cy="232919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C50483F-B92B-ACB1-9245-0CF3DF91166C}"/>
              </a:ext>
            </a:extLst>
          </p:cNvPr>
          <p:cNvSpPr/>
          <p:nvPr/>
        </p:nvSpPr>
        <p:spPr>
          <a:xfrm>
            <a:off x="5424620" y="2570497"/>
            <a:ext cx="1663708" cy="232919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8E1DBC2-78FE-CD30-8809-C006D468FA41}"/>
              </a:ext>
            </a:extLst>
          </p:cNvPr>
          <p:cNvSpPr/>
          <p:nvPr/>
        </p:nvSpPr>
        <p:spPr>
          <a:xfrm>
            <a:off x="945043" y="5466323"/>
            <a:ext cx="1663708" cy="232919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9E5842A-5291-E9BC-F5A2-4C6859AA2642}"/>
              </a:ext>
            </a:extLst>
          </p:cNvPr>
          <p:cNvSpPr/>
          <p:nvPr/>
        </p:nvSpPr>
        <p:spPr>
          <a:xfrm>
            <a:off x="5424620" y="5466323"/>
            <a:ext cx="1663708" cy="2329192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300192A-C033-2EB7-2847-83D391428870}"/>
              </a:ext>
            </a:extLst>
          </p:cNvPr>
          <p:cNvSpPr/>
          <p:nvPr/>
        </p:nvSpPr>
        <p:spPr>
          <a:xfrm>
            <a:off x="945043" y="8390316"/>
            <a:ext cx="1663708" cy="2329192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8828A9-9349-87F6-92A6-9FAB811571EC}"/>
              </a:ext>
            </a:extLst>
          </p:cNvPr>
          <p:cNvSpPr/>
          <p:nvPr/>
        </p:nvSpPr>
        <p:spPr>
          <a:xfrm>
            <a:off x="5424620" y="8390316"/>
            <a:ext cx="1663708" cy="2329192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27E0C15-636A-BD01-5701-FD05C14C22FC}"/>
              </a:ext>
            </a:extLst>
          </p:cNvPr>
          <p:cNvSpPr/>
          <p:nvPr/>
        </p:nvSpPr>
        <p:spPr>
          <a:xfrm>
            <a:off x="945043" y="11346120"/>
            <a:ext cx="1663708" cy="2329192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1399-DF42-6566-3D95-FB0DD587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리프팅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안티에이징을 위한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최적의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플래닝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7F30518A-240A-4E4B-F33A-69A24FA2055F}"/>
              </a:ext>
            </a:extLst>
          </p:cNvPr>
          <p:cNvGrpSpPr/>
          <p:nvPr/>
        </p:nvGrpSpPr>
        <p:grpSpPr>
          <a:xfrm>
            <a:off x="930580" y="2720019"/>
            <a:ext cx="8316077" cy="728123"/>
            <a:chOff x="930580" y="2720019"/>
            <a:chExt cx="8316077" cy="728123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8DA01E9F-A1B4-868E-FBDF-592F835229C2}"/>
                </a:ext>
              </a:extLst>
            </p:cNvPr>
            <p:cNvSpPr txBox="1"/>
            <p:nvPr/>
          </p:nvSpPr>
          <p:spPr>
            <a:xfrm>
              <a:off x="930580" y="2720019"/>
              <a:ext cx="133882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소프웨이브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4FFEE9A2-8173-98CE-F30F-0890B8A22E0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EDF12578-D341-D8EB-43DD-F6BCDBA41D68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5" name="Shape 7">
                <a:extLst>
                  <a:ext uri="{FF2B5EF4-FFF2-40B4-BE49-F238E27FC236}">
                    <a16:creationId xmlns:a16="http://schemas.microsoft.com/office/drawing/2014/main" id="{64127FB2-31D8-1A56-FE3F-A142E6D63B7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A3E3B819-E0D2-5245-F783-B7C3665FF436}"/>
                </a:ext>
              </a:extLst>
            </p:cNvPr>
            <p:cNvSpPr/>
            <p:nvPr/>
          </p:nvSpPr>
          <p:spPr>
            <a:xfrm>
              <a:off x="1044691" y="3057439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소프웨이브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BE58BB34-C113-C828-EA10-A41183697BC1}"/>
                </a:ext>
              </a:extLst>
            </p:cNvPr>
            <p:cNvSpPr/>
            <p:nvPr/>
          </p:nvSpPr>
          <p:spPr>
            <a:xfrm>
              <a:off x="7715220" y="3137457"/>
              <a:ext cx="153143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펄스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2,700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58" name="Text 15">
              <a:extLst>
                <a:ext uri="{FF2B5EF4-FFF2-40B4-BE49-F238E27FC236}">
                  <a16:creationId xmlns:a16="http://schemas.microsoft.com/office/drawing/2014/main" id="{73630F27-E2BD-8DFD-C0C9-ACE453AB800B}"/>
                </a:ext>
              </a:extLst>
            </p:cNvPr>
            <p:cNvSpPr/>
            <p:nvPr/>
          </p:nvSpPr>
          <p:spPr>
            <a:xfrm>
              <a:off x="6110693" y="3137457"/>
              <a:ext cx="144430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펄스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1,90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9" name="Text 15">
              <a:extLst>
                <a:ext uri="{FF2B5EF4-FFF2-40B4-BE49-F238E27FC236}">
                  <a16:creationId xmlns:a16="http://schemas.microsoft.com/office/drawing/2014/main" id="{3D61D61B-03BF-968A-C93D-FA9DA0B54934}"/>
                </a:ext>
              </a:extLst>
            </p:cNvPr>
            <p:cNvSpPr/>
            <p:nvPr/>
          </p:nvSpPr>
          <p:spPr>
            <a:xfrm>
              <a:off x="4546240" y="3137457"/>
              <a:ext cx="1404231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펄스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08" name="그룹 407">
            <a:extLst>
              <a:ext uri="{FF2B5EF4-FFF2-40B4-BE49-F238E27FC236}">
                <a16:creationId xmlns:a16="http://schemas.microsoft.com/office/drawing/2014/main" id="{A467D01C-825D-BAD5-AFAB-97DB09A3968C}"/>
              </a:ext>
            </a:extLst>
          </p:cNvPr>
          <p:cNvGrpSpPr/>
          <p:nvPr/>
        </p:nvGrpSpPr>
        <p:grpSpPr>
          <a:xfrm>
            <a:off x="930580" y="3718426"/>
            <a:ext cx="8316077" cy="1119552"/>
            <a:chOff x="930580" y="3713153"/>
            <a:chExt cx="8316077" cy="1119552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24350834-563E-C035-AAEF-20E033954618}"/>
                </a:ext>
              </a:extLst>
            </p:cNvPr>
            <p:cNvSpPr txBox="1"/>
            <p:nvPr/>
          </p:nvSpPr>
          <p:spPr>
            <a:xfrm>
              <a:off x="930580" y="3713153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울쎄라피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프라임</a:t>
              </a:r>
            </a:p>
          </p:txBody>
        </p: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6AE10D28-24E2-FDB8-3D7A-4114A8F0213C}"/>
                </a:ext>
              </a:extLst>
            </p:cNvPr>
            <p:cNvGrpSpPr/>
            <p:nvPr/>
          </p:nvGrpSpPr>
          <p:grpSpPr>
            <a:xfrm>
              <a:off x="1041515" y="4044493"/>
              <a:ext cx="8205142" cy="788212"/>
              <a:chOff x="1041515" y="4036831"/>
              <a:chExt cx="8205142" cy="788212"/>
            </a:xfrm>
          </p:grpSpPr>
          <p:sp>
            <p:nvSpPr>
              <p:cNvPr id="265" name="Shape 7">
                <a:extLst>
                  <a:ext uri="{FF2B5EF4-FFF2-40B4-BE49-F238E27FC236}">
                    <a16:creationId xmlns:a16="http://schemas.microsoft.com/office/drawing/2014/main" id="{8199D808-51C2-4368-42F9-92B59CAE7C74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6" name="Shape 7">
                <a:extLst>
                  <a:ext uri="{FF2B5EF4-FFF2-40B4-BE49-F238E27FC236}">
                    <a16:creationId xmlns:a16="http://schemas.microsoft.com/office/drawing/2014/main" id="{636D7534-B71B-67F9-0C02-FDE67BD40551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7" name="Shape 7">
                <a:extLst>
                  <a:ext uri="{FF2B5EF4-FFF2-40B4-BE49-F238E27FC236}">
                    <a16:creationId xmlns:a16="http://schemas.microsoft.com/office/drawing/2014/main" id="{93F11E70-9E67-DBDF-871B-31CAE9B6B618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8" name="Text 11">
              <a:extLst>
                <a:ext uri="{FF2B5EF4-FFF2-40B4-BE49-F238E27FC236}">
                  <a16:creationId xmlns:a16="http://schemas.microsoft.com/office/drawing/2014/main" id="{22F0A32A-8D4B-AEEB-E454-591DA5121A05}"/>
                </a:ext>
              </a:extLst>
            </p:cNvPr>
            <p:cNvSpPr/>
            <p:nvPr/>
          </p:nvSpPr>
          <p:spPr>
            <a:xfrm>
              <a:off x="1044691" y="405515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울쎄라피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프라임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E1F9666A-A929-08C7-CB00-B24D0A54DD74}"/>
                </a:ext>
              </a:extLst>
            </p:cNvPr>
            <p:cNvSpPr/>
            <p:nvPr/>
          </p:nvSpPr>
          <p:spPr>
            <a:xfrm>
              <a:off x="7853078" y="4135176"/>
              <a:ext cx="139357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900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EAE95153-2FB6-F2B4-1E9B-FD67914E0434}"/>
                </a:ext>
              </a:extLst>
            </p:cNvPr>
            <p:cNvSpPr/>
            <p:nvPr/>
          </p:nvSpPr>
          <p:spPr>
            <a:xfrm>
              <a:off x="6190041" y="4135176"/>
              <a:ext cx="1309653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0B13E2C-F7E4-1F5E-ABEA-CA09A6826889}"/>
                </a:ext>
              </a:extLst>
            </p:cNvPr>
            <p:cNvSpPr/>
            <p:nvPr/>
          </p:nvSpPr>
          <p:spPr>
            <a:xfrm>
              <a:off x="4546240" y="4135176"/>
              <a:ext cx="129041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2" name="Text 11">
              <a:extLst>
                <a:ext uri="{FF2B5EF4-FFF2-40B4-BE49-F238E27FC236}">
                  <a16:creationId xmlns:a16="http://schemas.microsoft.com/office/drawing/2014/main" id="{987F0E45-8658-49AA-7DB5-FA67CE0B83E6}"/>
                </a:ext>
              </a:extLst>
            </p:cNvPr>
            <p:cNvSpPr/>
            <p:nvPr/>
          </p:nvSpPr>
          <p:spPr>
            <a:xfrm>
              <a:off x="1044691" y="444281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100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샷 추가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단독불가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AD2FD1F0-FC71-2D70-5066-54102EF9BCAD}"/>
                </a:ext>
              </a:extLst>
            </p:cNvPr>
            <p:cNvSpPr/>
            <p:nvPr/>
          </p:nvSpPr>
          <p:spPr>
            <a:xfrm>
              <a:off x="8468632" y="4522828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</a:p>
          </p:txBody>
        </p: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8E9A3294-6ADC-57A2-27C4-E7E8914AE877}"/>
              </a:ext>
            </a:extLst>
          </p:cNvPr>
          <p:cNvGrpSpPr/>
          <p:nvPr/>
        </p:nvGrpSpPr>
        <p:grpSpPr>
          <a:xfrm>
            <a:off x="930580" y="5108262"/>
            <a:ext cx="8316077" cy="1119552"/>
            <a:chOff x="930580" y="5104573"/>
            <a:chExt cx="8316077" cy="1119552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B0FA39E2-A5D7-7FA7-A224-5F19B50018C4}"/>
                </a:ext>
              </a:extLst>
            </p:cNvPr>
            <p:cNvSpPr txBox="1"/>
            <p:nvPr/>
          </p:nvSpPr>
          <p:spPr>
            <a:xfrm>
              <a:off x="930580" y="5104573"/>
              <a:ext cx="139012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써마지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FLX</a:t>
              </a:r>
            </a:p>
          </p:txBody>
        </p:sp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15FB02C6-4F0E-580E-B3AE-D8BBF2590143}"/>
                </a:ext>
              </a:extLst>
            </p:cNvPr>
            <p:cNvGrpSpPr/>
            <p:nvPr/>
          </p:nvGrpSpPr>
          <p:grpSpPr>
            <a:xfrm>
              <a:off x="1041515" y="5435913"/>
              <a:ext cx="8205142" cy="788212"/>
              <a:chOff x="1041515" y="4036831"/>
              <a:chExt cx="8205142" cy="788212"/>
            </a:xfrm>
          </p:grpSpPr>
          <p:sp>
            <p:nvSpPr>
              <p:cNvPr id="281" name="Shape 7">
                <a:extLst>
                  <a:ext uri="{FF2B5EF4-FFF2-40B4-BE49-F238E27FC236}">
                    <a16:creationId xmlns:a16="http://schemas.microsoft.com/office/drawing/2014/main" id="{A538C9DC-57F0-E5CA-6B74-C78D8EEDBFE7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82" name="Shape 7">
                <a:extLst>
                  <a:ext uri="{FF2B5EF4-FFF2-40B4-BE49-F238E27FC236}">
                    <a16:creationId xmlns:a16="http://schemas.microsoft.com/office/drawing/2014/main" id="{E3F6206E-C4B4-433B-8D68-4E1AABEE25A2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83" name="Shape 7">
                <a:extLst>
                  <a:ext uri="{FF2B5EF4-FFF2-40B4-BE49-F238E27FC236}">
                    <a16:creationId xmlns:a16="http://schemas.microsoft.com/office/drawing/2014/main" id="{13CF50CC-2B89-A6F9-9A74-9CD0319881A5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84" name="Text 11">
              <a:extLst>
                <a:ext uri="{FF2B5EF4-FFF2-40B4-BE49-F238E27FC236}">
                  <a16:creationId xmlns:a16="http://schemas.microsoft.com/office/drawing/2014/main" id="{506F17A7-39A0-EC47-8D6E-E6D1B54C6CFD}"/>
                </a:ext>
              </a:extLst>
            </p:cNvPr>
            <p:cNvSpPr/>
            <p:nvPr/>
          </p:nvSpPr>
          <p:spPr>
            <a:xfrm>
              <a:off x="1044691" y="544657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아이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써마지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85" name="Text 15">
              <a:extLst>
                <a:ext uri="{FF2B5EF4-FFF2-40B4-BE49-F238E27FC236}">
                  <a16:creationId xmlns:a16="http://schemas.microsoft.com/office/drawing/2014/main" id="{6102AD7D-B35E-776B-09C5-9EA150FAEA46}"/>
                </a:ext>
              </a:extLst>
            </p:cNvPr>
            <p:cNvSpPr/>
            <p:nvPr/>
          </p:nvSpPr>
          <p:spPr>
            <a:xfrm>
              <a:off x="7859490" y="5526596"/>
              <a:ext cx="138716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450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6" name="Text 15">
              <a:extLst>
                <a:ext uri="{FF2B5EF4-FFF2-40B4-BE49-F238E27FC236}">
                  <a16:creationId xmlns:a16="http://schemas.microsoft.com/office/drawing/2014/main" id="{1549756E-3097-9816-12C2-EFBC3B1F9ECE}"/>
                </a:ext>
              </a:extLst>
            </p:cNvPr>
            <p:cNvSpPr/>
            <p:nvPr/>
          </p:nvSpPr>
          <p:spPr>
            <a:xfrm>
              <a:off x="6198858" y="5526596"/>
              <a:ext cx="1267975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225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8" name="Text 11">
              <a:extLst>
                <a:ext uri="{FF2B5EF4-FFF2-40B4-BE49-F238E27FC236}">
                  <a16:creationId xmlns:a16="http://schemas.microsoft.com/office/drawing/2014/main" id="{B3FD0BF4-E160-2BB4-6843-A04EF4B04B59}"/>
                </a:ext>
              </a:extLst>
            </p:cNvPr>
            <p:cNvSpPr/>
            <p:nvPr/>
          </p:nvSpPr>
          <p:spPr>
            <a:xfrm>
              <a:off x="1044691" y="583423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써마지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FLX</a:t>
              </a:r>
            </a:p>
          </p:txBody>
        </p:sp>
        <p:sp>
          <p:nvSpPr>
            <p:cNvPr id="289" name="Text 15">
              <a:extLst>
                <a:ext uri="{FF2B5EF4-FFF2-40B4-BE49-F238E27FC236}">
                  <a16:creationId xmlns:a16="http://schemas.microsoft.com/office/drawing/2014/main" id="{A0374023-2519-70DE-75BC-CAE3DD21D0F5}"/>
                </a:ext>
              </a:extLst>
            </p:cNvPr>
            <p:cNvSpPr/>
            <p:nvPr/>
          </p:nvSpPr>
          <p:spPr>
            <a:xfrm>
              <a:off x="7851475" y="5914248"/>
              <a:ext cx="139518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900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</a:p>
          </p:txBody>
        </p:sp>
        <p:sp>
          <p:nvSpPr>
            <p:cNvPr id="291" name="Text 15">
              <a:extLst>
                <a:ext uri="{FF2B5EF4-FFF2-40B4-BE49-F238E27FC236}">
                  <a16:creationId xmlns:a16="http://schemas.microsoft.com/office/drawing/2014/main" id="{6428E6C1-54BC-80DF-C60E-110526729531}"/>
                </a:ext>
              </a:extLst>
            </p:cNvPr>
            <p:cNvSpPr/>
            <p:nvPr/>
          </p:nvSpPr>
          <p:spPr>
            <a:xfrm>
              <a:off x="6190041" y="5914248"/>
              <a:ext cx="130805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92" name="Text 15">
              <a:extLst>
                <a:ext uri="{FF2B5EF4-FFF2-40B4-BE49-F238E27FC236}">
                  <a16:creationId xmlns:a16="http://schemas.microsoft.com/office/drawing/2014/main" id="{728EA739-4971-C4B7-3EB6-E61ED4A18C18}"/>
                </a:ext>
              </a:extLst>
            </p:cNvPr>
            <p:cNvSpPr/>
            <p:nvPr/>
          </p:nvSpPr>
          <p:spPr>
            <a:xfrm>
              <a:off x="4546240" y="5914248"/>
              <a:ext cx="129041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E2294037-9E72-9212-D5F6-E3371305EA36}"/>
              </a:ext>
            </a:extLst>
          </p:cNvPr>
          <p:cNvGrpSpPr/>
          <p:nvPr/>
        </p:nvGrpSpPr>
        <p:grpSpPr>
          <a:xfrm>
            <a:off x="930580" y="6498098"/>
            <a:ext cx="8316077" cy="1119552"/>
            <a:chOff x="930580" y="6495674"/>
            <a:chExt cx="8316077" cy="1119552"/>
          </a:xfrm>
        </p:grpSpPr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1AA99A9-A620-BB28-8A2B-A4F03F4FECFE}"/>
                </a:ext>
              </a:extLst>
            </p:cNvPr>
            <p:cNvSpPr txBox="1"/>
            <p:nvPr/>
          </p:nvSpPr>
          <p:spPr>
            <a:xfrm>
              <a:off x="930580" y="6495674"/>
              <a:ext cx="87716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티타늄</a:t>
              </a:r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99042B02-6DA4-17EC-E699-10F7C3B46936}"/>
                </a:ext>
              </a:extLst>
            </p:cNvPr>
            <p:cNvGrpSpPr/>
            <p:nvPr/>
          </p:nvGrpSpPr>
          <p:grpSpPr>
            <a:xfrm>
              <a:off x="1041515" y="6827014"/>
              <a:ext cx="8205142" cy="788212"/>
              <a:chOff x="1041515" y="4036831"/>
              <a:chExt cx="8205142" cy="788212"/>
            </a:xfrm>
          </p:grpSpPr>
          <p:sp>
            <p:nvSpPr>
              <p:cNvPr id="296" name="Shape 7">
                <a:extLst>
                  <a:ext uri="{FF2B5EF4-FFF2-40B4-BE49-F238E27FC236}">
                    <a16:creationId xmlns:a16="http://schemas.microsoft.com/office/drawing/2014/main" id="{2758B90A-45AB-6EF8-1F59-F1AA7B28656F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97" name="Shape 7">
                <a:extLst>
                  <a:ext uri="{FF2B5EF4-FFF2-40B4-BE49-F238E27FC236}">
                    <a16:creationId xmlns:a16="http://schemas.microsoft.com/office/drawing/2014/main" id="{A1750EB6-A679-8FB3-9059-8CEEDBE8F48C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98" name="Shape 7">
                <a:extLst>
                  <a:ext uri="{FF2B5EF4-FFF2-40B4-BE49-F238E27FC236}">
                    <a16:creationId xmlns:a16="http://schemas.microsoft.com/office/drawing/2014/main" id="{1F992ED4-B7E3-50F8-3731-EBBD9AD57FC3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99" name="Text 11">
              <a:extLst>
                <a:ext uri="{FF2B5EF4-FFF2-40B4-BE49-F238E27FC236}">
                  <a16:creationId xmlns:a16="http://schemas.microsoft.com/office/drawing/2014/main" id="{945F4294-0BA8-67E1-763E-D2DC57DA56F1}"/>
                </a:ext>
              </a:extLst>
            </p:cNvPr>
            <p:cNvSpPr/>
            <p:nvPr/>
          </p:nvSpPr>
          <p:spPr>
            <a:xfrm>
              <a:off x="1044691" y="683767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티타늄</a:t>
              </a:r>
            </a:p>
          </p:txBody>
        </p:sp>
        <p:sp>
          <p:nvSpPr>
            <p:cNvPr id="300" name="Text 15">
              <a:extLst>
                <a:ext uri="{FF2B5EF4-FFF2-40B4-BE49-F238E27FC236}">
                  <a16:creationId xmlns:a16="http://schemas.microsoft.com/office/drawing/2014/main" id="{43C46973-9356-626A-924C-1AEF8EBE5042}"/>
                </a:ext>
              </a:extLst>
            </p:cNvPr>
            <p:cNvSpPr/>
            <p:nvPr/>
          </p:nvSpPr>
          <p:spPr>
            <a:xfrm>
              <a:off x="7902771" y="6917697"/>
              <a:ext cx="134388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1" name="Text 15">
              <a:extLst>
                <a:ext uri="{FF2B5EF4-FFF2-40B4-BE49-F238E27FC236}">
                  <a16:creationId xmlns:a16="http://schemas.microsoft.com/office/drawing/2014/main" id="{C7DF73BB-CB5B-3FFA-D037-8F53271A5460}"/>
                </a:ext>
              </a:extLst>
            </p:cNvPr>
            <p:cNvSpPr/>
            <p:nvPr/>
          </p:nvSpPr>
          <p:spPr>
            <a:xfrm>
              <a:off x="6223704" y="6917697"/>
              <a:ext cx="106760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2" name="Text 11">
              <a:extLst>
                <a:ext uri="{FF2B5EF4-FFF2-40B4-BE49-F238E27FC236}">
                  <a16:creationId xmlns:a16="http://schemas.microsoft.com/office/drawing/2014/main" id="{27CDD484-7781-65BB-B590-E42DE45205D4}"/>
                </a:ext>
              </a:extLst>
            </p:cNvPr>
            <p:cNvSpPr/>
            <p:nvPr/>
          </p:nvSpPr>
          <p:spPr>
            <a:xfrm>
              <a:off x="1044691" y="722533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10KJ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추가  </a:t>
              </a:r>
              <a:r>
                <a:rPr lang="en-US" altLang="ko-KR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단독불가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03" name="Text 15">
              <a:extLst>
                <a:ext uri="{FF2B5EF4-FFF2-40B4-BE49-F238E27FC236}">
                  <a16:creationId xmlns:a16="http://schemas.microsoft.com/office/drawing/2014/main" id="{A4A29E3D-7E1F-50D5-E6D1-53107D2108CC}"/>
                </a:ext>
              </a:extLst>
            </p:cNvPr>
            <p:cNvSpPr/>
            <p:nvPr/>
          </p:nvSpPr>
          <p:spPr>
            <a:xfrm>
              <a:off x="8468632" y="7305349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307" name="Text 15">
              <a:extLst>
                <a:ext uri="{FF2B5EF4-FFF2-40B4-BE49-F238E27FC236}">
                  <a16:creationId xmlns:a16="http://schemas.microsoft.com/office/drawing/2014/main" id="{055F6127-C3CC-645E-CB66-6C0D66E25FD6}"/>
                </a:ext>
              </a:extLst>
            </p:cNvPr>
            <p:cNvSpPr/>
            <p:nvPr/>
          </p:nvSpPr>
          <p:spPr>
            <a:xfrm>
              <a:off x="4546240" y="6917697"/>
              <a:ext cx="106599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1" name="그룹 410">
            <a:extLst>
              <a:ext uri="{FF2B5EF4-FFF2-40B4-BE49-F238E27FC236}">
                <a16:creationId xmlns:a16="http://schemas.microsoft.com/office/drawing/2014/main" id="{DA8911E5-5552-5EA1-92A6-3E367443352A}"/>
              </a:ext>
            </a:extLst>
          </p:cNvPr>
          <p:cNvGrpSpPr/>
          <p:nvPr/>
        </p:nvGrpSpPr>
        <p:grpSpPr>
          <a:xfrm>
            <a:off x="930580" y="7887934"/>
            <a:ext cx="8316077" cy="1988959"/>
            <a:chOff x="930580" y="7888167"/>
            <a:chExt cx="8316077" cy="1988959"/>
          </a:xfrm>
        </p:grpSpPr>
        <p:sp>
          <p:nvSpPr>
            <p:cNvPr id="357" name="Shape 7">
              <a:extLst>
                <a:ext uri="{FF2B5EF4-FFF2-40B4-BE49-F238E27FC236}">
                  <a16:creationId xmlns:a16="http://schemas.microsoft.com/office/drawing/2014/main" id="{E607798E-B0E9-8267-6480-2620851711F5}"/>
                </a:ext>
              </a:extLst>
            </p:cNvPr>
            <p:cNvSpPr/>
            <p:nvPr/>
          </p:nvSpPr>
          <p:spPr>
            <a:xfrm>
              <a:off x="1041515" y="821574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8" name="Shape 7">
              <a:extLst>
                <a:ext uri="{FF2B5EF4-FFF2-40B4-BE49-F238E27FC236}">
                  <a16:creationId xmlns:a16="http://schemas.microsoft.com/office/drawing/2014/main" id="{8E939770-BA6D-024F-CE6A-038DDD4D8C10}"/>
                </a:ext>
              </a:extLst>
            </p:cNvPr>
            <p:cNvSpPr/>
            <p:nvPr/>
          </p:nvSpPr>
          <p:spPr>
            <a:xfrm>
              <a:off x="1041515" y="884618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9" name="Text 11">
              <a:extLst>
                <a:ext uri="{FF2B5EF4-FFF2-40B4-BE49-F238E27FC236}">
                  <a16:creationId xmlns:a16="http://schemas.microsoft.com/office/drawing/2014/main" id="{09F0A2BC-67C2-41E8-F3B1-5C29C2C1C454}"/>
                </a:ext>
              </a:extLst>
            </p:cNvPr>
            <p:cNvSpPr/>
            <p:nvPr/>
          </p:nvSpPr>
          <p:spPr>
            <a:xfrm>
              <a:off x="1044692" y="8226034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온다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FACE</a:t>
              </a:r>
            </a:p>
          </p:txBody>
        </p:sp>
        <p:sp>
          <p:nvSpPr>
            <p:cNvPr id="361" name="Text 15">
              <a:extLst>
                <a:ext uri="{FF2B5EF4-FFF2-40B4-BE49-F238E27FC236}">
                  <a16:creationId xmlns:a16="http://schemas.microsoft.com/office/drawing/2014/main" id="{16297137-69C1-8D96-3646-A624F5B89804}"/>
                </a:ext>
              </a:extLst>
            </p:cNvPr>
            <p:cNvSpPr/>
            <p:nvPr/>
          </p:nvSpPr>
          <p:spPr>
            <a:xfrm>
              <a:off x="7046200" y="8320666"/>
              <a:ext cx="2200456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8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만줄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이중턱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+ 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하관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만줄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얼굴 전체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62" name="Text 15">
              <a:extLst>
                <a:ext uri="{FF2B5EF4-FFF2-40B4-BE49-F238E27FC236}">
                  <a16:creationId xmlns:a16="http://schemas.microsoft.com/office/drawing/2014/main" id="{67D9AF22-C1BD-A055-F45B-2E79AB7CEBB4}"/>
                </a:ext>
              </a:extLst>
            </p:cNvPr>
            <p:cNvSpPr/>
            <p:nvPr/>
          </p:nvSpPr>
          <p:spPr>
            <a:xfrm>
              <a:off x="4546240" y="8428387"/>
              <a:ext cx="163826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만줄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이중턱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CC1D7ABF-4E5F-FDAA-4C9D-6E39E29DE00F}"/>
                </a:ext>
              </a:extLst>
            </p:cNvPr>
            <p:cNvSpPr txBox="1"/>
            <p:nvPr/>
          </p:nvSpPr>
          <p:spPr>
            <a:xfrm>
              <a:off x="930580" y="7888167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온다</a:t>
              </a:r>
            </a:p>
          </p:txBody>
        </p:sp>
        <p:sp>
          <p:nvSpPr>
            <p:cNvPr id="313" name="Shape 7">
              <a:extLst>
                <a:ext uri="{FF2B5EF4-FFF2-40B4-BE49-F238E27FC236}">
                  <a16:creationId xmlns:a16="http://schemas.microsoft.com/office/drawing/2014/main" id="{BA4C4492-A536-70F5-CA03-C0EDBCDDBE45}"/>
                </a:ext>
              </a:extLst>
            </p:cNvPr>
            <p:cNvSpPr/>
            <p:nvPr/>
          </p:nvSpPr>
          <p:spPr>
            <a:xfrm>
              <a:off x="1041515" y="8214922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317" name="Text 11">
              <a:extLst>
                <a:ext uri="{FF2B5EF4-FFF2-40B4-BE49-F238E27FC236}">
                  <a16:creationId xmlns:a16="http://schemas.microsoft.com/office/drawing/2014/main" id="{ED501A07-CBFF-3612-559B-BB987ADFEA7D}"/>
                </a:ext>
              </a:extLst>
            </p:cNvPr>
            <p:cNvSpPr/>
            <p:nvPr/>
          </p:nvSpPr>
          <p:spPr>
            <a:xfrm>
              <a:off x="1044691" y="8854658"/>
              <a:ext cx="2877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온다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FACE 1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만줄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추가  </a:t>
              </a:r>
              <a:r>
                <a:rPr lang="en-US" altLang="ko-KR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단독불가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1" name="Text 15">
              <a:extLst>
                <a:ext uri="{FF2B5EF4-FFF2-40B4-BE49-F238E27FC236}">
                  <a16:creationId xmlns:a16="http://schemas.microsoft.com/office/drawing/2014/main" id="{64F32DE2-E293-5533-860B-832219910D95}"/>
                </a:ext>
              </a:extLst>
            </p:cNvPr>
            <p:cNvSpPr/>
            <p:nvPr/>
          </p:nvSpPr>
          <p:spPr>
            <a:xfrm>
              <a:off x="8304506" y="8934676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314" name="Shape 7">
              <a:extLst>
                <a:ext uri="{FF2B5EF4-FFF2-40B4-BE49-F238E27FC236}">
                  <a16:creationId xmlns:a16="http://schemas.microsoft.com/office/drawing/2014/main" id="{28E8B48E-0F4C-E20A-7E9A-1145292DC5E0}"/>
                </a:ext>
              </a:extLst>
            </p:cNvPr>
            <p:cNvSpPr/>
            <p:nvPr/>
          </p:nvSpPr>
          <p:spPr>
            <a:xfrm>
              <a:off x="1041515" y="923308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3" name="Shape 7">
              <a:extLst>
                <a:ext uri="{FF2B5EF4-FFF2-40B4-BE49-F238E27FC236}">
                  <a16:creationId xmlns:a16="http://schemas.microsoft.com/office/drawing/2014/main" id="{6B3829C8-8FF7-CD37-96C8-2A7650762AAC}"/>
                </a:ext>
              </a:extLst>
            </p:cNvPr>
            <p:cNvSpPr/>
            <p:nvPr/>
          </p:nvSpPr>
          <p:spPr>
            <a:xfrm>
              <a:off x="1041515" y="986351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48" name="Text 11">
              <a:extLst>
                <a:ext uri="{FF2B5EF4-FFF2-40B4-BE49-F238E27FC236}">
                  <a16:creationId xmlns:a16="http://schemas.microsoft.com/office/drawing/2014/main" id="{5345A837-E11D-B09C-06EC-DA62CF556951}"/>
                </a:ext>
              </a:extLst>
            </p:cNvPr>
            <p:cNvSpPr/>
            <p:nvPr/>
          </p:nvSpPr>
          <p:spPr>
            <a:xfrm>
              <a:off x="1044692" y="9243367"/>
              <a:ext cx="341300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온다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BODY</a:t>
              </a:r>
            </a:p>
          </p:txBody>
        </p:sp>
        <p:sp>
          <p:nvSpPr>
            <p:cNvPr id="350" name="Text 15">
              <a:extLst>
                <a:ext uri="{FF2B5EF4-FFF2-40B4-BE49-F238E27FC236}">
                  <a16:creationId xmlns:a16="http://schemas.microsoft.com/office/drawing/2014/main" id="{42EAB791-C49E-183A-5997-17FD7FF60BCC}"/>
                </a:ext>
              </a:extLst>
            </p:cNvPr>
            <p:cNvSpPr/>
            <p:nvPr/>
          </p:nvSpPr>
          <p:spPr>
            <a:xfrm>
              <a:off x="7784149" y="9337999"/>
              <a:ext cx="1462507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만줄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만줄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51" name="Text 15">
              <a:extLst>
                <a:ext uri="{FF2B5EF4-FFF2-40B4-BE49-F238E27FC236}">
                  <a16:creationId xmlns:a16="http://schemas.microsoft.com/office/drawing/2014/main" id="{5835B752-ED29-607C-A954-0339FF3E3952}"/>
                </a:ext>
              </a:extLst>
            </p:cNvPr>
            <p:cNvSpPr/>
            <p:nvPr/>
          </p:nvSpPr>
          <p:spPr>
            <a:xfrm>
              <a:off x="4546240" y="9337999"/>
              <a:ext cx="1352934" cy="430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만줄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900,000</a:t>
              </a:r>
            </a:p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20</a:t>
              </a:r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만줄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8348CF45-8DEC-984C-8DF9-ACCAB7A2BBFA}"/>
              </a:ext>
            </a:extLst>
          </p:cNvPr>
          <p:cNvGrpSpPr/>
          <p:nvPr/>
        </p:nvGrpSpPr>
        <p:grpSpPr>
          <a:xfrm>
            <a:off x="930580" y="10147177"/>
            <a:ext cx="8316077" cy="1496252"/>
            <a:chOff x="930580" y="10148941"/>
            <a:chExt cx="8316077" cy="1496252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1043C129-D908-BF2D-37A2-A9E958BB3D0B}"/>
                </a:ext>
              </a:extLst>
            </p:cNvPr>
            <p:cNvSpPr txBox="1"/>
            <p:nvPr/>
          </p:nvSpPr>
          <p:spPr>
            <a:xfrm>
              <a:off x="930580" y="10148941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슈링크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유니버스</a:t>
              </a:r>
            </a:p>
          </p:txBody>
        </p:sp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E893E0F1-61F4-0556-7EBD-D9CA138B3F2F}"/>
                </a:ext>
              </a:extLst>
            </p:cNvPr>
            <p:cNvGrpSpPr/>
            <p:nvPr/>
          </p:nvGrpSpPr>
          <p:grpSpPr>
            <a:xfrm>
              <a:off x="1041515" y="10475696"/>
              <a:ext cx="8205142" cy="1169497"/>
              <a:chOff x="1041515" y="5446644"/>
              <a:chExt cx="8205142" cy="1169497"/>
            </a:xfrm>
          </p:grpSpPr>
          <p:sp>
            <p:nvSpPr>
              <p:cNvPr id="365" name="Shape 7">
                <a:extLst>
                  <a:ext uri="{FF2B5EF4-FFF2-40B4-BE49-F238E27FC236}">
                    <a16:creationId xmlns:a16="http://schemas.microsoft.com/office/drawing/2014/main" id="{C60E4055-7ABC-D722-6498-F2E0CE4E7FD3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6" name="Shape 7">
                <a:extLst>
                  <a:ext uri="{FF2B5EF4-FFF2-40B4-BE49-F238E27FC236}">
                    <a16:creationId xmlns:a16="http://schemas.microsoft.com/office/drawing/2014/main" id="{3E795A9A-0C98-7946-B6FC-BD0FAEA59873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67" name="Shape 7">
                <a:extLst>
                  <a:ext uri="{FF2B5EF4-FFF2-40B4-BE49-F238E27FC236}">
                    <a16:creationId xmlns:a16="http://schemas.microsoft.com/office/drawing/2014/main" id="{B7BBBD70-C804-EF43-CB75-A1353799D8E7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8" name="Shape 7">
                <a:extLst>
                  <a:ext uri="{FF2B5EF4-FFF2-40B4-BE49-F238E27FC236}">
                    <a16:creationId xmlns:a16="http://schemas.microsoft.com/office/drawing/2014/main" id="{9C63C51D-7F39-17B3-E8EC-277D0151B0AA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69" name="Text 11">
              <a:extLst>
                <a:ext uri="{FF2B5EF4-FFF2-40B4-BE49-F238E27FC236}">
                  <a16:creationId xmlns:a16="http://schemas.microsoft.com/office/drawing/2014/main" id="{79CA8AE1-D78E-D17F-2DC5-3B58D1715766}"/>
                </a:ext>
              </a:extLst>
            </p:cNvPr>
            <p:cNvSpPr/>
            <p:nvPr/>
          </p:nvSpPr>
          <p:spPr>
            <a:xfrm>
              <a:off x="1044691" y="1047757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아이슈링크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유니버스</a:t>
              </a:r>
            </a:p>
          </p:txBody>
        </p:sp>
        <p:sp>
          <p:nvSpPr>
            <p:cNvPr id="370" name="Text 11">
              <a:extLst>
                <a:ext uri="{FF2B5EF4-FFF2-40B4-BE49-F238E27FC236}">
                  <a16:creationId xmlns:a16="http://schemas.microsoft.com/office/drawing/2014/main" id="{71F1F69F-8715-6099-7443-ECEE5AFD17BF}"/>
                </a:ext>
              </a:extLst>
            </p:cNvPr>
            <p:cNvSpPr/>
            <p:nvPr/>
          </p:nvSpPr>
          <p:spPr>
            <a:xfrm>
              <a:off x="1044691" y="1087093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더마슈링크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유니버스</a:t>
              </a:r>
            </a:p>
          </p:txBody>
        </p:sp>
        <p:sp>
          <p:nvSpPr>
            <p:cNvPr id="371" name="Text 11">
              <a:extLst>
                <a:ext uri="{FF2B5EF4-FFF2-40B4-BE49-F238E27FC236}">
                  <a16:creationId xmlns:a16="http://schemas.microsoft.com/office/drawing/2014/main" id="{ED4DC2E3-9198-8441-3BAF-E0EF9C1595C0}"/>
                </a:ext>
              </a:extLst>
            </p:cNvPr>
            <p:cNvSpPr/>
            <p:nvPr/>
          </p:nvSpPr>
          <p:spPr>
            <a:xfrm>
              <a:off x="1044691" y="1125301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슈링크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유니버스</a:t>
              </a:r>
            </a:p>
          </p:txBody>
        </p:sp>
        <p:sp>
          <p:nvSpPr>
            <p:cNvPr id="372" name="Text 15">
              <a:extLst>
                <a:ext uri="{FF2B5EF4-FFF2-40B4-BE49-F238E27FC236}">
                  <a16:creationId xmlns:a16="http://schemas.microsoft.com/office/drawing/2014/main" id="{A67BE19D-D2C0-AF86-ABC6-26549C89A644}"/>
                </a:ext>
              </a:extLst>
            </p:cNvPr>
            <p:cNvSpPr/>
            <p:nvPr/>
          </p:nvSpPr>
          <p:spPr>
            <a:xfrm>
              <a:off x="8047041" y="10557588"/>
              <a:ext cx="119961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75" name="Text 15">
              <a:extLst>
                <a:ext uri="{FF2B5EF4-FFF2-40B4-BE49-F238E27FC236}">
                  <a16:creationId xmlns:a16="http://schemas.microsoft.com/office/drawing/2014/main" id="{A60DEC72-B2A1-483C-5312-67C7015EA40D}"/>
                </a:ext>
              </a:extLst>
            </p:cNvPr>
            <p:cNvSpPr/>
            <p:nvPr/>
          </p:nvSpPr>
          <p:spPr>
            <a:xfrm>
              <a:off x="8018187" y="10950953"/>
              <a:ext cx="1228469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3" name="Text 15">
              <a:extLst>
                <a:ext uri="{FF2B5EF4-FFF2-40B4-BE49-F238E27FC236}">
                  <a16:creationId xmlns:a16="http://schemas.microsoft.com/office/drawing/2014/main" id="{F39FB48C-783C-CA52-6269-8AB45AEBA4D5}"/>
                </a:ext>
              </a:extLst>
            </p:cNvPr>
            <p:cNvSpPr/>
            <p:nvPr/>
          </p:nvSpPr>
          <p:spPr>
            <a:xfrm>
              <a:off x="7910786" y="11333029"/>
              <a:ext cx="13358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1,000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E36E31C5-D939-2FAE-3D44-5093E930C586}"/>
                </a:ext>
              </a:extLst>
            </p:cNvPr>
            <p:cNvSpPr/>
            <p:nvPr/>
          </p:nvSpPr>
          <p:spPr>
            <a:xfrm>
              <a:off x="6232520" y="11333029"/>
              <a:ext cx="114614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DDD4180B-7B18-16C1-BF83-4E7D3EDEF6BB}"/>
                </a:ext>
              </a:extLst>
            </p:cNvPr>
            <p:cNvSpPr/>
            <p:nvPr/>
          </p:nvSpPr>
          <p:spPr>
            <a:xfrm>
              <a:off x="4546240" y="11333029"/>
              <a:ext cx="115416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3" name="그룹 412">
            <a:extLst>
              <a:ext uri="{FF2B5EF4-FFF2-40B4-BE49-F238E27FC236}">
                <a16:creationId xmlns:a16="http://schemas.microsoft.com/office/drawing/2014/main" id="{C78D49EA-9A80-6727-AE1B-F8D0D3A23047}"/>
              </a:ext>
            </a:extLst>
          </p:cNvPr>
          <p:cNvGrpSpPr/>
          <p:nvPr/>
        </p:nvGrpSpPr>
        <p:grpSpPr>
          <a:xfrm>
            <a:off x="930580" y="11913715"/>
            <a:ext cx="8316077" cy="972827"/>
            <a:chOff x="930580" y="11913715"/>
            <a:chExt cx="8316077" cy="972827"/>
          </a:xfrm>
        </p:grpSpPr>
        <p:sp>
          <p:nvSpPr>
            <p:cNvPr id="395" name="Shape 7">
              <a:extLst>
                <a:ext uri="{FF2B5EF4-FFF2-40B4-BE49-F238E27FC236}">
                  <a16:creationId xmlns:a16="http://schemas.microsoft.com/office/drawing/2014/main" id="{D19738FC-4470-3197-B634-5342ED715F6F}"/>
                </a:ext>
              </a:extLst>
            </p:cNvPr>
            <p:cNvSpPr/>
            <p:nvPr/>
          </p:nvSpPr>
          <p:spPr>
            <a:xfrm>
              <a:off x="1041515" y="122412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6" name="Shape 7">
              <a:extLst>
                <a:ext uri="{FF2B5EF4-FFF2-40B4-BE49-F238E27FC236}">
                  <a16:creationId xmlns:a16="http://schemas.microsoft.com/office/drawing/2014/main" id="{8720DE8C-EB3C-C8D4-C4B0-853A5D65E0B6}"/>
                </a:ext>
              </a:extLst>
            </p:cNvPr>
            <p:cNvSpPr/>
            <p:nvPr/>
          </p:nvSpPr>
          <p:spPr>
            <a:xfrm>
              <a:off x="1041515" y="1287173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7" name="Text 11">
              <a:extLst>
                <a:ext uri="{FF2B5EF4-FFF2-40B4-BE49-F238E27FC236}">
                  <a16:creationId xmlns:a16="http://schemas.microsoft.com/office/drawing/2014/main" id="{A13553AA-FAC2-CC50-099A-492A33329C59}"/>
                </a:ext>
              </a:extLst>
            </p:cNvPr>
            <p:cNvSpPr/>
            <p:nvPr/>
          </p:nvSpPr>
          <p:spPr>
            <a:xfrm>
              <a:off x="1044692" y="12251582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볼뉴머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98" name="Text 15">
              <a:extLst>
                <a:ext uri="{FF2B5EF4-FFF2-40B4-BE49-F238E27FC236}">
                  <a16:creationId xmlns:a16="http://schemas.microsoft.com/office/drawing/2014/main" id="{A2B5BB9B-FEB1-C673-0F36-8F0831388886}"/>
                </a:ext>
              </a:extLst>
            </p:cNvPr>
            <p:cNvSpPr/>
            <p:nvPr/>
          </p:nvSpPr>
          <p:spPr>
            <a:xfrm>
              <a:off x="7360957" y="12346214"/>
              <a:ext cx="1885699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턱선처짐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풀페이스 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99" name="Text 15">
              <a:extLst>
                <a:ext uri="{FF2B5EF4-FFF2-40B4-BE49-F238E27FC236}">
                  <a16:creationId xmlns:a16="http://schemas.microsoft.com/office/drawing/2014/main" id="{1474FF96-AEC3-C25F-24E4-B5CD69C3D198}"/>
                </a:ext>
              </a:extLst>
            </p:cNvPr>
            <p:cNvSpPr/>
            <p:nvPr/>
          </p:nvSpPr>
          <p:spPr>
            <a:xfrm>
              <a:off x="4546240" y="12453935"/>
              <a:ext cx="1500411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눈가 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200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샷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380,000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3DDF4493-0426-5D56-DC9C-A3E1AD3767DD}"/>
                </a:ext>
              </a:extLst>
            </p:cNvPr>
            <p:cNvSpPr txBox="1"/>
            <p:nvPr/>
          </p:nvSpPr>
          <p:spPr>
            <a:xfrm>
              <a:off x="930580" y="11913715"/>
              <a:ext cx="87716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볼뉴머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401" name="Shape 7">
              <a:extLst>
                <a:ext uri="{FF2B5EF4-FFF2-40B4-BE49-F238E27FC236}">
                  <a16:creationId xmlns:a16="http://schemas.microsoft.com/office/drawing/2014/main" id="{7F7101F6-7E2B-5441-84AE-B7B824B9390B}"/>
                </a:ext>
              </a:extLst>
            </p:cNvPr>
            <p:cNvSpPr/>
            <p:nvPr/>
          </p:nvSpPr>
          <p:spPr>
            <a:xfrm>
              <a:off x="1041515" y="1287293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402" name="Shape 7">
              <a:extLst>
                <a:ext uri="{FF2B5EF4-FFF2-40B4-BE49-F238E27FC236}">
                  <a16:creationId xmlns:a16="http://schemas.microsoft.com/office/drawing/2014/main" id="{49AF1EA1-F5BB-BB2E-7638-76D3E75E9CD8}"/>
                </a:ext>
              </a:extLst>
            </p:cNvPr>
            <p:cNvSpPr/>
            <p:nvPr/>
          </p:nvSpPr>
          <p:spPr>
            <a:xfrm>
              <a:off x="1041515" y="12240470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</p:grpSp>
      <p:sp>
        <p:nvSpPr>
          <p:cNvPr id="406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163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5500000"/>
            <a:ext cx="2350000" cy="2350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52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96259" y="31214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3687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 err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피코라이트</a:t>
            </a:r>
            <a:r>
              <a:rPr lang="en-US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2116" b="1" dirty="0" err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블랙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757208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1조분의 1초 단위의 초단시간 순간 에너지를 조사하는 피코 레이저. </a:t>
            </a:r>
          </a:p>
          <a:p>
            <a:pPr>
              <a:lnSpc>
                <a:spcPct val="149333"/>
              </a:lnSpc>
            </a:pPr>
            <a:r>
              <a:rPr lang="en-US" sz="1245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기존</a:t>
            </a:r>
            <a:r>
              <a:rPr 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나노 레이저보다 적은 자극으로 색소 질환 · 모공 · 흉터 · </a:t>
            </a:r>
            <a:r>
              <a:rPr lang="en-US" sz="1245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피부톤까지</a:t>
            </a:r>
            <a:r>
              <a:rPr 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</a:p>
          <a:p>
            <a:pPr>
              <a:lnSpc>
                <a:spcPct val="149333"/>
              </a:lnSpc>
            </a:pPr>
            <a:r>
              <a:rPr lang="en-US" sz="1245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정밀하고</a:t>
            </a:r>
            <a:r>
              <a:rPr 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안전하게 개선합니다.</a:t>
            </a:r>
            <a:endParaRPr lang="en-US" sz="124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9" y="4694741"/>
            <a:ext cx="77009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8381" y="4739911"/>
            <a:ext cx="569086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피코토닝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45399" y="4694741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77520" y="4739911"/>
            <a:ext cx="675835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기미 · 잡티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501286" y="4694741"/>
            <a:ext cx="116391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33408" y="4739911"/>
            <a:ext cx="96291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점 · 검버섯 제거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80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696259" y="56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9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Co2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63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병변 조직을 정교하게 기화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·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절삭하는 레이저입니다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. 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점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, </a:t>
            </a:r>
            <a:r>
              <a:rPr lang="ko-KR" altLang="en-US" sz="12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비립종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, 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검버섯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, </a:t>
            </a:r>
            <a:r>
              <a:rPr lang="ko-KR" altLang="en-US" sz="12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편평사마귀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등 다양한 표재성 피부 병변의 제거와 피부 표면 재생 시술에 활용됩니다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7330836"/>
            <a:ext cx="92104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45523" y="7354606"/>
            <a:ext cx="836832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점</a:t>
            </a:r>
            <a:r>
              <a:rPr lang="en-US" altLang="ko-KR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·</a:t>
            </a:r>
            <a:r>
              <a:rPr lang="ko-KR" altLang="en-US" sz="900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비립종</a:t>
            </a:r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02079" y="7330836"/>
            <a:ext cx="120096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04216" y="7354606"/>
            <a:ext cx="1596694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검버섯</a:t>
            </a:r>
            <a:r>
              <a:rPr lang="en-US" altLang="ko-KR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·</a:t>
            </a:r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사마귀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980664" y="7330836"/>
            <a:ext cx="114620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993" y="7354606"/>
            <a:ext cx="853543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피부 병변 제거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8573236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8820523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포텐자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9208967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ko-KR" altLang="en-US" sz="12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마이크로니들이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피부에 침투해 목표 깊이에 고주파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(RF) 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에너지를 </a:t>
            </a:r>
            <a:endParaRPr lang="en-US" altLang="ko-KR" sz="1200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9333"/>
              </a:lnSpc>
            </a:pP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전달하는 장비입니다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. 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다양한 팁과 모드를 활용해 모공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·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흉터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·</a:t>
            </a:r>
            <a:r>
              <a:rPr lang="ko-KR" altLang="en-US" sz="12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피부결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·</a:t>
            </a:r>
          </a:p>
          <a:p>
            <a:pPr>
              <a:lnSpc>
                <a:spcPct val="149333"/>
              </a:lnSpc>
            </a:pP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탄력 개선에 도움을 주며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, </a:t>
            </a:r>
            <a:r>
              <a:rPr lang="ko-KR" altLang="en-US" sz="12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스킨부스터</a:t>
            </a: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시술과 병행할 수 있습니다</a:t>
            </a:r>
            <a:r>
              <a:rPr lang="en-US" altLang="ko-KR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10262357"/>
            <a:ext cx="80795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58225" y="10307527"/>
            <a:ext cx="675835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pPr algn="ctr"/>
            <a:r>
              <a:rPr lang="en-US" sz="996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모공·흉터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99114" y="10262357"/>
            <a:ext cx="94007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31825" y="10288534"/>
            <a:ext cx="876841" cy="21229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 algn="ctr"/>
            <a:r>
              <a:rPr lang="ko-KR" altLang="en-US" sz="900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피부결</a:t>
            </a:r>
            <a:r>
              <a:rPr lang="en-US" altLang="ko-KR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·</a:t>
            </a:r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탄력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633867" y="10262357"/>
            <a:ext cx="113993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83132" y="10288534"/>
            <a:ext cx="100781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ko-KR" altLang="en-US" sz="900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스킨부스터</a:t>
            </a:r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sz="900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주입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레이저</a:t>
            </a: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ko-KR" alt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기기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기미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</a:t>
            </a:r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잡티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· 홍조 · </a:t>
            </a:r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모공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</a:t>
            </a:r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흉터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2350000" cy="235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8300000"/>
            <a:ext cx="2350000" cy="235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108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02" name="BBL Label"/>
          <p:cNvSpPr/>
          <p:nvPr/>
        </p:nvSpPr>
        <p:spPr>
          <a:xfrm>
            <a:off x="3696259" y="112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115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119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ko-KR" alt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넓은 파장대의 빛 에너지(BroadBand Light)를 피부 깊이별로 전달하는 광치료 장비입니다. 기미·잡티 같은 색소와 홍조·혈관 병변을 함께 개선하고, 피부톤과 결을 맑고 균일하게 정돈해 줍니다.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2930836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6" name="BBL TagText 1"/>
          <p:cNvSpPr/>
          <p:nvPr/>
        </p:nvSpPr>
        <p:spPr>
          <a:xfrm>
            <a:off x="3733417" y="12954606"/>
            <a:ext cx="81684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기미 · 잡티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657875" y="12930836"/>
            <a:ext cx="87684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8" name="BBL TagText 2"/>
          <p:cNvSpPr/>
          <p:nvPr/>
        </p:nvSpPr>
        <p:spPr>
          <a:xfrm>
            <a:off x="4687875" y="12954606"/>
            <a:ext cx="816841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홍조 · 혈관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612333" y="12930836"/>
            <a:ext cx="900000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10" name="BBL TagText 3"/>
          <p:cNvSpPr/>
          <p:nvPr/>
        </p:nvSpPr>
        <p:spPr>
          <a:xfrm>
            <a:off x="5642333" y="12954606"/>
            <a:ext cx="840000" cy="16712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 algn="ctr"/>
            <a:r>
              <a:rPr lang="ko-KR" alt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피부톤 개선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11100000"/>
            <a:ext cx="2350000" cy="235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레이저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기미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잡티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·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모공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흉터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6">
            <a:extLst>
              <a:ext uri="{FF2B5EF4-FFF2-40B4-BE49-F238E27FC236}">
                <a16:creationId xmlns:a16="http://schemas.microsoft.com/office/drawing/2014/main" id="{C0714D43-A692-AD44-AEDA-33D81BEA5C8A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1A255804-D713-7061-573A-98236A24AF21}"/>
              </a:ext>
            </a:extLst>
          </p:cNvPr>
          <p:cNvGrpSpPr/>
          <p:nvPr/>
        </p:nvGrpSpPr>
        <p:grpSpPr>
          <a:xfrm>
            <a:off x="930580" y="2720019"/>
            <a:ext cx="8316077" cy="2158824"/>
            <a:chOff x="930580" y="2720019"/>
            <a:chExt cx="8316077" cy="2158824"/>
          </a:xfrm>
        </p:grpSpPr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C86EFD2B-ADBB-0857-982E-DD78CBAA8806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787269"/>
              <a:chOff x="1041515" y="5446644"/>
              <a:chExt cx="8205142" cy="787269"/>
            </a:xfrm>
          </p:grpSpPr>
          <p:sp>
            <p:nvSpPr>
              <p:cNvPr id="120" name="Shape 7">
                <a:extLst>
                  <a:ext uri="{FF2B5EF4-FFF2-40B4-BE49-F238E27FC236}">
                    <a16:creationId xmlns:a16="http://schemas.microsoft.com/office/drawing/2014/main" id="{48A1CEE6-14AC-B9C9-5EC7-597AC750FDF3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21" name="Shape 7">
                <a:extLst>
                  <a:ext uri="{FF2B5EF4-FFF2-40B4-BE49-F238E27FC236}">
                    <a16:creationId xmlns:a16="http://schemas.microsoft.com/office/drawing/2014/main" id="{DCB45975-FCBC-D014-55B1-EDC7513A0F29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22" name="Shape 7">
                <a:extLst>
                  <a:ext uri="{FF2B5EF4-FFF2-40B4-BE49-F238E27FC236}">
                    <a16:creationId xmlns:a16="http://schemas.microsoft.com/office/drawing/2014/main" id="{7CC88596-5234-6439-6B70-132B8F0E27AA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75" name="Shape 7">
              <a:extLst>
                <a:ext uri="{FF2B5EF4-FFF2-40B4-BE49-F238E27FC236}">
                  <a16:creationId xmlns:a16="http://schemas.microsoft.com/office/drawing/2014/main" id="{434A2D39-D8E2-9632-7E24-953601533DD5}"/>
                </a:ext>
              </a:extLst>
            </p:cNvPr>
            <p:cNvSpPr/>
            <p:nvPr/>
          </p:nvSpPr>
          <p:spPr>
            <a:xfrm>
              <a:off x="1041515" y="486523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0" name="Text 11">
              <a:extLst>
                <a:ext uri="{FF2B5EF4-FFF2-40B4-BE49-F238E27FC236}">
                  <a16:creationId xmlns:a16="http://schemas.microsoft.com/office/drawing/2014/main" id="{A255D62F-E346-A893-A443-D0879DBD6D2A}"/>
                </a:ext>
              </a:extLst>
            </p:cNvPr>
            <p:cNvSpPr/>
            <p:nvPr/>
          </p:nvSpPr>
          <p:spPr>
            <a:xfrm>
              <a:off x="1044692" y="4245084"/>
              <a:ext cx="3905742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Co2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점 제거</a:t>
              </a:r>
              <a:endPara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점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비립종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검버섯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편평사마귀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등 병변을 정교하게 제거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0880635-3B46-12E2-B95A-70CB15678C23}"/>
                </a:ext>
              </a:extLst>
            </p:cNvPr>
            <p:cNvSpPr txBox="1"/>
            <p:nvPr/>
          </p:nvSpPr>
          <p:spPr>
            <a:xfrm>
              <a:off x="930580" y="2720019"/>
              <a:ext cx="121379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기미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/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잡티</a:t>
              </a:r>
            </a:p>
          </p:txBody>
        </p:sp>
        <p:sp>
          <p:nvSpPr>
            <p:cNvPr id="108" name="Text 11">
              <a:extLst>
                <a:ext uri="{FF2B5EF4-FFF2-40B4-BE49-F238E27FC236}">
                  <a16:creationId xmlns:a16="http://schemas.microsoft.com/office/drawing/2014/main" id="{3FCC0249-EDAD-9EAD-6B13-C7E10AFDCDC4}"/>
                </a:ext>
              </a:extLst>
            </p:cNvPr>
            <p:cNvSpPr/>
            <p:nvPr/>
          </p:nvSpPr>
          <p:spPr>
            <a:xfrm>
              <a:off x="1044691" y="3048648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피코토닝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109" name="Text 11">
              <a:extLst>
                <a:ext uri="{FF2B5EF4-FFF2-40B4-BE49-F238E27FC236}">
                  <a16:creationId xmlns:a16="http://schemas.microsoft.com/office/drawing/2014/main" id="{4FF4D6BF-9F83-9D3A-8D7F-0F0F3D618CCC}"/>
                </a:ext>
              </a:extLst>
            </p:cNvPr>
            <p:cNvSpPr/>
            <p:nvPr/>
          </p:nvSpPr>
          <p:spPr>
            <a:xfrm>
              <a:off x="1044691" y="344201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바디토닝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111" name="Text 15">
              <a:extLst>
                <a:ext uri="{FF2B5EF4-FFF2-40B4-BE49-F238E27FC236}">
                  <a16:creationId xmlns:a16="http://schemas.microsoft.com/office/drawing/2014/main" id="{24188985-0B0B-0AE7-565D-4F827E38A0BE}"/>
                </a:ext>
              </a:extLst>
            </p:cNvPr>
            <p:cNvSpPr/>
            <p:nvPr/>
          </p:nvSpPr>
          <p:spPr>
            <a:xfrm>
              <a:off x="8011775" y="3128666"/>
              <a:ext cx="123488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12" name="Text 15">
              <a:extLst>
                <a:ext uri="{FF2B5EF4-FFF2-40B4-BE49-F238E27FC236}">
                  <a16:creationId xmlns:a16="http://schemas.microsoft.com/office/drawing/2014/main" id="{BC6B5B2C-26B7-A27A-D59C-F1217E84E0E2}"/>
                </a:ext>
              </a:extLst>
            </p:cNvPr>
            <p:cNvSpPr/>
            <p:nvPr/>
          </p:nvSpPr>
          <p:spPr>
            <a:xfrm>
              <a:off x="6560806" y="3128666"/>
              <a:ext cx="96180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13" name="Text 15">
              <a:extLst>
                <a:ext uri="{FF2B5EF4-FFF2-40B4-BE49-F238E27FC236}">
                  <a16:creationId xmlns:a16="http://schemas.microsoft.com/office/drawing/2014/main" id="{6541FC45-2F76-FA08-4151-9D4B816BFCC6}"/>
                </a:ext>
              </a:extLst>
            </p:cNvPr>
            <p:cNvSpPr/>
            <p:nvPr/>
          </p:nvSpPr>
          <p:spPr>
            <a:xfrm>
              <a:off x="5143500" y="3128666"/>
              <a:ext cx="92813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114" name="Text 15">
              <a:extLst>
                <a:ext uri="{FF2B5EF4-FFF2-40B4-BE49-F238E27FC236}">
                  <a16:creationId xmlns:a16="http://schemas.microsoft.com/office/drawing/2014/main" id="{1010B506-8E1D-F16B-AB1F-11227C0299A4}"/>
                </a:ext>
              </a:extLst>
            </p:cNvPr>
            <p:cNvSpPr/>
            <p:nvPr/>
          </p:nvSpPr>
          <p:spPr>
            <a:xfrm>
              <a:off x="7992540" y="3522031"/>
              <a:ext cx="125411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15" name="Text 15">
              <a:extLst>
                <a:ext uri="{FF2B5EF4-FFF2-40B4-BE49-F238E27FC236}">
                  <a16:creationId xmlns:a16="http://schemas.microsoft.com/office/drawing/2014/main" id="{AE1AB3D8-BB82-96AA-4F6F-EB25B431BF04}"/>
                </a:ext>
              </a:extLst>
            </p:cNvPr>
            <p:cNvSpPr/>
            <p:nvPr/>
          </p:nvSpPr>
          <p:spPr>
            <a:xfrm>
              <a:off x="6563730" y="3522031"/>
              <a:ext cx="97462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16" name="Text 15">
              <a:extLst>
                <a:ext uri="{FF2B5EF4-FFF2-40B4-BE49-F238E27FC236}">
                  <a16:creationId xmlns:a16="http://schemas.microsoft.com/office/drawing/2014/main" id="{EFFAE2D2-484D-079B-17C5-1B0BAA23433D}"/>
                </a:ext>
              </a:extLst>
            </p:cNvPr>
            <p:cNvSpPr/>
            <p:nvPr/>
          </p:nvSpPr>
          <p:spPr>
            <a:xfrm>
              <a:off x="5143500" y="3522031"/>
              <a:ext cx="956993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128" name="Text 9">
              <a:extLst>
                <a:ext uri="{FF2B5EF4-FFF2-40B4-BE49-F238E27FC236}">
                  <a16:creationId xmlns:a16="http://schemas.microsoft.com/office/drawing/2014/main" id="{26DB72E4-AD56-5C19-545E-FE47FAFD42D8}"/>
                </a:ext>
              </a:extLst>
            </p:cNvPr>
            <p:cNvSpPr/>
            <p:nvPr/>
          </p:nvSpPr>
          <p:spPr>
            <a:xfrm>
              <a:off x="4421568" y="2780484"/>
              <a:ext cx="4825089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ko-KR" altLang="en-US" sz="10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피코라이트</a:t>
              </a: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블랙 </a:t>
              </a:r>
              <a:r>
                <a:rPr lang="en-US" altLang="ko-KR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— </a:t>
              </a: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초단시간 순간 에너지로 색소</a:t>
              </a:r>
              <a:r>
                <a:rPr lang="en-US" altLang="ko-KR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</a:t>
              </a:r>
              <a:r>
                <a:rPr lang="ko-KR" altLang="en-US" sz="10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피부톤을</a:t>
              </a:r>
              <a:r>
                <a:rPr lang="ko-KR" alt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정밀하고 안전하게 개선</a:t>
              </a:r>
            </a:p>
          </p:txBody>
        </p:sp>
        <p:sp>
          <p:nvSpPr>
            <p:cNvPr id="177" name="Text 15">
              <a:extLst>
                <a:ext uri="{FF2B5EF4-FFF2-40B4-BE49-F238E27FC236}">
                  <a16:creationId xmlns:a16="http://schemas.microsoft.com/office/drawing/2014/main" id="{9F2DA8B7-1898-FFF9-09DC-EB43E5000B61}"/>
                </a:ext>
              </a:extLst>
            </p:cNvPr>
            <p:cNvSpPr/>
            <p:nvPr/>
          </p:nvSpPr>
          <p:spPr>
            <a:xfrm>
              <a:off x="7317674" y="4339716"/>
              <a:ext cx="192898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큰 점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(1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개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)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얼굴 전체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(20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개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)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79" name="Text 15">
              <a:extLst>
                <a:ext uri="{FF2B5EF4-FFF2-40B4-BE49-F238E27FC236}">
                  <a16:creationId xmlns:a16="http://schemas.microsoft.com/office/drawing/2014/main" id="{800E28E7-4AED-1839-D4D0-C394CB94B31C}"/>
                </a:ext>
              </a:extLst>
            </p:cNvPr>
            <p:cNvSpPr/>
            <p:nvPr/>
          </p:nvSpPr>
          <p:spPr>
            <a:xfrm>
              <a:off x="5143500" y="4447437"/>
              <a:ext cx="148598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작은 점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(1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개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)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45AF0B89-EF3F-5122-3502-E8174DC865D8}"/>
              </a:ext>
            </a:extLst>
          </p:cNvPr>
          <p:cNvGrpSpPr/>
          <p:nvPr/>
        </p:nvGrpSpPr>
        <p:grpSpPr>
          <a:xfrm>
            <a:off x="930580" y="7399320"/>
            <a:ext cx="8316077" cy="1600861"/>
            <a:chOff x="930580" y="4734845"/>
            <a:chExt cx="8316077" cy="1600861"/>
          </a:xfrm>
        </p:grpSpPr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96E60DD6-114E-F68E-38EB-377A3E5872B2}"/>
                </a:ext>
              </a:extLst>
            </p:cNvPr>
            <p:cNvSpPr/>
            <p:nvPr/>
          </p:nvSpPr>
          <p:spPr>
            <a:xfrm>
              <a:off x="8022526" y="5904300"/>
              <a:ext cx="103771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2" name="Text 15">
              <a:extLst>
                <a:ext uri="{FF2B5EF4-FFF2-40B4-BE49-F238E27FC236}">
                  <a16:creationId xmlns:a16="http://schemas.microsoft.com/office/drawing/2014/main" id="{1712E711-C01C-42CA-850C-C3A348A0874D}"/>
                </a:ext>
              </a:extLst>
            </p:cNvPr>
            <p:cNvSpPr/>
            <p:nvPr/>
          </p:nvSpPr>
          <p:spPr>
            <a:xfrm>
              <a:off x="6444118" y="5904300"/>
              <a:ext cx="963405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3" name="Text 15">
              <a:extLst>
                <a:ext uri="{FF2B5EF4-FFF2-40B4-BE49-F238E27FC236}">
                  <a16:creationId xmlns:a16="http://schemas.microsoft.com/office/drawing/2014/main" id="{660C8F3F-0096-CBC5-3B7D-3E34A9218A04}"/>
                </a:ext>
              </a:extLst>
            </p:cNvPr>
            <p:cNvSpPr/>
            <p:nvPr/>
          </p:nvSpPr>
          <p:spPr>
            <a:xfrm>
              <a:off x="4957081" y="5904300"/>
              <a:ext cx="94577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181CC0E-2D76-B111-CB31-E44341B135AC}"/>
                </a:ext>
              </a:extLst>
            </p:cNvPr>
            <p:cNvSpPr txBox="1"/>
            <p:nvPr/>
          </p:nvSpPr>
          <p:spPr>
            <a:xfrm>
              <a:off x="930580" y="4734845"/>
              <a:ext cx="133882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모공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 / 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흉터</a:t>
              </a:r>
            </a:p>
          </p:txBody>
        </p:sp>
        <p:sp>
          <p:nvSpPr>
            <p:cNvPr id="218" name="Text 11">
              <a:extLst>
                <a:ext uri="{FF2B5EF4-FFF2-40B4-BE49-F238E27FC236}">
                  <a16:creationId xmlns:a16="http://schemas.microsoft.com/office/drawing/2014/main" id="{EEFADE4A-2DA9-BF6C-764F-BA44A3FF4806}"/>
                </a:ext>
              </a:extLst>
            </p:cNvPr>
            <p:cNvSpPr/>
            <p:nvPr/>
          </p:nvSpPr>
          <p:spPr>
            <a:xfrm>
              <a:off x="1044691" y="507226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피코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프락셀</a:t>
              </a:r>
              <a:endPara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미세한 점 형태로 조사해 피부 재생을 유도하는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프락셔널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레이저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0" name="Text 15">
              <a:extLst>
                <a:ext uri="{FF2B5EF4-FFF2-40B4-BE49-F238E27FC236}">
                  <a16:creationId xmlns:a16="http://schemas.microsoft.com/office/drawing/2014/main" id="{033D666A-695E-CD81-6826-ADD52CCB9BBB}"/>
                </a:ext>
              </a:extLst>
            </p:cNvPr>
            <p:cNvSpPr/>
            <p:nvPr/>
          </p:nvSpPr>
          <p:spPr>
            <a:xfrm>
              <a:off x="7651750" y="5073735"/>
              <a:ext cx="159490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ko-KR" altLang="en-US" sz="1200" dirty="0" err="1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나비존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얼굴 전체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14" name="Text 11">
              <a:extLst>
                <a:ext uri="{FF2B5EF4-FFF2-40B4-BE49-F238E27FC236}">
                  <a16:creationId xmlns:a16="http://schemas.microsoft.com/office/drawing/2014/main" id="{7D5EEC23-89C0-F0BE-F166-4BC3E83395F5}"/>
                </a:ext>
              </a:extLst>
            </p:cNvPr>
            <p:cNvSpPr/>
            <p:nvPr/>
          </p:nvSpPr>
          <p:spPr>
            <a:xfrm>
              <a:off x="1044691" y="570194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포텐자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모공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흉터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얼굴 전체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개인팁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사용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) 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마이크로 니들 열 자극으로 피부재생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모공축소</a:t>
              </a:r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91953C7A-E82B-A479-2CD4-AE70097FC1F0}"/>
                </a:ext>
              </a:extLst>
            </p:cNvPr>
            <p:cNvGrpSpPr/>
            <p:nvPr/>
          </p:nvGrpSpPr>
          <p:grpSpPr>
            <a:xfrm>
              <a:off x="1041515" y="5061600"/>
              <a:ext cx="8205142" cy="1274106"/>
              <a:chOff x="1041515" y="4276772"/>
              <a:chExt cx="8205142" cy="1274106"/>
            </a:xfrm>
          </p:grpSpPr>
          <p:sp>
            <p:nvSpPr>
              <p:cNvPr id="211" name="Shape 7">
                <a:extLst>
                  <a:ext uri="{FF2B5EF4-FFF2-40B4-BE49-F238E27FC236}">
                    <a16:creationId xmlns:a16="http://schemas.microsoft.com/office/drawing/2014/main" id="{27632594-FB9D-D630-9253-A1A3611E0110}"/>
                  </a:ext>
                </a:extLst>
              </p:cNvPr>
              <p:cNvSpPr/>
              <p:nvPr/>
            </p:nvSpPr>
            <p:spPr>
              <a:xfrm>
                <a:off x="1041515" y="4276772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12" name="Shape 7">
                <a:extLst>
                  <a:ext uri="{FF2B5EF4-FFF2-40B4-BE49-F238E27FC236}">
                    <a16:creationId xmlns:a16="http://schemas.microsoft.com/office/drawing/2014/main" id="{A945E07C-A83C-4657-A145-C723D512F45B}"/>
                  </a:ext>
                </a:extLst>
              </p:cNvPr>
              <p:cNvSpPr/>
              <p:nvPr/>
            </p:nvSpPr>
            <p:spPr>
              <a:xfrm>
                <a:off x="1041515" y="490758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13" name="Shape 7">
                <a:extLst>
                  <a:ext uri="{FF2B5EF4-FFF2-40B4-BE49-F238E27FC236}">
                    <a16:creationId xmlns:a16="http://schemas.microsoft.com/office/drawing/2014/main" id="{A09457E6-0897-05B0-FB10-1E5A6A2D455D}"/>
                  </a:ext>
                </a:extLst>
              </p:cNvPr>
              <p:cNvSpPr/>
              <p:nvPr/>
            </p:nvSpPr>
            <p:spPr>
              <a:xfrm>
                <a:off x="1041515" y="553727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</p:grpSp>
      <p:sp>
        <p:nvSpPr>
          <p:cNvPr id="23" name="Shape 7">
            <a:extLst>
              <a:ext uri="{FF2B5EF4-FFF2-40B4-BE49-F238E27FC236}">
                <a16:creationId xmlns:a16="http://schemas.microsoft.com/office/drawing/2014/main" id="{EBD6F060-A580-FB11-C29A-2A02B22136CA}"/>
              </a:ext>
            </a:extLst>
          </p:cNvPr>
          <p:cNvSpPr/>
          <p:nvPr/>
        </p:nvSpPr>
        <p:spPr>
          <a:xfrm>
            <a:off x="1047868" y="42244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964A7EA-24F3-BAC1-DF4F-9502610E5C95}"/>
              </a:ext>
            </a:extLst>
          </p:cNvPr>
          <p:cNvSpPr/>
          <p:nvPr/>
        </p:nvSpPr>
        <p:spPr>
          <a:xfrm>
            <a:off x="1051044" y="3845977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문신제거</a:t>
            </a: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0BA8D6-2EC3-7273-231E-CADE7F1909EE}"/>
              </a:ext>
            </a:extLst>
          </p:cNvPr>
          <p:cNvSpPr/>
          <p:nvPr/>
        </p:nvSpPr>
        <p:spPr>
          <a:xfrm>
            <a:off x="7461887" y="3925995"/>
            <a:ext cx="179112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회 </a:t>
            </a:r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/ 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명함크기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C952C8B0-EF22-60B7-EE52-9C257CAAED86}"/>
              </a:ext>
            </a:extLst>
          </p:cNvPr>
          <p:cNvSpPr/>
          <p:nvPr/>
        </p:nvSpPr>
        <p:spPr>
          <a:xfrm>
            <a:off x="5146676" y="3925995"/>
            <a:ext cx="190436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회 </a:t>
            </a:r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/ 1x10 </a:t>
            </a:r>
            <a:r>
              <a:rPr lang="ko-KR" altLang="en-US" sz="1200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레터링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26" name="Text 11"/>
          <p:cNvSpPr txBox="1"/>
          <p:nvPr/>
        </p:nvSpPr>
        <p:spPr>
          <a:xfrm>
            <a:off x="1044692" y="4865236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(FACE)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명품 하이엔드 광치료 · 1회 기준</a:t>
            </a:r>
          </a:p>
        </p:txBody>
      </p:sp>
      <p:sp>
        <p:nvSpPr>
          <p:cNvPr id="227" name="Text 15"/>
          <p:cNvSpPr txBox="1"/>
          <p:nvPr/>
        </p:nvSpPr>
        <p:spPr>
          <a:xfrm>
            <a:off x="4389120" y="4865236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포에버영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8" name="Text 15"/>
          <p:cNvSpPr txBox="1"/>
          <p:nvPr/>
        </p:nvSpPr>
        <p:spPr>
          <a:xfrm>
            <a:off x="6053328" y="4865236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스킨타이트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9" name="Text 15"/>
          <p:cNvSpPr txBox="1"/>
          <p:nvPr/>
        </p:nvSpPr>
        <p:spPr>
          <a:xfrm>
            <a:off x="7918704" y="4865236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클리어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30" name="Shape 7"/>
          <p:cNvSpPr/>
          <p:nvPr/>
        </p:nvSpPr>
        <p:spPr>
          <a:xfrm>
            <a:off x="1041515" y="548538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1" name="Text 11"/>
          <p:cNvSpPr txBox="1"/>
          <p:nvPr/>
        </p:nvSpPr>
        <p:spPr>
          <a:xfrm>
            <a:off x="1044692" y="5485387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(BODY)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가로 · 세로 15cm 혹은 부위별 · 1회 기준</a:t>
            </a:r>
          </a:p>
        </p:txBody>
      </p:sp>
      <p:sp>
        <p:nvSpPr>
          <p:cNvPr id="232" name="Text 15"/>
          <p:cNvSpPr txBox="1"/>
          <p:nvPr/>
        </p:nvSpPr>
        <p:spPr>
          <a:xfrm>
            <a:off x="4389120" y="5485387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포에버영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3" name="Text 15"/>
          <p:cNvSpPr txBox="1"/>
          <p:nvPr/>
        </p:nvSpPr>
        <p:spPr>
          <a:xfrm>
            <a:off x="6053328" y="5485387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스킨타이트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4" name="Text 15"/>
          <p:cNvSpPr txBox="1"/>
          <p:nvPr/>
        </p:nvSpPr>
        <p:spPr>
          <a:xfrm>
            <a:off x="7918704" y="5485387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클리어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5" name="Shape 7"/>
          <p:cNvSpPr/>
          <p:nvPr/>
        </p:nvSpPr>
        <p:spPr>
          <a:xfrm>
            <a:off x="1041515" y="6105538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6" name="Text 9"/>
          <p:cNvSpPr txBox="1"/>
          <p:nvPr/>
        </p:nvSpPr>
        <p:spPr>
          <a:xfrm>
            <a:off x="1044692" y="6165538"/>
            <a:ext cx="8200000" cy="2300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* 포에버영 : 피부결 · 피부톤 (BODY는 DNA 회춘)   스킨타이트 : 모공 · 잔주름 · 리프팅   클리어 : 트러블</a:t>
            </a:r>
          </a:p>
        </p:txBody>
      </p:sp>
      <p:sp>
        <p:nvSpPr>
          <p:cNvPr id="237" name="Text 11"/>
          <p:cNvSpPr txBox="1"/>
          <p:nvPr/>
        </p:nvSpPr>
        <p:spPr>
          <a:xfrm>
            <a:off x="1044692" y="8986574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옵션) 서브시전 1부위 (손바닥 기준)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움푹 패인 여드름 흉터 아래 섬유화된 조직을 끊어 흉터를 차오르게 하는 시술</a:t>
            </a:r>
          </a:p>
        </p:txBody>
      </p:sp>
      <p:sp>
        <p:nvSpPr>
          <p:cNvPr id="238" name="Text 15"/>
          <p:cNvSpPr txBox="1"/>
          <p:nvPr/>
        </p:nvSpPr>
        <p:spPr>
          <a:xfrm>
            <a:off x="5946656" y="8986574"/>
            <a:ext cx="330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pPr algn="r"/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1회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239" name="Shape 7"/>
          <p:cNvSpPr/>
          <p:nvPr/>
        </p:nvSpPr>
        <p:spPr>
          <a:xfrm>
            <a:off x="1041515" y="960672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F374F5D5-A62C-4439-C792-C9D88D30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68" y="5174312"/>
            <a:ext cx="1830633" cy="10441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4" name="Text 3">
            <a:extLst>
              <a:ext uri="{FF2B5EF4-FFF2-40B4-BE49-F238E27FC236}">
                <a16:creationId xmlns:a16="http://schemas.microsoft.com/office/drawing/2014/main" id="{70B1DE5D-40DB-EE22-ECCD-C0972A197244}"/>
              </a:ext>
            </a:extLst>
          </p:cNvPr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98A99F-80A2-D258-DB15-5DF5F5E994F0}"/>
              </a:ext>
            </a:extLst>
          </p:cNvPr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스킨부스터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3F9F0950-79CD-71D1-D16C-D4F9BB36487D}"/>
              </a:ext>
            </a:extLst>
          </p:cNvPr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재생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·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콜라겐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볼륨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·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ECM · 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탄력</a:t>
            </a: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/물광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05C60A78-E929-024F-11CE-12017848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0" y="11470631"/>
            <a:ext cx="1837632" cy="1048111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927339" y="2959124"/>
            <a:ext cx="9275470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altLang="ko-KR" sz="1556" b="1" dirty="0" err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재생</a:t>
            </a:r>
            <a:endParaRPr lang="en-US" altLang="ko-KR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AB248D-F131-E8F2-0733-C64244F22B3D}"/>
              </a:ext>
            </a:extLst>
          </p:cNvPr>
          <p:cNvGrpSpPr/>
          <p:nvPr/>
        </p:nvGrpSpPr>
        <p:grpSpPr>
          <a:xfrm>
            <a:off x="927338" y="3369812"/>
            <a:ext cx="2175436" cy="1554999"/>
            <a:chOff x="927338" y="3292929"/>
            <a:chExt cx="2175436" cy="1554999"/>
          </a:xfrm>
        </p:grpSpPr>
        <p:sp>
          <p:nvSpPr>
            <p:cNvPr id="12" name="Text 9"/>
            <p:cNvSpPr/>
            <p:nvPr/>
          </p:nvSpPr>
          <p:spPr>
            <a:xfrm>
              <a:off x="927338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리쥬란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  <a:r>
                <a:rPr lang="ko-KR" alt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힐러</a:t>
              </a:r>
              <a:r>
                <a:rPr lang="ko-KR" alt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  <a:r>
                <a:rPr lang="en-US" altLang="ko-KR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927338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연어유래 PN — </a:t>
              </a:r>
              <a:r>
                <a:rPr lang="ko-KR" alt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피부 장벽 강화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5BF1024-D103-4CF7-087A-3BC9F0A918A1}"/>
                </a:ext>
              </a:extLst>
            </p:cNvPr>
            <p:cNvSpPr/>
            <p:nvPr/>
          </p:nvSpPr>
          <p:spPr>
            <a:xfrm>
              <a:off x="927339" y="3292929"/>
              <a:ext cx="1837632" cy="104086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29E457-9CAC-078C-E409-E48937729BBD}"/>
              </a:ext>
            </a:extLst>
          </p:cNvPr>
          <p:cNvGrpSpPr/>
          <p:nvPr/>
        </p:nvGrpSpPr>
        <p:grpSpPr>
          <a:xfrm>
            <a:off x="927338" y="5174312"/>
            <a:ext cx="2193623" cy="1554999"/>
            <a:chOff x="5212202" y="3292929"/>
            <a:chExt cx="2193623" cy="1554999"/>
          </a:xfrm>
        </p:grpSpPr>
        <p:sp>
          <p:nvSpPr>
            <p:cNvPr id="16" name="Text 13"/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리쥬란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힐러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I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230389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ko-KR" alt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눈가 전용 잔주름 완화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1A01021-BD47-EBD4-6847-95ED29822700}"/>
                </a:ext>
              </a:extLst>
            </p:cNvPr>
            <p:cNvSpPr/>
            <p:nvPr/>
          </p:nvSpPr>
          <p:spPr>
            <a:xfrm>
              <a:off x="5212202" y="3292929"/>
              <a:ext cx="1837632" cy="104086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6322D0-35FD-9B7B-82C4-C23F485DD1F6}"/>
              </a:ext>
            </a:extLst>
          </p:cNvPr>
          <p:cNvGrpSpPr/>
          <p:nvPr/>
        </p:nvGrpSpPr>
        <p:grpSpPr>
          <a:xfrm>
            <a:off x="3069771" y="3369812"/>
            <a:ext cx="2184529" cy="1732541"/>
            <a:chOff x="3069771" y="3292929"/>
            <a:chExt cx="2184529" cy="1732541"/>
          </a:xfrm>
        </p:grpSpPr>
        <p:sp>
          <p:nvSpPr>
            <p:cNvPr id="14" name="Text 11"/>
            <p:cNvSpPr/>
            <p:nvPr/>
          </p:nvSpPr>
          <p:spPr>
            <a:xfrm>
              <a:off x="3078864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리쥬란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힐러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HB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3078864" y="4638766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저통증 · 히알루론산 함유로 보습까지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F669CEB-1944-DA80-6059-C5088AE6DDA2}"/>
                </a:ext>
              </a:extLst>
            </p:cNvPr>
            <p:cNvSpPr/>
            <p:nvPr/>
          </p:nvSpPr>
          <p:spPr>
            <a:xfrm>
              <a:off x="3069771" y="3292929"/>
              <a:ext cx="1837632" cy="1040862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E415609-DD49-C267-01F0-EA8DA016F142}"/>
              </a:ext>
            </a:extLst>
          </p:cNvPr>
          <p:cNvGrpSpPr/>
          <p:nvPr/>
        </p:nvGrpSpPr>
        <p:grpSpPr>
          <a:xfrm>
            <a:off x="927338" y="11470631"/>
            <a:ext cx="2202717" cy="1733009"/>
            <a:chOff x="7354634" y="5104272"/>
            <a:chExt cx="2202717" cy="1733009"/>
          </a:xfrm>
        </p:grpSpPr>
        <p:sp>
          <p:nvSpPr>
            <p:cNvPr id="26" name="Text 23"/>
            <p:cNvSpPr/>
            <p:nvPr/>
          </p:nvSpPr>
          <p:spPr>
            <a:xfrm>
              <a:off x="7381915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스컬트라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7381915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PLLA — 자연스러운 볼륨감과 </a:t>
              </a:r>
            </a:p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균형 잡힌 윤곽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CD8F2FE-5D5E-8AC1-8B02-8005175B46E3}"/>
                </a:ext>
              </a:extLst>
            </p:cNvPr>
            <p:cNvSpPr/>
            <p:nvPr/>
          </p:nvSpPr>
          <p:spPr>
            <a:xfrm>
              <a:off x="7354634" y="5104272"/>
              <a:ext cx="1837632" cy="1040862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96F72D-9F51-4BEA-799D-655D1545DD4F}"/>
              </a:ext>
            </a:extLst>
          </p:cNvPr>
          <p:cNvGrpSpPr/>
          <p:nvPr/>
        </p:nvGrpSpPr>
        <p:grpSpPr>
          <a:xfrm>
            <a:off x="927338" y="9675648"/>
            <a:ext cx="2202716" cy="1685006"/>
            <a:chOff x="7354635" y="3300108"/>
            <a:chExt cx="2202716" cy="1685006"/>
          </a:xfrm>
        </p:grpSpPr>
        <p:sp>
          <p:nvSpPr>
            <p:cNvPr id="22" name="Text 19"/>
            <p:cNvSpPr/>
            <p:nvPr/>
          </p:nvSpPr>
          <p:spPr>
            <a:xfrm>
              <a:off x="7381915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올리디아 </a:t>
              </a:r>
              <a:r>
                <a:rPr lang="en-US" sz="934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120 · 365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81915" y="4598410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PLLA — 섬유아세포 자극, </a:t>
              </a:r>
            </a:p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콜라겐 생성 유도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FCC2E1F-378F-2FA4-C71B-961B07F06797}"/>
                </a:ext>
              </a:extLst>
            </p:cNvPr>
            <p:cNvSpPr/>
            <p:nvPr/>
          </p:nvSpPr>
          <p:spPr>
            <a:xfrm>
              <a:off x="7354635" y="3300108"/>
              <a:ext cx="1837632" cy="1040862"/>
            </a:xfrm>
            <a:prstGeom prst="rect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A7581D-D363-162D-470A-28A79D76B2D1}"/>
              </a:ext>
            </a:extLst>
          </p:cNvPr>
          <p:cNvGrpSpPr/>
          <p:nvPr/>
        </p:nvGrpSpPr>
        <p:grpSpPr>
          <a:xfrm>
            <a:off x="3078864" y="9675648"/>
            <a:ext cx="2193623" cy="1733009"/>
            <a:chOff x="5212202" y="5104272"/>
            <a:chExt cx="2193623" cy="1733009"/>
          </a:xfrm>
        </p:grpSpPr>
        <p:sp>
          <p:nvSpPr>
            <p:cNvPr id="24" name="Text 21"/>
            <p:cNvSpPr/>
            <p:nvPr/>
          </p:nvSpPr>
          <p:spPr>
            <a:xfrm>
              <a:off x="523038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래디어스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230390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CaHA — 즉각적인 볼륨과 </a:t>
              </a:r>
            </a:p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지속적인 탄력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25357A3-24F0-10F9-3F57-01C1A0F34EAE}"/>
                </a:ext>
              </a:extLst>
            </p:cNvPr>
            <p:cNvSpPr/>
            <p:nvPr/>
          </p:nvSpPr>
          <p:spPr>
            <a:xfrm>
              <a:off x="5212202" y="5104272"/>
              <a:ext cx="1837632" cy="1040862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4C190F9-BDA6-D466-EC6D-0E6D9D573C8B}"/>
              </a:ext>
            </a:extLst>
          </p:cNvPr>
          <p:cNvGrpSpPr/>
          <p:nvPr/>
        </p:nvGrpSpPr>
        <p:grpSpPr>
          <a:xfrm>
            <a:off x="927338" y="7871484"/>
            <a:ext cx="2175437" cy="1562646"/>
            <a:chOff x="927338" y="5097093"/>
            <a:chExt cx="2175437" cy="1562646"/>
          </a:xfrm>
        </p:grpSpPr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267F8B4-B4A0-BF67-6F01-F232C05EFE80}"/>
                </a:ext>
              </a:extLst>
            </p:cNvPr>
            <p:cNvSpPr/>
            <p:nvPr/>
          </p:nvSpPr>
          <p:spPr>
            <a:xfrm>
              <a:off x="92733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쥬베룩 </a:t>
              </a:r>
              <a:r>
                <a:rPr lang="ko-KR" alt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스킨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1B32C0F2-7B72-51EC-8E75-6BE570894F8E}"/>
                </a:ext>
              </a:extLst>
            </p:cNvPr>
            <p:cNvSpPr/>
            <p:nvPr/>
          </p:nvSpPr>
          <p:spPr>
            <a:xfrm>
              <a:off x="927339" y="6450577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PDLLA — 피부결 개선 · 모공 축소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30483F-ED13-E0B0-94A9-17B6EBC20138}"/>
                </a:ext>
              </a:extLst>
            </p:cNvPr>
            <p:cNvSpPr/>
            <p:nvPr/>
          </p:nvSpPr>
          <p:spPr>
            <a:xfrm>
              <a:off x="927338" y="5097093"/>
              <a:ext cx="1837632" cy="1040862"/>
            </a:xfrm>
            <a:prstGeom prst="rect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0AAF7C7-7E88-959E-4B8F-1097235CB6AD}"/>
              </a:ext>
            </a:extLst>
          </p:cNvPr>
          <p:cNvGrpSpPr/>
          <p:nvPr/>
        </p:nvGrpSpPr>
        <p:grpSpPr>
          <a:xfrm>
            <a:off x="3069770" y="7871484"/>
            <a:ext cx="2184529" cy="1740188"/>
            <a:chOff x="3069770" y="5097093"/>
            <a:chExt cx="2184529" cy="1740188"/>
          </a:xfrm>
        </p:grpSpPr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B0BECB8D-00BB-52AA-0DCE-4B70AE925F25}"/>
                </a:ext>
              </a:extLst>
            </p:cNvPr>
            <p:cNvSpPr/>
            <p:nvPr/>
          </p:nvSpPr>
          <p:spPr>
            <a:xfrm>
              <a:off x="3078863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쥬베룩 볼륨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37C54209-7E29-29E8-2B1C-C7DFCD7E6D68}"/>
                </a:ext>
              </a:extLst>
            </p:cNvPr>
            <p:cNvSpPr/>
            <p:nvPr/>
          </p:nvSpPr>
          <p:spPr>
            <a:xfrm>
              <a:off x="3078863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우아한 윤곽을 완성하는 </a:t>
              </a:r>
            </a:p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콜라겐부스터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B2E1963-D386-0B1D-1573-EC480B2F2AFA}"/>
                </a:ext>
              </a:extLst>
            </p:cNvPr>
            <p:cNvSpPr/>
            <p:nvPr/>
          </p:nvSpPr>
          <p:spPr>
            <a:xfrm>
              <a:off x="3069770" y="5097093"/>
              <a:ext cx="1837632" cy="1040862"/>
            </a:xfrm>
            <a:prstGeom prst="rect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 26"/>
          <p:cNvSpPr/>
          <p:nvPr/>
        </p:nvSpPr>
        <p:spPr>
          <a:xfrm>
            <a:off x="927339" y="7460460"/>
            <a:ext cx="2904432" cy="22225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20000"/>
          </a:bodyPr>
          <a:lstStyle/>
          <a:p>
            <a:r>
              <a:rPr lang="ko-KR" alt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콜라겐 </a:t>
            </a:r>
            <a:r>
              <a:rPr lang="en-US" altLang="ko-KR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/ </a:t>
            </a:r>
            <a:r>
              <a:rPr lang="ko-KR" alt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볼륨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2D1372-66B1-421E-EC60-58B7C0D34C44}"/>
              </a:ext>
            </a:extLst>
          </p:cNvPr>
          <p:cNvGrpSpPr/>
          <p:nvPr/>
        </p:nvGrpSpPr>
        <p:grpSpPr>
          <a:xfrm>
            <a:off x="5379520" y="3338169"/>
            <a:ext cx="2175436" cy="1732206"/>
            <a:chOff x="927338" y="5508117"/>
            <a:chExt cx="2175436" cy="1732206"/>
          </a:xfrm>
        </p:grpSpPr>
        <p:sp>
          <p:nvSpPr>
            <p:cNvPr id="30" name="Text 27"/>
            <p:cNvSpPr/>
            <p:nvPr/>
          </p:nvSpPr>
          <p:spPr>
            <a:xfrm>
              <a:off x="927338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ko-KR" alt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셀코어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927338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ECM 기반 — 피부의 구조적 </a:t>
              </a:r>
            </a:p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재생과 복원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2976A93-3C2E-C979-685E-253010963591}"/>
                </a:ext>
              </a:extLst>
            </p:cNvPr>
            <p:cNvSpPr/>
            <p:nvPr/>
          </p:nvSpPr>
          <p:spPr>
            <a:xfrm>
              <a:off x="927338" y="5508117"/>
              <a:ext cx="1837632" cy="1040862"/>
            </a:xfrm>
            <a:prstGeom prst="rect">
              <a:avLst/>
            </a:prstGeom>
            <a:blipFill dpi="0" rotWithShape="1">
              <a:blip r:embed="rId13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4B7FF-5B05-CC18-2AF5-6EE4C045689E}"/>
              </a:ext>
            </a:extLst>
          </p:cNvPr>
          <p:cNvGrpSpPr/>
          <p:nvPr/>
        </p:nvGrpSpPr>
        <p:grpSpPr>
          <a:xfrm>
            <a:off x="7521952" y="3338169"/>
            <a:ext cx="2184530" cy="1732206"/>
            <a:chOff x="3069770" y="5508117"/>
            <a:chExt cx="2184530" cy="1732206"/>
          </a:xfrm>
        </p:grpSpPr>
        <p:sp>
          <p:nvSpPr>
            <p:cNvPr id="32" name="Text 29"/>
            <p:cNvSpPr/>
            <p:nvPr/>
          </p:nvSpPr>
          <p:spPr>
            <a:xfrm>
              <a:off x="3078864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엘라비에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리투오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078864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동종진피 유래 — 즉각적인 </a:t>
              </a:r>
              <a:r>
                <a:rPr lang="en-US" sz="965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피부</a:t>
              </a: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</a:p>
            <a:p>
              <a:pPr>
                <a:lnSpc>
                  <a:spcPct val="131104"/>
                </a:lnSpc>
              </a:pPr>
              <a:r>
                <a:rPr lang="en-US" sz="965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리모델링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FAA6388-BBFB-432C-0BD8-E98CD8943AF2}"/>
                </a:ext>
              </a:extLst>
            </p:cNvPr>
            <p:cNvSpPr/>
            <p:nvPr/>
          </p:nvSpPr>
          <p:spPr>
            <a:xfrm>
              <a:off x="3069770" y="5508117"/>
              <a:ext cx="1837632" cy="1040862"/>
            </a:xfrm>
            <a:prstGeom prst="rect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C42B10-3699-9EEA-87F1-59402B3CC5BC}"/>
              </a:ext>
            </a:extLst>
          </p:cNvPr>
          <p:cNvGrpSpPr/>
          <p:nvPr/>
        </p:nvGrpSpPr>
        <p:grpSpPr>
          <a:xfrm>
            <a:off x="5379520" y="5174312"/>
            <a:ext cx="2193623" cy="1725027"/>
            <a:chOff x="5212202" y="5515296"/>
            <a:chExt cx="2193623" cy="1725027"/>
          </a:xfrm>
        </p:grpSpPr>
        <p:sp>
          <p:nvSpPr>
            <p:cNvPr id="34" name="Text 31"/>
            <p:cNvSpPr/>
            <p:nvPr/>
          </p:nvSpPr>
          <p:spPr>
            <a:xfrm>
              <a:off x="5230389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엘라비에 </a:t>
              </a:r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리투오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파인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230390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섬세한 부위를 위한 </a:t>
              </a:r>
              <a:r>
                <a:rPr lang="en-US" sz="965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동종진피</a:t>
              </a: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</a:p>
            <a:p>
              <a:pPr>
                <a:lnSpc>
                  <a:spcPct val="131104"/>
                </a:lnSpc>
              </a:pPr>
              <a:r>
                <a:rPr lang="en-US" sz="965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스킨부스터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677C29C-E50A-C685-B8A6-C022B8388B8D}"/>
                </a:ext>
              </a:extLst>
            </p:cNvPr>
            <p:cNvSpPr/>
            <p:nvPr/>
          </p:nvSpPr>
          <p:spPr>
            <a:xfrm>
              <a:off x="5212202" y="5515296"/>
              <a:ext cx="1837632" cy="1040862"/>
            </a:xfrm>
            <a:prstGeom prst="rect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36"/>
          <p:cNvSpPr/>
          <p:nvPr/>
        </p:nvSpPr>
        <p:spPr>
          <a:xfrm>
            <a:off x="5379521" y="2959124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ECM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5C39862-A3A3-AB2E-CAC7-7A613C171073}"/>
              </a:ext>
            </a:extLst>
          </p:cNvPr>
          <p:cNvGrpSpPr/>
          <p:nvPr/>
        </p:nvGrpSpPr>
        <p:grpSpPr>
          <a:xfrm>
            <a:off x="5379520" y="7851915"/>
            <a:ext cx="2175436" cy="1586642"/>
            <a:chOff x="927338" y="7840652"/>
            <a:chExt cx="2175436" cy="1586642"/>
          </a:xfrm>
        </p:grpSpPr>
        <p:sp>
          <p:nvSpPr>
            <p:cNvPr id="40" name="Text 37"/>
            <p:cNvSpPr/>
            <p:nvPr/>
          </p:nvSpPr>
          <p:spPr>
            <a:xfrm>
              <a:off x="927338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릴리이드</a:t>
              </a:r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M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927338" y="9218132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HA — 보습과 유수분 밸런스 조절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8820AC2-0B7C-F3C3-C322-D7F474366210}"/>
                </a:ext>
              </a:extLst>
            </p:cNvPr>
            <p:cNvSpPr/>
            <p:nvPr/>
          </p:nvSpPr>
          <p:spPr>
            <a:xfrm>
              <a:off x="927338" y="7840652"/>
              <a:ext cx="1837632" cy="1040862"/>
            </a:xfrm>
            <a:prstGeom prst="rect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7983FEA-4D67-7A57-F534-1D009731D8B9}"/>
              </a:ext>
            </a:extLst>
          </p:cNvPr>
          <p:cNvGrpSpPr/>
          <p:nvPr/>
        </p:nvGrpSpPr>
        <p:grpSpPr>
          <a:xfrm>
            <a:off x="7521952" y="7851915"/>
            <a:ext cx="2184530" cy="1764184"/>
            <a:chOff x="3069770" y="7840652"/>
            <a:chExt cx="2184530" cy="1764184"/>
          </a:xfrm>
        </p:grpSpPr>
        <p:sp>
          <p:nvSpPr>
            <p:cNvPr id="42" name="Text 39"/>
            <p:cNvSpPr/>
            <p:nvPr/>
          </p:nvSpPr>
          <p:spPr>
            <a:xfrm>
              <a:off x="3078864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힐로웨이브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078864" y="9218132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고순도 HA </a:t>
              </a:r>
              <a:r>
                <a:rPr lang="en-US" sz="965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콜라겐부스터</a:t>
              </a:r>
              <a:endPara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— 수분 · 탄력 · 피부결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7AC3AC3-F052-C230-853A-99FEF9369ACB}"/>
                </a:ext>
              </a:extLst>
            </p:cNvPr>
            <p:cNvSpPr/>
            <p:nvPr/>
          </p:nvSpPr>
          <p:spPr>
            <a:xfrm>
              <a:off x="3069770" y="7840652"/>
              <a:ext cx="1837632" cy="1040862"/>
            </a:xfrm>
            <a:prstGeom prst="rect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C93FF9B0-2397-3227-5BB6-AC461D01FDA9}"/>
              </a:ext>
            </a:extLst>
          </p:cNvPr>
          <p:cNvGrpSpPr/>
          <p:nvPr/>
        </p:nvGrpSpPr>
        <p:grpSpPr>
          <a:xfrm>
            <a:off x="5379520" y="9675648"/>
            <a:ext cx="4345149" cy="1757005"/>
            <a:chOff x="9664384" y="7263323"/>
            <a:chExt cx="4345149" cy="175700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8CBC44F5-AC36-CF95-37DC-3400D4038C9F}"/>
                </a:ext>
              </a:extLst>
            </p:cNvPr>
            <p:cNvGrpSpPr/>
            <p:nvPr/>
          </p:nvGrpSpPr>
          <p:grpSpPr>
            <a:xfrm>
              <a:off x="9664384" y="7263323"/>
              <a:ext cx="2193623" cy="1757005"/>
              <a:chOff x="5212202" y="7847831"/>
              <a:chExt cx="2193623" cy="1757005"/>
            </a:xfrm>
          </p:grpSpPr>
          <p:sp>
            <p:nvSpPr>
              <p:cNvPr id="44" name="Text 41"/>
              <p:cNvSpPr/>
              <p:nvPr/>
            </p:nvSpPr>
            <p:spPr>
              <a:xfrm>
                <a:off x="5230389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en-US" sz="1183" b="1" dirty="0" err="1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쥬비덤</a:t>
                </a:r>
                <a:r>
                  <a:rPr lang="en-US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 </a:t>
                </a:r>
                <a:r>
                  <a:rPr lang="en-US" sz="1183" b="1" dirty="0" err="1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스킨바이브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5230390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en-US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프리미엄 HA — 오래가는 보습 · </a:t>
                </a:r>
              </a:p>
              <a:p>
                <a:pPr>
                  <a:lnSpc>
                    <a:spcPct val="131104"/>
                  </a:lnSpc>
                </a:pPr>
                <a:r>
                  <a:rPr lang="en-US" sz="965" dirty="0" err="1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잔주름</a:t>
                </a:r>
                <a:r>
                  <a:rPr lang="en-US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 개선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78D7F5B0-12CF-C48D-0374-D756879E73E1}"/>
                  </a:ext>
                </a:extLst>
              </p:cNvPr>
              <p:cNvSpPr/>
              <p:nvPr/>
            </p:nvSpPr>
            <p:spPr>
              <a:xfrm>
                <a:off x="5212202" y="7847831"/>
                <a:ext cx="1837632" cy="1040862"/>
              </a:xfrm>
              <a:prstGeom prst="rect">
                <a:avLst/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2A4D949-DF8A-3352-E43B-9DF607312FC8}"/>
                </a:ext>
              </a:extLst>
            </p:cNvPr>
            <p:cNvGrpSpPr/>
            <p:nvPr/>
          </p:nvGrpSpPr>
          <p:grpSpPr>
            <a:xfrm>
              <a:off x="11806816" y="7263323"/>
              <a:ext cx="2202717" cy="1757005"/>
              <a:chOff x="7354634" y="7847831"/>
              <a:chExt cx="2202717" cy="1757005"/>
            </a:xfrm>
          </p:grpSpPr>
          <p:sp>
            <p:nvSpPr>
              <p:cNvPr id="46" name="Text 43"/>
              <p:cNvSpPr/>
              <p:nvPr/>
            </p:nvSpPr>
            <p:spPr>
              <a:xfrm>
                <a:off x="7381915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en-US" sz="1183" b="1" dirty="0" err="1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벨로테로</a:t>
                </a:r>
                <a:r>
                  <a:rPr lang="en-US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 </a:t>
                </a:r>
                <a:r>
                  <a:rPr lang="en-US" sz="1183" b="1" dirty="0" err="1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리바이브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7381915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en-US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HA + 글리세롤 — 보습 · 장벽강화 · 항염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6842A6A3-0F28-D48F-2F62-69A6C2DCCBC8}"/>
                  </a:ext>
                </a:extLst>
              </p:cNvPr>
              <p:cNvSpPr/>
              <p:nvPr/>
            </p:nvSpPr>
            <p:spPr>
              <a:xfrm>
                <a:off x="7354634" y="7847831"/>
                <a:ext cx="1837632" cy="1040862"/>
              </a:xfrm>
              <a:prstGeom prst="rect">
                <a:avLst/>
              </a:prstGeom>
              <a:blipFill dpi="0"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Text 36">
            <a:extLst>
              <a:ext uri="{FF2B5EF4-FFF2-40B4-BE49-F238E27FC236}">
                <a16:creationId xmlns:a16="http://schemas.microsoft.com/office/drawing/2014/main" id="{7E4C7A88-8F87-BC7C-5E4F-37B6E63124F1}"/>
              </a:ext>
            </a:extLst>
          </p:cNvPr>
          <p:cNvSpPr/>
          <p:nvPr/>
        </p:nvSpPr>
        <p:spPr>
          <a:xfrm>
            <a:off x="5379521" y="7460460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ko-KR" alt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탄력 </a:t>
            </a:r>
            <a:r>
              <a:rPr lang="en-US" altLang="ko-KR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/ </a:t>
            </a:r>
            <a:r>
              <a:rPr lang="ko-KR" altLang="en-US" sz="1556" b="1" dirty="0" err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물광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703C385-418D-C576-3BD5-9C9EBF15EAC0}"/>
              </a:ext>
            </a:extLst>
          </p:cNvPr>
          <p:cNvSpPr/>
          <p:nvPr/>
        </p:nvSpPr>
        <p:spPr>
          <a:xfrm>
            <a:off x="5379520" y="12632221"/>
            <a:ext cx="2175436" cy="192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ko-KR" altLang="en-US" sz="1183" b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하이주</a:t>
            </a:r>
            <a:endParaRPr lang="en-US" sz="118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D156B3FE-DADC-EC72-3392-A81F5090B9B2}"/>
              </a:ext>
            </a:extLst>
          </p:cNvPr>
          <p:cNvSpPr/>
          <p:nvPr/>
        </p:nvSpPr>
        <p:spPr>
          <a:xfrm>
            <a:off x="5379520" y="12848111"/>
            <a:ext cx="2175436" cy="209162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31104"/>
              </a:lnSpc>
            </a:pPr>
            <a:r>
              <a:rPr lang="ko-KR" alt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고밀도 </a:t>
            </a:r>
            <a:r>
              <a:rPr lang="ko-KR" altLang="en-US" sz="965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수분케어</a:t>
            </a:r>
            <a:endParaRPr lang="en-US" sz="96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CF773360-A023-032B-A4FA-4B0B80893B79}"/>
              </a:ext>
            </a:extLst>
          </p:cNvPr>
          <p:cNvGrpSpPr/>
          <p:nvPr/>
        </p:nvGrpSpPr>
        <p:grpSpPr>
          <a:xfrm>
            <a:off x="927338" y="3248885"/>
            <a:ext cx="8432248" cy="0"/>
            <a:chOff x="927338" y="3248885"/>
            <a:chExt cx="8432248" cy="0"/>
          </a:xfrm>
        </p:grpSpPr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01735976-8FB8-113C-2A04-C4D5B54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715F6CC-9CE3-EF6B-DD40-AC5C9FBB3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80811B-7007-8124-B2BB-2B884832C080}"/>
              </a:ext>
            </a:extLst>
          </p:cNvPr>
          <p:cNvGrpSpPr/>
          <p:nvPr/>
        </p:nvGrpSpPr>
        <p:grpSpPr>
          <a:xfrm>
            <a:off x="927338" y="7760260"/>
            <a:ext cx="8432248" cy="0"/>
            <a:chOff x="927338" y="3248885"/>
            <a:chExt cx="8432248" cy="0"/>
          </a:xfrm>
        </p:grpSpPr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A10763DF-B096-9E02-9E98-EBF1ADD6F58F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CE9895A-F689-72E1-7C5E-6FA1C9D5BE4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CF7E86-60CC-4359-125C-759FD1CF35A7}"/>
              </a:ext>
            </a:extLst>
          </p:cNvPr>
          <p:cNvGrpSpPr/>
          <p:nvPr/>
        </p:nvGrpSpPr>
        <p:grpSpPr>
          <a:xfrm>
            <a:off x="3087956" y="6304259"/>
            <a:ext cx="2175436" cy="642064"/>
            <a:chOff x="5230389" y="4422876"/>
            <a:chExt cx="2175436" cy="642064"/>
          </a:xfrm>
        </p:grpSpPr>
        <p:sp>
          <p:nvSpPr>
            <p:cNvPr id="4" name="Text 13">
              <a:extLst>
                <a:ext uri="{FF2B5EF4-FFF2-40B4-BE49-F238E27FC236}">
                  <a16:creationId xmlns:a16="http://schemas.microsoft.com/office/drawing/2014/main" id="{204CB965-F157-1162-5997-13DAB2EC61C2}"/>
                </a:ext>
              </a:extLst>
            </p:cNvPr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ko-KR" altLang="en-US" sz="1183" b="1" dirty="0" err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엑소제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0D2CF46A-E595-122C-D7CC-3B57F54930E5}"/>
                </a:ext>
              </a:extLst>
            </p:cNvPr>
            <p:cNvSpPr/>
            <p:nvPr/>
          </p:nvSpPr>
          <p:spPr>
            <a:xfrm>
              <a:off x="5230389" y="4638766"/>
              <a:ext cx="2175436" cy="42617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/>
            </a:bodyPr>
            <a:lstStyle/>
            <a:p>
              <a:pPr>
                <a:lnSpc>
                  <a:spcPct val="131104"/>
                </a:lnSpc>
              </a:pPr>
              <a:r>
                <a:rPr lang="ko-KR" altLang="en-US" sz="9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줄기세포 유래 성분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ko-KR" altLang="en-US" sz="9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 </a:t>
              </a:r>
              <a:r>
                <a:rPr lang="en-US" altLang="ko-KR" sz="9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— </a:t>
              </a:r>
              <a:r>
                <a:rPr lang="ko-KR" altLang="en-US" sz="9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피부 재생 및 장벽 강화</a:t>
              </a:r>
              <a:endParaRPr lang="en-US" sz="9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스킨부스터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재생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· </a:t>
            </a:r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콜라겐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</a:t>
            </a:r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볼륨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· ECM ·  </a:t>
            </a:r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탄력</a:t>
            </a:r>
            <a:r>
              <a:rPr lang="en-US" altLang="ko-KR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</a:t>
            </a:r>
            <a:r>
              <a:rPr lang="en-US" altLang="ko-KR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물광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0627B9-B2BB-446F-4014-D1692DF8E8BE}"/>
              </a:ext>
            </a:extLst>
          </p:cNvPr>
          <p:cNvGrpSpPr/>
          <p:nvPr/>
        </p:nvGrpSpPr>
        <p:grpSpPr>
          <a:xfrm>
            <a:off x="930580" y="2720019"/>
            <a:ext cx="8316077" cy="1496252"/>
            <a:chOff x="930580" y="2720019"/>
            <a:chExt cx="8316077" cy="149625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F6BE59-3378-1C3C-740C-8BCFF4B73C25}"/>
                </a:ext>
              </a:extLst>
            </p:cNvPr>
            <p:cNvSpPr txBox="1"/>
            <p:nvPr/>
          </p:nvSpPr>
          <p:spPr>
            <a:xfrm>
              <a:off x="930580" y="2720019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재생</a:t>
              </a:r>
            </a:p>
          </p:txBody>
        </p:sp>
        <p:sp>
          <p:nvSpPr>
            <p:cNvPr id="114" name="Shape 7">
              <a:extLst>
                <a:ext uri="{FF2B5EF4-FFF2-40B4-BE49-F238E27FC236}">
                  <a16:creationId xmlns:a16="http://schemas.microsoft.com/office/drawing/2014/main" id="{883F2A57-DC8F-5F6A-617A-619BD74F9056}"/>
                </a:ext>
              </a:extLst>
            </p:cNvPr>
            <p:cNvSpPr/>
            <p:nvPr/>
          </p:nvSpPr>
          <p:spPr>
            <a:xfrm>
              <a:off x="1041515" y="343474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6" name="Shape 7">
              <a:extLst>
                <a:ext uri="{FF2B5EF4-FFF2-40B4-BE49-F238E27FC236}">
                  <a16:creationId xmlns:a16="http://schemas.microsoft.com/office/drawing/2014/main" id="{2C7E9AFF-D4D8-409B-B054-E98A5B26C883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8" name="Shape 7">
              <a:extLst>
                <a:ext uri="{FF2B5EF4-FFF2-40B4-BE49-F238E27FC236}">
                  <a16:creationId xmlns:a16="http://schemas.microsoft.com/office/drawing/2014/main" id="{404CEEB9-FE28-B85C-760A-1116B91CFEDC}"/>
                </a:ext>
              </a:extLst>
            </p:cNvPr>
            <p:cNvSpPr/>
            <p:nvPr/>
          </p:nvSpPr>
          <p:spPr>
            <a:xfrm>
              <a:off x="1041515" y="382043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2" name="Text 11">
              <a:extLst>
                <a:ext uri="{FF2B5EF4-FFF2-40B4-BE49-F238E27FC236}">
                  <a16:creationId xmlns:a16="http://schemas.microsoft.com/office/drawing/2014/main" id="{2117F15C-6805-92B1-E917-BF8F4CAE6D0B}"/>
                </a:ext>
              </a:extLst>
            </p:cNvPr>
            <p:cNvSpPr/>
            <p:nvPr/>
          </p:nvSpPr>
          <p:spPr>
            <a:xfrm>
              <a:off x="1044691" y="3057439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리쥬란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힐러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R (2cc) 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더마샤인으로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주입 시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+5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만원 추가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포텐자로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주입 시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+10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만원 추가</a:t>
              </a:r>
            </a:p>
          </p:txBody>
        </p:sp>
        <p:sp>
          <p:nvSpPr>
            <p:cNvPr id="113" name="Text 15">
              <a:extLst>
                <a:ext uri="{FF2B5EF4-FFF2-40B4-BE49-F238E27FC236}">
                  <a16:creationId xmlns:a16="http://schemas.microsoft.com/office/drawing/2014/main" id="{F2AD08AD-2B1C-9665-0D8D-A31B92704383}"/>
                </a:ext>
              </a:extLst>
            </p:cNvPr>
            <p:cNvSpPr/>
            <p:nvPr/>
          </p:nvSpPr>
          <p:spPr>
            <a:xfrm>
              <a:off x="6981209" y="3058910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</a:p>
          </p:txBody>
        </p:sp>
        <p:sp>
          <p:nvSpPr>
            <p:cNvPr id="110" name="Text 11">
              <a:extLst>
                <a:ext uri="{FF2B5EF4-FFF2-40B4-BE49-F238E27FC236}">
                  <a16:creationId xmlns:a16="http://schemas.microsoft.com/office/drawing/2014/main" id="{43CA04EE-1A71-B8E6-FA01-26604D53849B}"/>
                </a:ext>
              </a:extLst>
            </p:cNvPr>
            <p:cNvSpPr/>
            <p:nvPr/>
          </p:nvSpPr>
          <p:spPr>
            <a:xfrm>
              <a:off x="1044691" y="344928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리쥬란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힐러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HB (1cc)</a:t>
              </a:r>
              <a:endPara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111" name="Text 15">
              <a:extLst>
                <a:ext uri="{FF2B5EF4-FFF2-40B4-BE49-F238E27FC236}">
                  <a16:creationId xmlns:a16="http://schemas.microsoft.com/office/drawing/2014/main" id="{4BD8EE7D-3CFF-92D2-74AB-C9EFC0206535}"/>
                </a:ext>
              </a:extLst>
            </p:cNvPr>
            <p:cNvSpPr/>
            <p:nvPr/>
          </p:nvSpPr>
          <p:spPr>
            <a:xfrm>
              <a:off x="6981209" y="345075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08" name="Text 11">
              <a:extLst>
                <a:ext uri="{FF2B5EF4-FFF2-40B4-BE49-F238E27FC236}">
                  <a16:creationId xmlns:a16="http://schemas.microsoft.com/office/drawing/2014/main" id="{0481B1C7-D92C-3795-EC47-8DDF1D1BD282}"/>
                </a:ext>
              </a:extLst>
            </p:cNvPr>
            <p:cNvSpPr/>
            <p:nvPr/>
          </p:nvSpPr>
          <p:spPr>
            <a:xfrm>
              <a:off x="1044691" y="3828743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리쥬란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힐러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I (1cc)</a:t>
              </a:r>
            </a:p>
          </p:txBody>
        </p:sp>
        <p:sp>
          <p:nvSpPr>
            <p:cNvPr id="109" name="Text 15">
              <a:extLst>
                <a:ext uri="{FF2B5EF4-FFF2-40B4-BE49-F238E27FC236}">
                  <a16:creationId xmlns:a16="http://schemas.microsoft.com/office/drawing/2014/main" id="{ECD195C4-54E2-0260-6884-BEE2B6DFFB47}"/>
                </a:ext>
              </a:extLst>
            </p:cNvPr>
            <p:cNvSpPr/>
            <p:nvPr/>
          </p:nvSpPr>
          <p:spPr>
            <a:xfrm>
              <a:off x="6981209" y="383021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20" name="Shape 7">
              <a:extLst>
                <a:ext uri="{FF2B5EF4-FFF2-40B4-BE49-F238E27FC236}">
                  <a16:creationId xmlns:a16="http://schemas.microsoft.com/office/drawing/2014/main" id="{90803F78-704E-9988-3DA6-864552ACA6B6}"/>
                </a:ext>
              </a:extLst>
            </p:cNvPr>
            <p:cNvSpPr/>
            <p:nvPr/>
          </p:nvSpPr>
          <p:spPr>
            <a:xfrm>
              <a:off x="1041515" y="420266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123" name="Shape 7">
            <a:extLst>
              <a:ext uri="{FF2B5EF4-FFF2-40B4-BE49-F238E27FC236}">
                <a16:creationId xmlns:a16="http://schemas.microsoft.com/office/drawing/2014/main" id="{14766AB7-B42A-0519-0429-6E88F9CC9B22}"/>
              </a:ext>
            </a:extLst>
          </p:cNvPr>
          <p:cNvSpPr/>
          <p:nvPr/>
        </p:nvSpPr>
        <p:spPr>
          <a:xfrm>
            <a:off x="1041515" y="63997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29695242-7D7B-23F0-D2AC-456FF52680CA}"/>
              </a:ext>
            </a:extLst>
          </p:cNvPr>
          <p:cNvSpPr/>
          <p:nvPr/>
        </p:nvSpPr>
        <p:spPr>
          <a:xfrm>
            <a:off x="1044691" y="6408012"/>
            <a:ext cx="5660909" cy="770722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올리디아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</a:t>
            </a:r>
            <a:r>
              <a:rPr lang="ko-KR" altLang="en-US" sz="10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더마샤인으로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주입 시 </a:t>
            </a:r>
            <a:r>
              <a: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+5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만원 추가 </a:t>
            </a:r>
            <a:r>
              <a: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 </a:t>
            </a:r>
            <a:r>
              <a:rPr lang="ko-KR" altLang="en-US" sz="10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포텐자로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주입 시 </a:t>
            </a:r>
            <a:r>
              <a: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+10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만원 추가</a:t>
            </a: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A816B10-0115-6AAB-C390-DC9BEFAC69F7}"/>
              </a:ext>
            </a:extLst>
          </p:cNvPr>
          <p:cNvSpPr/>
          <p:nvPr/>
        </p:nvSpPr>
        <p:spPr>
          <a:xfrm>
            <a:off x="6981209" y="6409483"/>
            <a:ext cx="2265448" cy="7692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120 (4cc)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</a:p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365 (1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병</a:t>
            </a:r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6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485CC30B-6D60-DF5F-EE90-77B7268E13A4}"/>
              </a:ext>
            </a:extLst>
          </p:cNvPr>
          <p:cNvSpPr/>
          <p:nvPr/>
        </p:nvSpPr>
        <p:spPr>
          <a:xfrm>
            <a:off x="1041515" y="717635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60F540FE-75C4-770C-880E-F4DA89E5081B}"/>
              </a:ext>
            </a:extLst>
          </p:cNvPr>
          <p:cNvSpPr/>
          <p:nvPr/>
        </p:nvSpPr>
        <p:spPr>
          <a:xfrm>
            <a:off x="1044691" y="5146790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쥬베룩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스킨 </a:t>
            </a:r>
            <a:r>
              <a:rPr lang="ko-KR" altLang="en-US" sz="10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더마샤인으로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주입 시 </a:t>
            </a:r>
            <a:r>
              <a: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+5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만원 추가 </a:t>
            </a:r>
            <a:r>
              <a: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/ </a:t>
            </a:r>
            <a:r>
              <a:rPr lang="ko-KR" altLang="en-US" sz="1000" dirty="0" err="1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포텐자로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주입 시 </a:t>
            </a:r>
            <a:r>
              <a: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+10</a:t>
            </a:r>
            <a:r>
              <a: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만원 추가</a:t>
            </a:r>
            <a:endParaRPr lang="ko-KR" altLang="en-US" sz="10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7" name="Text 15">
            <a:extLst>
              <a:ext uri="{FF2B5EF4-FFF2-40B4-BE49-F238E27FC236}">
                <a16:creationId xmlns:a16="http://schemas.microsoft.com/office/drawing/2014/main" id="{2141CB39-CB43-70B9-EEEC-76A42F380FEF}"/>
              </a:ext>
            </a:extLst>
          </p:cNvPr>
          <p:cNvSpPr/>
          <p:nvPr/>
        </p:nvSpPr>
        <p:spPr>
          <a:xfrm>
            <a:off x="7711440" y="5148261"/>
            <a:ext cx="1535216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4cc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1Vial(8cc)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57B17C8A-93B1-5C79-68A0-2F70088F2146}"/>
              </a:ext>
            </a:extLst>
          </p:cNvPr>
          <p:cNvSpPr/>
          <p:nvPr/>
        </p:nvSpPr>
        <p:spPr>
          <a:xfrm>
            <a:off x="1041515" y="576694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9A1CCE11-8AC1-6AF1-C454-10BF2144FDA1}"/>
              </a:ext>
            </a:extLst>
          </p:cNvPr>
          <p:cNvSpPr/>
          <p:nvPr/>
        </p:nvSpPr>
        <p:spPr>
          <a:xfrm>
            <a:off x="1044691" y="577955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쥬베룩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볼륨 </a:t>
            </a:r>
            <a:r>
              <a: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(8cc)</a:t>
            </a: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C68EA4E0-19DD-D21F-D992-029E097932DA}"/>
              </a:ext>
            </a:extLst>
          </p:cNvPr>
          <p:cNvSpPr/>
          <p:nvPr/>
        </p:nvSpPr>
        <p:spPr>
          <a:xfrm>
            <a:off x="7924510" y="5781025"/>
            <a:ext cx="1322146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회</a:t>
            </a:r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3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회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4" name="Text 11">
            <a:extLst>
              <a:ext uri="{FF2B5EF4-FFF2-40B4-BE49-F238E27FC236}">
                <a16:creationId xmlns:a16="http://schemas.microsoft.com/office/drawing/2014/main" id="{F1E61DD0-E71D-481E-C763-A8D5BDE44943}"/>
              </a:ext>
            </a:extLst>
          </p:cNvPr>
          <p:cNvSpPr/>
          <p:nvPr/>
        </p:nvSpPr>
        <p:spPr>
          <a:xfrm>
            <a:off x="1044691" y="718874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래디어스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</a:t>
            </a:r>
            <a:r>
              <a: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1syr</a:t>
            </a:r>
          </a:p>
        </p:txBody>
      </p:sp>
      <p:sp>
        <p:nvSpPr>
          <p:cNvPr id="205" name="Text 15">
            <a:extLst>
              <a:ext uri="{FF2B5EF4-FFF2-40B4-BE49-F238E27FC236}">
                <a16:creationId xmlns:a16="http://schemas.microsoft.com/office/drawing/2014/main" id="{E79B571A-C18F-6D42-BCF1-70FA44859326}"/>
              </a:ext>
            </a:extLst>
          </p:cNvPr>
          <p:cNvSpPr/>
          <p:nvPr/>
        </p:nvSpPr>
        <p:spPr>
          <a:xfrm>
            <a:off x="7924510" y="7190215"/>
            <a:ext cx="1322146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회</a:t>
            </a:r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3</a:t>
            </a:r>
            <a:r>
              <a:rPr lang="ko-KR" alt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회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2,500,000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3" name="Shape 7">
            <a:extLst>
              <a:ext uri="{FF2B5EF4-FFF2-40B4-BE49-F238E27FC236}">
                <a16:creationId xmlns:a16="http://schemas.microsoft.com/office/drawing/2014/main" id="{17F873F4-188A-C171-6878-E560B0FA6793}"/>
              </a:ext>
            </a:extLst>
          </p:cNvPr>
          <p:cNvSpPr/>
          <p:nvPr/>
        </p:nvSpPr>
        <p:spPr>
          <a:xfrm>
            <a:off x="1041515" y="7808896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E800C45-D5B8-0604-3BB8-EC3AFBEE4796}"/>
              </a:ext>
            </a:extLst>
          </p:cNvPr>
          <p:cNvSpPr txBox="1"/>
          <p:nvPr/>
        </p:nvSpPr>
        <p:spPr>
          <a:xfrm>
            <a:off x="930580" y="4800505"/>
            <a:ext cx="154080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콜라겐 </a:t>
            </a:r>
            <a:r>
              <a:rPr lang="en-US" altLang="ko-KR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· </a:t>
            </a:r>
            <a:r>
              <a: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볼륨</a:t>
            </a:r>
          </a:p>
        </p:txBody>
      </p:sp>
      <p:sp>
        <p:nvSpPr>
          <p:cNvPr id="214" name="Shape 7">
            <a:extLst>
              <a:ext uri="{FF2B5EF4-FFF2-40B4-BE49-F238E27FC236}">
                <a16:creationId xmlns:a16="http://schemas.microsoft.com/office/drawing/2014/main" id="{B7D3E4E3-A64D-ED1B-6E12-9EF5CE2AF20F}"/>
              </a:ext>
            </a:extLst>
          </p:cNvPr>
          <p:cNvSpPr/>
          <p:nvPr/>
        </p:nvSpPr>
        <p:spPr>
          <a:xfrm>
            <a:off x="1041515" y="5127260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75E5514-E10C-C634-A1A7-8D2B67082257}"/>
              </a:ext>
            </a:extLst>
          </p:cNvPr>
          <p:cNvGrpSpPr/>
          <p:nvPr/>
        </p:nvGrpSpPr>
        <p:grpSpPr>
          <a:xfrm>
            <a:off x="930580" y="9773882"/>
            <a:ext cx="8316077" cy="2516627"/>
            <a:chOff x="930580" y="10677088"/>
            <a:chExt cx="8316077" cy="2516627"/>
          </a:xfrm>
        </p:grpSpPr>
        <p:sp>
          <p:nvSpPr>
            <p:cNvPr id="248" name="Shape 7">
              <a:extLst>
                <a:ext uri="{FF2B5EF4-FFF2-40B4-BE49-F238E27FC236}">
                  <a16:creationId xmlns:a16="http://schemas.microsoft.com/office/drawing/2014/main" id="{CEC68061-309C-D591-B275-7E6E0F5B9919}"/>
                </a:ext>
              </a:extLst>
            </p:cNvPr>
            <p:cNvSpPr/>
            <p:nvPr/>
          </p:nvSpPr>
          <p:spPr>
            <a:xfrm>
              <a:off x="1041515" y="1139181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9" name="Shape 7">
              <a:extLst>
                <a:ext uri="{FF2B5EF4-FFF2-40B4-BE49-F238E27FC236}">
                  <a16:creationId xmlns:a16="http://schemas.microsoft.com/office/drawing/2014/main" id="{C6DDB5FC-9968-D5D3-1DCE-997CC7C67F02}"/>
                </a:ext>
              </a:extLst>
            </p:cNvPr>
            <p:cNvSpPr/>
            <p:nvPr/>
          </p:nvSpPr>
          <p:spPr>
            <a:xfrm>
              <a:off x="1041515" y="1100384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50" name="Shape 7">
              <a:extLst>
                <a:ext uri="{FF2B5EF4-FFF2-40B4-BE49-F238E27FC236}">
                  <a16:creationId xmlns:a16="http://schemas.microsoft.com/office/drawing/2014/main" id="{F8182B89-255B-E588-5D04-1C853DA3965D}"/>
                </a:ext>
              </a:extLst>
            </p:cNvPr>
            <p:cNvSpPr/>
            <p:nvPr/>
          </p:nvSpPr>
          <p:spPr>
            <a:xfrm>
              <a:off x="1041515" y="1177750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4" name="Shape 7">
              <a:extLst>
                <a:ext uri="{FF2B5EF4-FFF2-40B4-BE49-F238E27FC236}">
                  <a16:creationId xmlns:a16="http://schemas.microsoft.com/office/drawing/2014/main" id="{A9E86E26-B311-6CFD-A8B9-10224E5E7DD2}"/>
                </a:ext>
              </a:extLst>
            </p:cNvPr>
            <p:cNvSpPr/>
            <p:nvPr/>
          </p:nvSpPr>
          <p:spPr>
            <a:xfrm>
              <a:off x="1041515" y="1240832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5" name="Text 11">
              <a:extLst>
                <a:ext uri="{FF2B5EF4-FFF2-40B4-BE49-F238E27FC236}">
                  <a16:creationId xmlns:a16="http://schemas.microsoft.com/office/drawing/2014/main" id="{6D564DDE-BF34-FEE0-B40C-6503F9151C36}"/>
                </a:ext>
              </a:extLst>
            </p:cNvPr>
            <p:cNvSpPr/>
            <p:nvPr/>
          </p:nvSpPr>
          <p:spPr>
            <a:xfrm>
              <a:off x="1040343" y="11788169"/>
              <a:ext cx="3905742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힐로웨이브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32CA14B1-54B8-5317-9EF6-3B8290F7C2FF}"/>
                </a:ext>
              </a:extLst>
            </p:cNvPr>
            <p:cNvSpPr txBox="1"/>
            <p:nvPr/>
          </p:nvSpPr>
          <p:spPr>
            <a:xfrm>
              <a:off x="930580" y="10677088"/>
              <a:ext cx="133882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탄력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· </a:t>
              </a:r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물광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37" name="Text 11">
              <a:extLst>
                <a:ext uri="{FF2B5EF4-FFF2-40B4-BE49-F238E27FC236}">
                  <a16:creationId xmlns:a16="http://schemas.microsoft.com/office/drawing/2014/main" id="{CE7C4110-0615-9FF5-AA4B-C2C2C1311DE0}"/>
                </a:ext>
              </a:extLst>
            </p:cNvPr>
            <p:cNvSpPr/>
            <p:nvPr/>
          </p:nvSpPr>
          <p:spPr>
            <a:xfrm>
              <a:off x="1044691" y="1100571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베이직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물광주사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(2cc)</a:t>
              </a:r>
            </a:p>
          </p:txBody>
        </p:sp>
        <p:sp>
          <p:nvSpPr>
            <p:cNvPr id="238" name="Text 11">
              <a:extLst>
                <a:ext uri="{FF2B5EF4-FFF2-40B4-BE49-F238E27FC236}">
                  <a16:creationId xmlns:a16="http://schemas.microsoft.com/office/drawing/2014/main" id="{B07E1F21-8A6F-73E7-7B9B-81FEC1F2E14C}"/>
                </a:ext>
              </a:extLst>
            </p:cNvPr>
            <p:cNvSpPr/>
            <p:nvPr/>
          </p:nvSpPr>
          <p:spPr>
            <a:xfrm>
              <a:off x="1044691" y="11399082"/>
              <a:ext cx="57752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릴리이드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1Vial (5cc) </a:t>
              </a:r>
              <a:r>
                <a:rPr lang="ko-KR" altLang="en-US" sz="14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더마샤인으로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주입 시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+5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만원 추가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/ </a:t>
              </a:r>
              <a:r>
                <a:rPr lang="ko-KR" altLang="en-US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포텐자로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주입 시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+10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만원 추가</a:t>
              </a:r>
              <a:r>
                <a:rPr lang="en-US" altLang="ko-KR" sz="10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9F268E9E-6B92-5F3E-0D58-1D2C2C43FA55}"/>
                </a:ext>
              </a:extLst>
            </p:cNvPr>
            <p:cNvSpPr/>
            <p:nvPr/>
          </p:nvSpPr>
          <p:spPr>
            <a:xfrm>
              <a:off x="8585650" y="11085735"/>
              <a:ext cx="66100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C1A8D845-0A3A-E136-EC93-65C18E0D4DA1}"/>
                </a:ext>
              </a:extLst>
            </p:cNvPr>
            <p:cNvSpPr/>
            <p:nvPr/>
          </p:nvSpPr>
          <p:spPr>
            <a:xfrm>
              <a:off x="8492676" y="11479100"/>
              <a:ext cx="75398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180,000</a:t>
              </a:r>
            </a:p>
          </p:txBody>
        </p:sp>
        <p:sp>
          <p:nvSpPr>
            <p:cNvPr id="246" name="Text 15">
              <a:extLst>
                <a:ext uri="{FF2B5EF4-FFF2-40B4-BE49-F238E27FC236}">
                  <a16:creationId xmlns:a16="http://schemas.microsoft.com/office/drawing/2014/main" id="{13EE5C0F-A992-E353-5BC8-9C7A1736D8E6}"/>
                </a:ext>
              </a:extLst>
            </p:cNvPr>
            <p:cNvSpPr/>
            <p:nvPr/>
          </p:nvSpPr>
          <p:spPr>
            <a:xfrm>
              <a:off x="8058723" y="11882801"/>
              <a:ext cx="1183584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4cc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52795262-C4C4-0B25-3C3B-F6BE708619A7}"/>
                </a:ext>
              </a:extLst>
            </p:cNvPr>
            <p:cNvGrpSpPr/>
            <p:nvPr/>
          </p:nvGrpSpPr>
          <p:grpSpPr>
            <a:xfrm>
              <a:off x="1041515" y="12794414"/>
              <a:ext cx="8205142" cy="399301"/>
              <a:chOff x="1041515" y="5834612"/>
              <a:chExt cx="8205142" cy="399301"/>
            </a:xfrm>
          </p:grpSpPr>
          <p:sp>
            <p:nvSpPr>
              <p:cNvPr id="252" name="Shape 7">
                <a:extLst>
                  <a:ext uri="{FF2B5EF4-FFF2-40B4-BE49-F238E27FC236}">
                    <a16:creationId xmlns:a16="http://schemas.microsoft.com/office/drawing/2014/main" id="{B152B9E3-CEB7-1AEB-9E96-0385C2C52F57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856B8AE0-B325-DAB9-1ADA-121E3E3A025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5" name="Text 11">
              <a:extLst>
                <a:ext uri="{FF2B5EF4-FFF2-40B4-BE49-F238E27FC236}">
                  <a16:creationId xmlns:a16="http://schemas.microsoft.com/office/drawing/2014/main" id="{D8D51D21-AD53-5CEE-6558-F311B03059ED}"/>
                </a:ext>
              </a:extLst>
            </p:cNvPr>
            <p:cNvSpPr/>
            <p:nvPr/>
          </p:nvSpPr>
          <p:spPr>
            <a:xfrm>
              <a:off x="1044691" y="12408320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쥬비덤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스킨바이브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(2cc)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3E3969C9-853C-C996-DCF7-7D280DDC0624}"/>
                </a:ext>
              </a:extLst>
            </p:cNvPr>
            <p:cNvSpPr/>
            <p:nvPr/>
          </p:nvSpPr>
          <p:spPr>
            <a:xfrm>
              <a:off x="1044691" y="12801685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벨로테로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리바이브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(2cc)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0F4DC521-26BE-92B4-AFEE-AD2C45868EC8}"/>
                </a:ext>
              </a:extLst>
            </p:cNvPr>
            <p:cNvSpPr/>
            <p:nvPr/>
          </p:nvSpPr>
          <p:spPr>
            <a:xfrm>
              <a:off x="8470234" y="12488338"/>
              <a:ext cx="77642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</p:txBody>
        </p:sp>
        <p:sp>
          <p:nvSpPr>
            <p:cNvPr id="260" name="Text 15">
              <a:extLst>
                <a:ext uri="{FF2B5EF4-FFF2-40B4-BE49-F238E27FC236}">
                  <a16:creationId xmlns:a16="http://schemas.microsoft.com/office/drawing/2014/main" id="{B682348B-7883-59C9-B73F-9B98C71058FE}"/>
                </a:ext>
              </a:extLst>
            </p:cNvPr>
            <p:cNvSpPr/>
            <p:nvPr/>
          </p:nvSpPr>
          <p:spPr>
            <a:xfrm>
              <a:off x="8462219" y="12881703"/>
              <a:ext cx="784437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sp>
        <p:nvSpPr>
          <p:cNvPr id="262" name="Text 96">
            <a:extLst>
              <a:ext uri="{FF2B5EF4-FFF2-40B4-BE49-F238E27FC236}">
                <a16:creationId xmlns:a16="http://schemas.microsoft.com/office/drawing/2014/main" id="{DD66A37A-BBF2-55D4-A318-07588E9891A8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F96CF68-A027-85E7-2A41-1F0A97664104}"/>
              </a:ext>
            </a:extLst>
          </p:cNvPr>
          <p:cNvGrpSpPr/>
          <p:nvPr/>
        </p:nvGrpSpPr>
        <p:grpSpPr>
          <a:xfrm>
            <a:off x="930580" y="8026052"/>
            <a:ext cx="8316077" cy="1471832"/>
            <a:chOff x="930580" y="8302340"/>
            <a:chExt cx="8316077" cy="1471832"/>
          </a:xfrm>
        </p:grpSpPr>
        <p:sp>
          <p:nvSpPr>
            <p:cNvPr id="213" name="Shape 7">
              <a:extLst>
                <a:ext uri="{FF2B5EF4-FFF2-40B4-BE49-F238E27FC236}">
                  <a16:creationId xmlns:a16="http://schemas.microsoft.com/office/drawing/2014/main" id="{67074E1F-E7E2-D776-972A-5A62E63CE541}"/>
                </a:ext>
              </a:extLst>
            </p:cNvPr>
            <p:cNvSpPr/>
            <p:nvPr/>
          </p:nvSpPr>
          <p:spPr>
            <a:xfrm>
              <a:off x="1041515" y="899264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5" name="Shape 7">
              <a:extLst>
                <a:ext uri="{FF2B5EF4-FFF2-40B4-BE49-F238E27FC236}">
                  <a16:creationId xmlns:a16="http://schemas.microsoft.com/office/drawing/2014/main" id="{48AA2153-46D3-B118-EA8F-E6C978F65E51}"/>
                </a:ext>
              </a:extLst>
            </p:cNvPr>
            <p:cNvSpPr/>
            <p:nvPr/>
          </p:nvSpPr>
          <p:spPr>
            <a:xfrm>
              <a:off x="1041515" y="937833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7" name="Text 11">
              <a:extLst>
                <a:ext uri="{FF2B5EF4-FFF2-40B4-BE49-F238E27FC236}">
                  <a16:creationId xmlns:a16="http://schemas.microsoft.com/office/drawing/2014/main" id="{247C8FF0-C3D9-F3A8-D56D-1455B508EE28}"/>
                </a:ext>
              </a:extLst>
            </p:cNvPr>
            <p:cNvSpPr/>
            <p:nvPr/>
          </p:nvSpPr>
          <p:spPr>
            <a:xfrm>
              <a:off x="1044691" y="861534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셀코어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1syr</a:t>
              </a:r>
            </a:p>
          </p:txBody>
        </p:sp>
        <p:sp>
          <p:nvSpPr>
            <p:cNvPr id="218" name="Text 15">
              <a:extLst>
                <a:ext uri="{FF2B5EF4-FFF2-40B4-BE49-F238E27FC236}">
                  <a16:creationId xmlns:a16="http://schemas.microsoft.com/office/drawing/2014/main" id="{607D2774-293A-1302-479C-E0A600F2E829}"/>
                </a:ext>
              </a:extLst>
            </p:cNvPr>
            <p:cNvSpPr/>
            <p:nvPr/>
          </p:nvSpPr>
          <p:spPr>
            <a:xfrm>
              <a:off x="6981209" y="861681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0" name="Text 11">
              <a:extLst>
                <a:ext uri="{FF2B5EF4-FFF2-40B4-BE49-F238E27FC236}">
                  <a16:creationId xmlns:a16="http://schemas.microsoft.com/office/drawing/2014/main" id="{C7EEC850-AEB6-C17B-BF0A-71A349746CB8}"/>
                </a:ext>
              </a:extLst>
            </p:cNvPr>
            <p:cNvSpPr/>
            <p:nvPr/>
          </p:nvSpPr>
          <p:spPr>
            <a:xfrm>
              <a:off x="1044691" y="900718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엘라비에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리투오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1Vial (6cc)</a:t>
              </a:r>
            </a:p>
          </p:txBody>
        </p:sp>
        <p:sp>
          <p:nvSpPr>
            <p:cNvPr id="221" name="Text 15">
              <a:extLst>
                <a:ext uri="{FF2B5EF4-FFF2-40B4-BE49-F238E27FC236}">
                  <a16:creationId xmlns:a16="http://schemas.microsoft.com/office/drawing/2014/main" id="{0D6A5111-009A-5331-87E7-E445E0FCD266}"/>
                </a:ext>
              </a:extLst>
            </p:cNvPr>
            <p:cNvSpPr/>
            <p:nvPr/>
          </p:nvSpPr>
          <p:spPr>
            <a:xfrm>
              <a:off x="6981209" y="900865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ABA9B80B-983F-B6FF-A214-1E06002971B2}"/>
                </a:ext>
              </a:extLst>
            </p:cNvPr>
            <p:cNvSpPr/>
            <p:nvPr/>
          </p:nvSpPr>
          <p:spPr>
            <a:xfrm>
              <a:off x="1044691" y="938664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엘라비에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리투오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파인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1Vial (2cc)</a:t>
              </a:r>
            </a:p>
          </p:txBody>
        </p:sp>
        <p:sp>
          <p:nvSpPr>
            <p:cNvPr id="224" name="Text 15">
              <a:extLst>
                <a:ext uri="{FF2B5EF4-FFF2-40B4-BE49-F238E27FC236}">
                  <a16:creationId xmlns:a16="http://schemas.microsoft.com/office/drawing/2014/main" id="{2B7AEE63-8C86-128F-1984-37217F1D3AC2}"/>
                </a:ext>
              </a:extLst>
            </p:cNvPr>
            <p:cNvSpPr/>
            <p:nvPr/>
          </p:nvSpPr>
          <p:spPr>
            <a:xfrm>
              <a:off x="6981209" y="938811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</a:p>
          </p:txBody>
        </p:sp>
        <p:sp>
          <p:nvSpPr>
            <p:cNvPr id="227" name="Shape 7">
              <a:extLst>
                <a:ext uri="{FF2B5EF4-FFF2-40B4-BE49-F238E27FC236}">
                  <a16:creationId xmlns:a16="http://schemas.microsoft.com/office/drawing/2014/main" id="{2E62A571-0970-AF23-C0FB-4DC41AD3F34F}"/>
                </a:ext>
              </a:extLst>
            </p:cNvPr>
            <p:cNvSpPr/>
            <p:nvPr/>
          </p:nvSpPr>
          <p:spPr>
            <a:xfrm>
              <a:off x="1041515" y="976056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E8E2D98D-5F6C-649A-ED6E-6E77FD32A196}"/>
                </a:ext>
              </a:extLst>
            </p:cNvPr>
            <p:cNvSpPr/>
            <p:nvPr/>
          </p:nvSpPr>
          <p:spPr>
            <a:xfrm>
              <a:off x="1041515" y="862909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8EEF80-0B91-1E5C-2211-2F5E6CBE6BF9}"/>
                </a:ext>
              </a:extLst>
            </p:cNvPr>
            <p:cNvSpPr txBox="1"/>
            <p:nvPr/>
          </p:nvSpPr>
          <p:spPr>
            <a:xfrm>
              <a:off x="930580" y="8302340"/>
              <a:ext cx="69442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ECM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</p:grpSp>
      <p:sp>
        <p:nvSpPr>
          <p:cNvPr id="4" name="Shape 7">
            <a:extLst>
              <a:ext uri="{FF2B5EF4-FFF2-40B4-BE49-F238E27FC236}">
                <a16:creationId xmlns:a16="http://schemas.microsoft.com/office/drawing/2014/main" id="{409CBCEA-7DD9-42D8-50E1-0F969FD18F6F}"/>
              </a:ext>
            </a:extLst>
          </p:cNvPr>
          <p:cNvSpPr/>
          <p:nvPr/>
        </p:nvSpPr>
        <p:spPr>
          <a:xfrm>
            <a:off x="1044691" y="4581004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FF8BED7-0C66-E698-3878-3A1F140944A1}"/>
              </a:ext>
            </a:extLst>
          </p:cNvPr>
          <p:cNvSpPr/>
          <p:nvPr/>
        </p:nvSpPr>
        <p:spPr>
          <a:xfrm>
            <a:off x="1037167" y="4214408"/>
            <a:ext cx="56609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엑소제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</a:t>
            </a:r>
            <a:r>
              <a: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(2.5cc)</a:t>
            </a: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695BD39-EA57-CE40-19BC-5B55206D6F4E}"/>
              </a:ext>
            </a:extLst>
          </p:cNvPr>
          <p:cNvSpPr/>
          <p:nvPr/>
        </p:nvSpPr>
        <p:spPr>
          <a:xfrm>
            <a:off x="6973685" y="4215879"/>
            <a:ext cx="2265448" cy="372539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1749155-27DC-F16E-18B0-ABFA466792EE}"/>
              </a:ext>
            </a:extLst>
          </p:cNvPr>
          <p:cNvSpPr/>
          <p:nvPr/>
        </p:nvSpPr>
        <p:spPr>
          <a:xfrm>
            <a:off x="1033991" y="1269059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D3A9D47-91CF-5657-A8EC-CC373B163B5E}"/>
              </a:ext>
            </a:extLst>
          </p:cNvPr>
          <p:cNvSpPr/>
          <p:nvPr/>
        </p:nvSpPr>
        <p:spPr>
          <a:xfrm>
            <a:off x="1037167" y="12304503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더마샤인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팁 추가</a:t>
            </a:r>
            <a:endParaRPr lang="en-US" altLang="ko-KR" sz="10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CC1C6413-C780-3824-E4F5-50F7D3D1FB1A}"/>
              </a:ext>
            </a:extLst>
          </p:cNvPr>
          <p:cNvSpPr/>
          <p:nvPr/>
        </p:nvSpPr>
        <p:spPr>
          <a:xfrm>
            <a:off x="1037167" y="12697868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포텐자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</a:t>
            </a:r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펌핑팁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추가</a:t>
            </a:r>
            <a:endParaRPr lang="ko-KR" altLang="en-US" sz="1000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944B1EA8-48BF-4318-32BE-3E6103681DB4}"/>
              </a:ext>
            </a:extLst>
          </p:cNvPr>
          <p:cNvSpPr/>
          <p:nvPr/>
        </p:nvSpPr>
        <p:spPr>
          <a:xfrm>
            <a:off x="8462710" y="12384521"/>
            <a:ext cx="77642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100,000</a:t>
            </a: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90CC9D7-F9F0-2243-0DB3-2B47C9DE70B5}"/>
              </a:ext>
            </a:extLst>
          </p:cNvPr>
          <p:cNvSpPr/>
          <p:nvPr/>
        </p:nvSpPr>
        <p:spPr>
          <a:xfrm>
            <a:off x="8472328" y="12777886"/>
            <a:ext cx="76680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3F3B31E-F2DF-D2ED-63D8-7AC9020A30D8}"/>
              </a:ext>
            </a:extLst>
          </p:cNvPr>
          <p:cNvSpPr/>
          <p:nvPr/>
        </p:nvSpPr>
        <p:spPr>
          <a:xfrm>
            <a:off x="1044691" y="13072096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MEDICAL SKINCARE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메디컬 스킨케어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세라미크가 제안하는 메디컬 피부 관리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239200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클렌징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&amp; 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데일리 케어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아쿠아필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(1/2/3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단계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)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모공 속 노폐물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피지 제거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+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수분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영양 공급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890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크라이오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진정관리</a:t>
              </a:r>
            </a:p>
            <a:p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급속쿨링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—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붉은기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붓기 진정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775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3072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9384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3191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이온비타민 미백관리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고농축 이온화 비타민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C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를 피부 깊은 층에 침투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9497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소노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초음파 관리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초음파 진동으로 피부 컨디션 안정화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5794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이온자임 미백관리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미세전류를 이용한 보습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진정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피부결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개선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5698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6199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8307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6210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이온자임 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+ 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소노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관리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 컨디션 안정화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피부결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개선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924510" y="3690475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924510" y="4320598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924510" y="4951196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924510" y="558087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924510" y="6211747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71160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517195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LDM (</a:t>
              </a:r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울킨</a:t>
              </a:r>
              <a:r>
                <a: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) </a:t>
              </a:r>
            </a:p>
            <a:p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3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중 초음파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—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세포활성화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 리모델링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민감성 피부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,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멍 붓기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,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홍조 피부에 효과적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742471" y="7547970"/>
              <a:ext cx="1504185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  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(6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분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)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회 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(12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분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)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스페셜 케어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오투덤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고농도 산소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음이온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—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 재생과 진정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304506" y="8161980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7461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필링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호박필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천연 호박효소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—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각질정돈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피부톤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피부결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개선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블랙필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 </a:t>
              </a:r>
              <a:r>
                <a:rPr lang="ko-KR" altLang="en-US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과잉피지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노폐물 제거와 모공정돈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플라필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 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피부장벽을 보호하는 </a:t>
              </a:r>
              <a:r>
                <a:rPr lang="ko-KR" altLang="en-US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저자극</a:t>
              </a:r>
              <a:r>
                <a:rPr lang="ko-KR" alt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ko-KR" altLang="en-US" sz="1000" dirty="0" err="1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필링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497486" y="9154930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497486" y="9548295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497485" y="9930371"/>
              <a:ext cx="74917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6990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180049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압출 </a:t>
              </a:r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· </a:t>
              </a:r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염증주사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압출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피지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,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블랙헤드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,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화이트헤드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,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면포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(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좁쌀여드름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),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농포성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여드름 전문 제거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736841" y="10852980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개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얼굴 전체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736841" y="11477161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</a:t>
              </a:r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개</a:t>
              </a:r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ko-KR" alt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얼굴 전체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염증주사</a:t>
              </a:r>
            </a:p>
            <a:p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염증성 여드름 부위에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항염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약물을 직접 주입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6360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10216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4039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102499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라라필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 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LHA 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기반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저자극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필링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— 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각질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·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피지 정돈 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·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피부결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개선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643276"/>
            <a:ext cx="47923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핑크필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 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미백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·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탄력 성분을 더한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저자극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필링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— 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노폐물 정돈 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·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피부톤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·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탄력 개선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1025352"/>
            <a:ext cx="4955603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 err="1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예스필</a:t>
            </a:r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  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피부 컨디션 회복을 돕는 리커버리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필링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— 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각질 정돈 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· </a:t>
            </a:r>
            <a:r>
              <a:rPr lang="ko-KR" altLang="en-US" sz="1000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피부결</a:t>
            </a:r>
            <a:r>
              <a:rPr lang="en-US" altLang="ko-KR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·</a:t>
            </a:r>
            <a:r>
              <a: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보습 개선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500663" y="10329929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00663" y="10723294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500662" y="11105370"/>
            <a:ext cx="749171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123865"/>
          </a:xfrm>
          <a:prstGeom prst="rect">
            <a:avLst/>
          </a:prstGeom>
          <a:gradFill rotWithShape="1">
            <a:gsLst>
              <a:gs pos="0">
                <a:srgbClr val="B2E3F2">
                  <a:alpha val="100000"/>
                </a:srgbClr>
              </a:gs>
              <a:gs pos="75000">
                <a:srgbClr val="D6F0F8">
                  <a:alpha val="30000"/>
                </a:srgbClr>
              </a:gs>
              <a:gs pos="100000">
                <a:srgbClr val="D6F0F8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3"/>
          <p:cNvSpPr/>
          <p:nvPr/>
        </p:nvSpPr>
        <p:spPr>
          <a:xfrm>
            <a:off x="-514350" y="871536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CERA CELL &amp; IV THERAPY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2879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수액 </a:t>
            </a:r>
            <a:r>
              <a:rPr lang="ko-KR" altLang="en-US" sz="3150" b="1" kern="0" spc="-63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테라피</a:t>
            </a:r>
            <a:r>
              <a:rPr lang="ko-KR" alt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 </a:t>
            </a:r>
            <a:r>
              <a:rPr lang="en-US" altLang="ko-KR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/ </a:t>
            </a:r>
            <a:r>
              <a:rPr lang="ko-KR" altLang="en-US" sz="3150" b="1" kern="0" spc="-63" dirty="0" err="1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통증케어</a:t>
            </a:r>
            <a:endParaRPr lang="ko-KR" altLang="en-US" sz="3150" b="1" kern="0" spc="-63" dirty="0">
              <a:solidFill>
                <a:srgbClr val="2498BD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6365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ko-KR" alt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컨디션을 다스리는 맞춤 수액과 편안한 시술을 위한 </a:t>
            </a:r>
            <a:r>
              <a:rPr lang="ko-KR" altLang="en-US" sz="1275" dirty="0" err="1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통증케어</a:t>
            </a:r>
            <a:endParaRPr lang="ko-KR" altLang="en-US" sz="1275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5" name="Text 96">
            <a:extLst>
              <a:ext uri="{FF2B5EF4-FFF2-40B4-BE49-F238E27FC236}">
                <a16:creationId xmlns:a16="http://schemas.microsoft.com/office/drawing/2014/main" id="{61CA324E-1327-E37D-0D08-F19B7B0D7007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01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별도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444193F4-1660-6C04-D340-B7489DA7E0BA}"/>
              </a:ext>
            </a:extLst>
          </p:cNvPr>
          <p:cNvGrpSpPr/>
          <p:nvPr/>
        </p:nvGrpSpPr>
        <p:grpSpPr>
          <a:xfrm>
            <a:off x="930580" y="2720019"/>
            <a:ext cx="8319253" cy="3077170"/>
            <a:chOff x="930580" y="2720019"/>
            <a:chExt cx="8319253" cy="3077170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C8B7B09-C464-02CA-AAB1-CFAF62EE4D7A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수액 </a:t>
              </a:r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테라피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40" name="Shape 7">
              <a:extLst>
                <a:ext uri="{FF2B5EF4-FFF2-40B4-BE49-F238E27FC236}">
                  <a16:creationId xmlns:a16="http://schemas.microsoft.com/office/drawing/2014/main" id="{45C5A187-DA64-8B2C-88DC-0F404AE7223D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2" name="Shape 7">
              <a:extLst>
                <a:ext uri="{FF2B5EF4-FFF2-40B4-BE49-F238E27FC236}">
                  <a16:creationId xmlns:a16="http://schemas.microsoft.com/office/drawing/2014/main" id="{A3DEF85D-64E2-6526-E202-D5AC4416035C}"/>
                </a:ext>
              </a:extLst>
            </p:cNvPr>
            <p:cNvSpPr/>
            <p:nvPr/>
          </p:nvSpPr>
          <p:spPr>
            <a:xfrm>
              <a:off x="1044691" y="346522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Shape 7">
              <a:extLst>
                <a:ext uri="{FF2B5EF4-FFF2-40B4-BE49-F238E27FC236}">
                  <a16:creationId xmlns:a16="http://schemas.microsoft.com/office/drawing/2014/main" id="{20F5E084-F1CF-1670-3380-8A61D633D289}"/>
                </a:ext>
              </a:extLst>
            </p:cNvPr>
            <p:cNvSpPr/>
            <p:nvPr/>
          </p:nvSpPr>
          <p:spPr>
            <a:xfrm>
              <a:off x="1044691" y="38541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4" name="Shape 7">
              <a:extLst>
                <a:ext uri="{FF2B5EF4-FFF2-40B4-BE49-F238E27FC236}">
                  <a16:creationId xmlns:a16="http://schemas.microsoft.com/office/drawing/2014/main" id="{B74B6B83-FA96-9203-A913-2174A5985524}"/>
                </a:ext>
              </a:extLst>
            </p:cNvPr>
            <p:cNvSpPr/>
            <p:nvPr/>
          </p:nvSpPr>
          <p:spPr>
            <a:xfrm>
              <a:off x="1044691" y="423980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5" name="Shape 7">
              <a:extLst>
                <a:ext uri="{FF2B5EF4-FFF2-40B4-BE49-F238E27FC236}">
                  <a16:creationId xmlns:a16="http://schemas.microsoft.com/office/drawing/2014/main" id="{DF69FC24-3DDD-A4E6-B18B-EE71249F9364}"/>
                </a:ext>
              </a:extLst>
            </p:cNvPr>
            <p:cNvSpPr/>
            <p:nvPr/>
          </p:nvSpPr>
          <p:spPr>
            <a:xfrm>
              <a:off x="1041515" y="462521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33" name="Text 11">
              <a:extLst>
                <a:ext uri="{FF2B5EF4-FFF2-40B4-BE49-F238E27FC236}">
                  <a16:creationId xmlns:a16="http://schemas.microsoft.com/office/drawing/2014/main" id="{B41CCB5D-3BBF-8DAA-7BF9-894077051EF9}"/>
                </a:ext>
              </a:extLst>
            </p:cNvPr>
            <p:cNvSpPr/>
            <p:nvPr/>
          </p:nvSpPr>
          <p:spPr>
            <a:xfrm>
              <a:off x="1047867" y="309130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다이어트 수액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신진대사 향상</a:t>
              </a:r>
            </a:p>
          </p:txBody>
        </p:sp>
        <p:sp>
          <p:nvSpPr>
            <p:cNvPr id="134" name="Text 15">
              <a:extLst>
                <a:ext uri="{FF2B5EF4-FFF2-40B4-BE49-F238E27FC236}">
                  <a16:creationId xmlns:a16="http://schemas.microsoft.com/office/drawing/2014/main" id="{FCCD0A01-1963-DBC7-E109-BD55FFF31A95}"/>
                </a:ext>
              </a:extLst>
            </p:cNvPr>
            <p:cNvSpPr/>
            <p:nvPr/>
          </p:nvSpPr>
          <p:spPr>
            <a:xfrm>
              <a:off x="6984385" y="309277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90,000</a:t>
              </a:r>
            </a:p>
          </p:txBody>
        </p:sp>
        <p:sp>
          <p:nvSpPr>
            <p:cNvPr id="131" name="Text 11">
              <a:extLst>
                <a:ext uri="{FF2B5EF4-FFF2-40B4-BE49-F238E27FC236}">
                  <a16:creationId xmlns:a16="http://schemas.microsoft.com/office/drawing/2014/main" id="{F6A191FD-F6FC-4182-D7BA-CDEFC6C92E76}"/>
                </a:ext>
              </a:extLst>
            </p:cNvPr>
            <p:cNvSpPr/>
            <p:nvPr/>
          </p:nvSpPr>
          <p:spPr>
            <a:xfrm>
              <a:off x="1047867" y="347681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감초주사 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간해독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염증완화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피로개선</a:t>
              </a:r>
            </a:p>
          </p:txBody>
        </p:sp>
        <p:sp>
          <p:nvSpPr>
            <p:cNvPr id="132" name="Text 15">
              <a:extLst>
                <a:ext uri="{FF2B5EF4-FFF2-40B4-BE49-F238E27FC236}">
                  <a16:creationId xmlns:a16="http://schemas.microsoft.com/office/drawing/2014/main" id="{9E517E47-18B6-E064-4980-163BE0EF2806}"/>
                </a:ext>
              </a:extLst>
            </p:cNvPr>
            <p:cNvSpPr/>
            <p:nvPr/>
          </p:nvSpPr>
          <p:spPr>
            <a:xfrm>
              <a:off x="6984385" y="347828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9" name="Text 11">
              <a:extLst>
                <a:ext uri="{FF2B5EF4-FFF2-40B4-BE49-F238E27FC236}">
                  <a16:creationId xmlns:a16="http://schemas.microsoft.com/office/drawing/2014/main" id="{778FFFE8-DC0E-25B9-9698-8A40B2CF5A7E}"/>
                </a:ext>
              </a:extLst>
            </p:cNvPr>
            <p:cNvSpPr/>
            <p:nvPr/>
          </p:nvSpPr>
          <p:spPr>
            <a:xfrm>
              <a:off x="1044691" y="386865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멀티비타민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활성산소 제거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컨디션 개선</a:t>
              </a:r>
            </a:p>
          </p:txBody>
        </p:sp>
        <p:sp>
          <p:nvSpPr>
            <p:cNvPr id="130" name="Text 15">
              <a:extLst>
                <a:ext uri="{FF2B5EF4-FFF2-40B4-BE49-F238E27FC236}">
                  <a16:creationId xmlns:a16="http://schemas.microsoft.com/office/drawing/2014/main" id="{A01248E2-4AA2-5102-8CEF-E007F93E9CD2}"/>
                </a:ext>
              </a:extLst>
            </p:cNvPr>
            <p:cNvSpPr/>
            <p:nvPr/>
          </p:nvSpPr>
          <p:spPr>
            <a:xfrm>
              <a:off x="6984385" y="387012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7" name="Text 11">
              <a:extLst>
                <a:ext uri="{FF2B5EF4-FFF2-40B4-BE49-F238E27FC236}">
                  <a16:creationId xmlns:a16="http://schemas.microsoft.com/office/drawing/2014/main" id="{6EB77E8A-257D-A0B5-110C-432BBB9EF57B}"/>
                </a:ext>
              </a:extLst>
            </p:cNvPr>
            <p:cNvSpPr/>
            <p:nvPr/>
          </p:nvSpPr>
          <p:spPr>
            <a:xfrm>
              <a:off x="1044691" y="424811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마늘주사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피로회복 성분 고농도 주입</a:t>
              </a:r>
            </a:p>
          </p:txBody>
        </p:sp>
        <p:sp>
          <p:nvSpPr>
            <p:cNvPr id="128" name="Text 15">
              <a:extLst>
                <a:ext uri="{FF2B5EF4-FFF2-40B4-BE49-F238E27FC236}">
                  <a16:creationId xmlns:a16="http://schemas.microsoft.com/office/drawing/2014/main" id="{86850444-9FB1-16CC-5A77-4D3A8EA767D9}"/>
                </a:ext>
              </a:extLst>
            </p:cNvPr>
            <p:cNvSpPr/>
            <p:nvPr/>
          </p:nvSpPr>
          <p:spPr>
            <a:xfrm>
              <a:off x="6984385" y="424958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60" name="Shape 7">
              <a:extLst>
                <a:ext uri="{FF2B5EF4-FFF2-40B4-BE49-F238E27FC236}">
                  <a16:creationId xmlns:a16="http://schemas.microsoft.com/office/drawing/2014/main" id="{41E553EE-7FF3-AFD2-5C53-AC3E4E7A172E}"/>
                </a:ext>
              </a:extLst>
            </p:cNvPr>
            <p:cNvSpPr/>
            <p:nvPr/>
          </p:nvSpPr>
          <p:spPr>
            <a:xfrm>
              <a:off x="1044691" y="50124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1" name="Shape 7">
              <a:extLst>
                <a:ext uri="{FF2B5EF4-FFF2-40B4-BE49-F238E27FC236}">
                  <a16:creationId xmlns:a16="http://schemas.microsoft.com/office/drawing/2014/main" id="{62BD0988-054B-D110-B96F-535D35711D48}"/>
                </a:ext>
              </a:extLst>
            </p:cNvPr>
            <p:cNvSpPr/>
            <p:nvPr/>
          </p:nvSpPr>
          <p:spPr>
            <a:xfrm>
              <a:off x="1044691" y="539817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2" name="Shape 7">
              <a:extLst>
                <a:ext uri="{FF2B5EF4-FFF2-40B4-BE49-F238E27FC236}">
                  <a16:creationId xmlns:a16="http://schemas.microsoft.com/office/drawing/2014/main" id="{EC165F8A-C3C8-5183-69EA-CCD0E9FFA5A6}"/>
                </a:ext>
              </a:extLst>
            </p:cNvPr>
            <p:cNvSpPr/>
            <p:nvPr/>
          </p:nvSpPr>
          <p:spPr>
            <a:xfrm>
              <a:off x="1044691" y="578358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9568C523-310D-AC2B-DF39-980B57B1FA24}"/>
                </a:ext>
              </a:extLst>
            </p:cNvPr>
            <p:cNvSpPr/>
            <p:nvPr/>
          </p:nvSpPr>
          <p:spPr>
            <a:xfrm>
              <a:off x="1047867" y="463518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신데렐라주사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항산화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다이어트</a:t>
              </a:r>
            </a:p>
          </p:txBody>
        </p:sp>
        <p:sp>
          <p:nvSpPr>
            <p:cNvPr id="165" name="Text 15">
              <a:extLst>
                <a:ext uri="{FF2B5EF4-FFF2-40B4-BE49-F238E27FC236}">
                  <a16:creationId xmlns:a16="http://schemas.microsoft.com/office/drawing/2014/main" id="{B88B01D8-8F2A-421E-2740-91ED982107A8}"/>
                </a:ext>
              </a:extLst>
            </p:cNvPr>
            <p:cNvSpPr/>
            <p:nvPr/>
          </p:nvSpPr>
          <p:spPr>
            <a:xfrm>
              <a:off x="6984385" y="463665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67" name="Text 11">
              <a:extLst>
                <a:ext uri="{FF2B5EF4-FFF2-40B4-BE49-F238E27FC236}">
                  <a16:creationId xmlns:a16="http://schemas.microsoft.com/office/drawing/2014/main" id="{83A6A789-FB4C-6AE9-4906-4A2B6D3AC002}"/>
                </a:ext>
              </a:extLst>
            </p:cNvPr>
            <p:cNvSpPr/>
            <p:nvPr/>
          </p:nvSpPr>
          <p:spPr>
            <a:xfrm>
              <a:off x="1047867" y="502702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태반주사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피로회복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면역력 개선</a:t>
              </a:r>
            </a:p>
          </p:txBody>
        </p:sp>
        <p:sp>
          <p:nvSpPr>
            <p:cNvPr id="168" name="Text 15">
              <a:extLst>
                <a:ext uri="{FF2B5EF4-FFF2-40B4-BE49-F238E27FC236}">
                  <a16:creationId xmlns:a16="http://schemas.microsoft.com/office/drawing/2014/main" id="{4E3A5C3F-15DB-C662-12BF-097C39DFFD28}"/>
                </a:ext>
              </a:extLst>
            </p:cNvPr>
            <p:cNvSpPr/>
            <p:nvPr/>
          </p:nvSpPr>
          <p:spPr>
            <a:xfrm>
              <a:off x="6984385" y="5028498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70" name="Text 11">
              <a:extLst>
                <a:ext uri="{FF2B5EF4-FFF2-40B4-BE49-F238E27FC236}">
                  <a16:creationId xmlns:a16="http://schemas.microsoft.com/office/drawing/2014/main" id="{445C9434-AE1D-A88D-76E2-9277250420ED}"/>
                </a:ext>
              </a:extLst>
            </p:cNvPr>
            <p:cNvSpPr/>
            <p:nvPr/>
          </p:nvSpPr>
          <p:spPr>
            <a:xfrm>
              <a:off x="1047867" y="5406486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백옥주사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맑은 피부 유지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피로회복</a:t>
              </a:r>
            </a:p>
          </p:txBody>
        </p:sp>
        <p:sp>
          <p:nvSpPr>
            <p:cNvPr id="171" name="Text 15">
              <a:extLst>
                <a:ext uri="{FF2B5EF4-FFF2-40B4-BE49-F238E27FC236}">
                  <a16:creationId xmlns:a16="http://schemas.microsoft.com/office/drawing/2014/main" id="{6BD0D8BE-301A-BB19-2A7C-65FDC6DB92AB}"/>
                </a:ext>
              </a:extLst>
            </p:cNvPr>
            <p:cNvSpPr/>
            <p:nvPr/>
          </p:nvSpPr>
          <p:spPr>
            <a:xfrm>
              <a:off x="6984385" y="5407957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2AE4EBC-9ACA-147C-2EE4-7F32DE254CD1}"/>
              </a:ext>
            </a:extLst>
          </p:cNvPr>
          <p:cNvGrpSpPr/>
          <p:nvPr/>
        </p:nvGrpSpPr>
        <p:grpSpPr>
          <a:xfrm>
            <a:off x="930580" y="5970702"/>
            <a:ext cx="8316077" cy="1885142"/>
            <a:chOff x="930580" y="6807168"/>
            <a:chExt cx="8316077" cy="1885142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B5621D9-1F17-6327-7150-4503B39BABDF}"/>
                </a:ext>
              </a:extLst>
            </p:cNvPr>
            <p:cNvSpPr txBox="1"/>
            <p:nvPr/>
          </p:nvSpPr>
          <p:spPr>
            <a:xfrm>
              <a:off x="930580" y="6807168"/>
              <a:ext cx="110799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ko-KR" altLang="en-US" dirty="0" err="1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통증케어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75" name="Shape 7">
              <a:extLst>
                <a:ext uri="{FF2B5EF4-FFF2-40B4-BE49-F238E27FC236}">
                  <a16:creationId xmlns:a16="http://schemas.microsoft.com/office/drawing/2014/main" id="{D3CE2020-BF4C-3450-3AAD-9350D5AA3EA9}"/>
                </a:ext>
              </a:extLst>
            </p:cNvPr>
            <p:cNvSpPr/>
            <p:nvPr/>
          </p:nvSpPr>
          <p:spPr>
            <a:xfrm>
              <a:off x="1041515" y="75218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6" name="Shape 7">
              <a:extLst>
                <a:ext uri="{FF2B5EF4-FFF2-40B4-BE49-F238E27FC236}">
                  <a16:creationId xmlns:a16="http://schemas.microsoft.com/office/drawing/2014/main" id="{CD32FBD2-D877-0E5C-A1CB-D69F19CD22C1}"/>
                </a:ext>
              </a:extLst>
            </p:cNvPr>
            <p:cNvSpPr/>
            <p:nvPr/>
          </p:nvSpPr>
          <p:spPr>
            <a:xfrm>
              <a:off x="1041515" y="713392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77" name="Shape 7">
              <a:extLst>
                <a:ext uri="{FF2B5EF4-FFF2-40B4-BE49-F238E27FC236}">
                  <a16:creationId xmlns:a16="http://schemas.microsoft.com/office/drawing/2014/main" id="{5B3643A4-1CD3-22C2-E7FB-A0F102AD494D}"/>
                </a:ext>
              </a:extLst>
            </p:cNvPr>
            <p:cNvSpPr/>
            <p:nvPr/>
          </p:nvSpPr>
          <p:spPr>
            <a:xfrm>
              <a:off x="1041515" y="79075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8" name="Shape 7">
              <a:extLst>
                <a:ext uri="{FF2B5EF4-FFF2-40B4-BE49-F238E27FC236}">
                  <a16:creationId xmlns:a16="http://schemas.microsoft.com/office/drawing/2014/main" id="{DD0F9A73-47E2-FE6B-418F-0B08881AEB7C}"/>
                </a:ext>
              </a:extLst>
            </p:cNvPr>
            <p:cNvSpPr/>
            <p:nvPr/>
          </p:nvSpPr>
          <p:spPr>
            <a:xfrm>
              <a:off x="1041515" y="82898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9" name="Shape 7">
              <a:extLst>
                <a:ext uri="{FF2B5EF4-FFF2-40B4-BE49-F238E27FC236}">
                  <a16:creationId xmlns:a16="http://schemas.microsoft.com/office/drawing/2014/main" id="{BD900D24-BEC6-A097-FA29-3EC27A654B8D}"/>
                </a:ext>
              </a:extLst>
            </p:cNvPr>
            <p:cNvSpPr/>
            <p:nvPr/>
          </p:nvSpPr>
          <p:spPr>
            <a:xfrm>
              <a:off x="1041515" y="867870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0" name="Text 11">
              <a:extLst>
                <a:ext uri="{FF2B5EF4-FFF2-40B4-BE49-F238E27FC236}">
                  <a16:creationId xmlns:a16="http://schemas.microsoft.com/office/drawing/2014/main" id="{5584789F-696A-3BB5-9321-89A5E7451BEA}"/>
                </a:ext>
              </a:extLst>
            </p:cNvPr>
            <p:cNvSpPr/>
            <p:nvPr/>
          </p:nvSpPr>
          <p:spPr>
            <a:xfrm>
              <a:off x="1044691" y="7144588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마취연고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피부 표면 감각을 일시적으로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둔화시켜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통증 </a:t>
              </a:r>
              <a:r>
                <a:rPr lang="en-US" altLang="ko-KR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·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불편감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완화</a:t>
              </a:r>
            </a:p>
          </p:txBody>
        </p:sp>
        <p:sp>
          <p:nvSpPr>
            <p:cNvPr id="211" name="Text 15">
              <a:extLst>
                <a:ext uri="{FF2B5EF4-FFF2-40B4-BE49-F238E27FC236}">
                  <a16:creationId xmlns:a16="http://schemas.microsoft.com/office/drawing/2014/main" id="{1FB5B980-6260-CCEE-D251-0D135A65E29C}"/>
                </a:ext>
              </a:extLst>
            </p:cNvPr>
            <p:cNvSpPr/>
            <p:nvPr/>
          </p:nvSpPr>
          <p:spPr>
            <a:xfrm>
              <a:off x="6981209" y="7146059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</a:p>
          </p:txBody>
        </p:sp>
        <p:sp>
          <p:nvSpPr>
            <p:cNvPr id="208" name="Text 11">
              <a:extLst>
                <a:ext uri="{FF2B5EF4-FFF2-40B4-BE49-F238E27FC236}">
                  <a16:creationId xmlns:a16="http://schemas.microsoft.com/office/drawing/2014/main" id="{C6EBC41E-87B5-3A70-05A3-746B924EFEC0}"/>
                </a:ext>
              </a:extLst>
            </p:cNvPr>
            <p:cNvSpPr/>
            <p:nvPr/>
          </p:nvSpPr>
          <p:spPr>
            <a:xfrm>
              <a:off x="1044691" y="7536433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국소마취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시술 부위에 마취제를 직접 주입해 통증을 일시적으로 차단</a:t>
              </a:r>
            </a:p>
          </p:txBody>
        </p:sp>
        <p:sp>
          <p:nvSpPr>
            <p:cNvPr id="209" name="Text 15">
              <a:extLst>
                <a:ext uri="{FF2B5EF4-FFF2-40B4-BE49-F238E27FC236}">
                  <a16:creationId xmlns:a16="http://schemas.microsoft.com/office/drawing/2014/main" id="{3F25672C-E1B4-F749-784A-87D165E26480}"/>
                </a:ext>
              </a:extLst>
            </p:cNvPr>
            <p:cNvSpPr/>
            <p:nvPr/>
          </p:nvSpPr>
          <p:spPr>
            <a:xfrm>
              <a:off x="6981209" y="753790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6" name="Text 11">
              <a:extLst>
                <a:ext uri="{FF2B5EF4-FFF2-40B4-BE49-F238E27FC236}">
                  <a16:creationId xmlns:a16="http://schemas.microsoft.com/office/drawing/2014/main" id="{6B1C0CD0-2F6E-2360-2E27-7088E661EE31}"/>
                </a:ext>
              </a:extLst>
            </p:cNvPr>
            <p:cNvSpPr/>
            <p:nvPr/>
          </p:nvSpPr>
          <p:spPr>
            <a:xfrm>
              <a:off x="1044691" y="791589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수면마취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정맥 진정제 투여로 편안히 잠든 상태에서 시술</a:t>
              </a:r>
            </a:p>
          </p:txBody>
        </p:sp>
        <p:sp>
          <p:nvSpPr>
            <p:cNvPr id="207" name="Text 15">
              <a:extLst>
                <a:ext uri="{FF2B5EF4-FFF2-40B4-BE49-F238E27FC236}">
                  <a16:creationId xmlns:a16="http://schemas.microsoft.com/office/drawing/2014/main" id="{A315952E-6986-2B0D-B358-B650742F3979}"/>
                </a:ext>
              </a:extLst>
            </p:cNvPr>
            <p:cNvSpPr/>
            <p:nvPr/>
          </p:nvSpPr>
          <p:spPr>
            <a:xfrm>
              <a:off x="6981209" y="791736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204" name="Text 11">
              <a:extLst>
                <a:ext uri="{FF2B5EF4-FFF2-40B4-BE49-F238E27FC236}">
                  <a16:creationId xmlns:a16="http://schemas.microsoft.com/office/drawing/2014/main" id="{7D5BDAA9-0CD1-EEEB-B8EE-E0E59F742C5F}"/>
                </a:ext>
              </a:extLst>
            </p:cNvPr>
            <p:cNvSpPr/>
            <p:nvPr/>
          </p:nvSpPr>
          <p:spPr>
            <a:xfrm>
              <a:off x="1044691" y="830140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ko-KR" altLang="en-US" sz="1400" dirty="0" err="1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통증수액</a:t>
              </a:r>
              <a:r>
                <a:rPr lang="ko-KR" alt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  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진통성분으로 시술 시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불편감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감소를 돕는 </a:t>
              </a:r>
              <a:r>
                <a:rPr lang="ko-KR" altLang="en-US" sz="1000" dirty="0" err="1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통증케어</a:t>
              </a:r>
              <a:r>
                <a:rPr lang="ko-KR" alt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 수액</a:t>
              </a:r>
            </a:p>
          </p:txBody>
        </p:sp>
        <p:sp>
          <p:nvSpPr>
            <p:cNvPr id="205" name="Text 15">
              <a:extLst>
                <a:ext uri="{FF2B5EF4-FFF2-40B4-BE49-F238E27FC236}">
                  <a16:creationId xmlns:a16="http://schemas.microsoft.com/office/drawing/2014/main" id="{01B6FCA4-5566-F718-6430-3289539E63DF}"/>
                </a:ext>
              </a:extLst>
            </p:cNvPr>
            <p:cNvSpPr/>
            <p:nvPr/>
          </p:nvSpPr>
          <p:spPr>
            <a:xfrm>
              <a:off x="6981209" y="830287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2081</Words>
  <Application>Microsoft Office PowerPoint</Application>
  <PresentationFormat>사용자 지정</PresentationFormat>
  <Paragraphs>533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신세계 Regular</vt:lpstr>
      <vt:lpstr>Arial</vt:lpstr>
      <vt:lpstr>신세계 SemiBold</vt:lpstr>
      <vt:lpstr>신세계 Medium</vt:lpstr>
      <vt:lpstr>신세계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natunohikari030@gmail.com</cp:lastModifiedBy>
  <cp:revision>73</cp:revision>
  <cp:lastPrinted>2026-07-22T06:48:58Z</cp:lastPrinted>
  <dcterms:created xsi:type="dcterms:W3CDTF">2026-07-20T01:44:47Z</dcterms:created>
  <dcterms:modified xsi:type="dcterms:W3CDTF">2026-09-29T09:33:17Z</dcterms:modified>
</cp:coreProperties>
</file>